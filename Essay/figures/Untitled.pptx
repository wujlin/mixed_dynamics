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image" Target="../media/image-1-46.png"/><Relationship Id="rId47" Type="http://schemas.openxmlformats.org/officeDocument/2006/relationships/image" Target="../media/image-1-47.png"/><Relationship Id="rId48" Type="http://schemas.openxmlformats.org/officeDocument/2006/relationships/image" Target="../media/image-1-48.png"/><Relationship Id="rId49" Type="http://schemas.openxmlformats.org/officeDocument/2006/relationships/image" Target="../media/image-1-49.pn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image" Target="../media/image-1-52.png"/><Relationship Id="rId53" Type="http://schemas.openxmlformats.org/officeDocument/2006/relationships/image" Target="../media/image-1-53.png"/><Relationship Id="rId54" Type="http://schemas.openxmlformats.org/officeDocument/2006/relationships/image" Target="../media/image-1-54.png"/><Relationship Id="rId55" Type="http://schemas.openxmlformats.org/officeDocument/2006/relationships/image" Target="../media/image-1-55.png"/><Relationship Id="rId56" Type="http://schemas.openxmlformats.org/officeDocument/2006/relationships/image" Target="../media/image-1-56.png"/><Relationship Id="rId57" Type="http://schemas.openxmlformats.org/officeDocument/2006/relationships/image" Target="../media/image-1-57.png"/><Relationship Id="rId58" Type="http://schemas.openxmlformats.org/officeDocument/2006/relationships/image" Target="../media/image-1-58.png"/><Relationship Id="rId59" Type="http://schemas.openxmlformats.org/officeDocument/2006/relationships/image" Target="../media/image-1-59.png"/><Relationship Id="rId60" Type="http://schemas.openxmlformats.org/officeDocument/2006/relationships/image" Target="../media/image-1-60.png"/><Relationship Id="rId61" Type="http://schemas.openxmlformats.org/officeDocument/2006/relationships/image" Target="../media/image-1-61.png"/><Relationship Id="rId62" Type="http://schemas.openxmlformats.org/officeDocument/2006/relationships/image" Target="../media/image-1-62.png"/><Relationship Id="rId63" Type="http://schemas.openxmlformats.org/officeDocument/2006/relationships/image" Target="../media/image-1-63.png"/><Relationship Id="rId64" Type="http://schemas.openxmlformats.org/officeDocument/2006/relationships/image" Target="../media/image-1-64.png"/><Relationship Id="rId65" Type="http://schemas.openxmlformats.org/officeDocument/2006/relationships/image" Target="../media/image-1-65.png"/><Relationship Id="rId66" Type="http://schemas.openxmlformats.org/officeDocument/2006/relationships/image" Target="../media/image-1-66.png"/><Relationship Id="rId67" Type="http://schemas.openxmlformats.org/officeDocument/2006/relationships/image" Target="../media/image-1-67.png"/><Relationship Id="rId68" Type="http://schemas.openxmlformats.org/officeDocument/2006/relationships/image" Target="../media/image-1-68.png"/><Relationship Id="rId69" Type="http://schemas.openxmlformats.org/officeDocument/2006/relationships/image" Target="../media/image-1-69.png"/><Relationship Id="rId70" Type="http://schemas.openxmlformats.org/officeDocument/2006/relationships/image" Target="../media/image-1-70.png"/><Relationship Id="rId71" Type="http://schemas.openxmlformats.org/officeDocument/2006/relationships/image" Target="../media/image-1-71.png"/><Relationship Id="rId72" Type="http://schemas.openxmlformats.org/officeDocument/2006/relationships/image" Target="../media/image-1-72.png"/><Relationship Id="rId73" Type="http://schemas.openxmlformats.org/officeDocument/2006/relationships/image" Target="../media/image-1-73.png"/><Relationship Id="rId74" Type="http://schemas.openxmlformats.org/officeDocument/2006/relationships/image" Target="../media/image-1-74.png"/><Relationship Id="rId75" Type="http://schemas.openxmlformats.org/officeDocument/2006/relationships/image" Target="../media/image-1-75.png"/><Relationship Id="rId76" Type="http://schemas.openxmlformats.org/officeDocument/2006/relationships/image" Target="../media/image-1-76.png"/><Relationship Id="rId77" Type="http://schemas.openxmlformats.org/officeDocument/2006/relationships/image" Target="../media/image-1-77.png"/><Relationship Id="rId78" Type="http://schemas.openxmlformats.org/officeDocument/2006/relationships/image" Target="../media/image-1-78.png"/><Relationship Id="rId79" Type="http://schemas.openxmlformats.org/officeDocument/2006/relationships/image" Target="../media/image-1-79.png"/><Relationship Id="rId80" Type="http://schemas.openxmlformats.org/officeDocument/2006/relationships/image" Target="../media/image-1-80.png"/><Relationship Id="rId81" Type="http://schemas.openxmlformats.org/officeDocument/2006/relationships/image" Target="../media/image-1-81.png"/><Relationship Id="rId82" Type="http://schemas.openxmlformats.org/officeDocument/2006/relationships/image" Target="../media/image-1-82.png"/><Relationship Id="rId83" Type="http://schemas.openxmlformats.org/officeDocument/2006/relationships/image" Target="../media/image-1-83.png"/><Relationship Id="rId84" Type="http://schemas.openxmlformats.org/officeDocument/2006/relationships/image" Target="../media/image-1-84.png"/><Relationship Id="rId85" Type="http://schemas.openxmlformats.org/officeDocument/2006/relationships/image" Target="../media/image-1-85.png"/><Relationship Id="rId86" Type="http://schemas.openxmlformats.org/officeDocument/2006/relationships/image" Target="../media/image-1-86.png"/><Relationship Id="rId87" Type="http://schemas.openxmlformats.org/officeDocument/2006/relationships/image" Target="../media/image-1-87.png"/><Relationship Id="rId88" Type="http://schemas.openxmlformats.org/officeDocument/2006/relationships/image" Target="../media/image-1-88.png"/><Relationship Id="rId89" Type="http://schemas.openxmlformats.org/officeDocument/2006/relationships/image" Target="../media/image-1-89.png"/><Relationship Id="rId90" Type="http://schemas.openxmlformats.org/officeDocument/2006/relationships/image" Target="../media/image-1-90.png"/><Relationship Id="rId91" Type="http://schemas.openxmlformats.org/officeDocument/2006/relationships/image" Target="../media/image-1-91.png"/><Relationship Id="rId92" Type="http://schemas.openxmlformats.org/officeDocument/2006/relationships/image" Target="../media/image-1-92.png"/><Relationship Id="rId93" Type="http://schemas.openxmlformats.org/officeDocument/2006/relationships/image" Target="../media/image-1-93.png"/><Relationship Id="rId94" Type="http://schemas.openxmlformats.org/officeDocument/2006/relationships/image" Target="../media/image-1-94.png"/><Relationship Id="rId95" Type="http://schemas.openxmlformats.org/officeDocument/2006/relationships/image" Target="../media/image-1-95.png"/><Relationship Id="rId96" Type="http://schemas.openxmlformats.org/officeDocument/2006/relationships/image" Target="../media/image-1-96.png"/><Relationship Id="rId97" Type="http://schemas.openxmlformats.org/officeDocument/2006/relationships/image" Target="../media/image-1-97.png"/><Relationship Id="rId98" Type="http://schemas.openxmlformats.org/officeDocument/2006/relationships/image" Target="../media/image-1-98.png"/><Relationship Id="rId99" Type="http://schemas.openxmlformats.org/officeDocument/2006/relationships/image" Target="../media/image-1-99.png"/><Relationship Id="rId100" Type="http://schemas.openxmlformats.org/officeDocument/2006/relationships/image" Target="../media/image-1-100.png"/><Relationship Id="rId101" Type="http://schemas.openxmlformats.org/officeDocument/2006/relationships/image" Target="../media/image-1-101.png"/><Relationship Id="rId102" Type="http://schemas.openxmlformats.org/officeDocument/2006/relationships/image" Target="../media/image-1-102.png"/><Relationship Id="rId103" Type="http://schemas.openxmlformats.org/officeDocument/2006/relationships/image" Target="../media/image-1-103.png"/><Relationship Id="rId104" Type="http://schemas.openxmlformats.org/officeDocument/2006/relationships/image" Target="../media/image-1-104.png"/><Relationship Id="rId105" Type="http://schemas.openxmlformats.org/officeDocument/2006/relationships/image" Target="../media/image-1-105.png"/><Relationship Id="rId106" Type="http://schemas.openxmlformats.org/officeDocument/2006/relationships/image" Target="../media/image-1-106.png"/><Relationship Id="rId107" Type="http://schemas.openxmlformats.org/officeDocument/2006/relationships/image" Target="../media/image-1-107.png"/><Relationship Id="rId108" Type="http://schemas.openxmlformats.org/officeDocument/2006/relationships/image" Target="../media/image-1-108.png"/><Relationship Id="rId109" Type="http://schemas.openxmlformats.org/officeDocument/2006/relationships/image" Target="../media/image-1-109.png"/><Relationship Id="rId110" Type="http://schemas.openxmlformats.org/officeDocument/2006/relationships/image" Target="../media/image-1-110.png"/><Relationship Id="rId111" Type="http://schemas.openxmlformats.org/officeDocument/2006/relationships/image" Target="../media/image-1-111.png"/><Relationship Id="rId112" Type="http://schemas.openxmlformats.org/officeDocument/2006/relationships/image" Target="../media/image-1-112.png"/><Relationship Id="rId113" Type="http://schemas.openxmlformats.org/officeDocument/2006/relationships/image" Target="../media/image-1-113.png"/><Relationship Id="rId114" Type="http://schemas.openxmlformats.org/officeDocument/2006/relationships/image" Target="../media/image-1-114.png"/><Relationship Id="rId115" Type="http://schemas.openxmlformats.org/officeDocument/2006/relationships/image" Target="../media/image-1-115.png"/><Relationship Id="rId116" Type="http://schemas.openxmlformats.org/officeDocument/2006/relationships/image" Target="../media/image-1-116.png"/><Relationship Id="rId117" Type="http://schemas.openxmlformats.org/officeDocument/2006/relationships/image" Target="../media/image-1-117.png"/><Relationship Id="rId118" Type="http://schemas.openxmlformats.org/officeDocument/2006/relationships/image" Target="../media/image-1-118.png"/><Relationship Id="rId119" Type="http://schemas.openxmlformats.org/officeDocument/2006/relationships/image" Target="../media/image-1-119.png"/><Relationship Id="rId120" Type="http://schemas.openxmlformats.org/officeDocument/2006/relationships/image" Target="../media/image-1-120.png"/><Relationship Id="rId121" Type="http://schemas.openxmlformats.org/officeDocument/2006/relationships/image" Target="../media/image-1-121.png"/><Relationship Id="rId122" Type="http://schemas.openxmlformats.org/officeDocument/2006/relationships/image" Target="../media/image-1-122.png"/><Relationship Id="rId123" Type="http://schemas.openxmlformats.org/officeDocument/2006/relationships/image" Target="../media/image-1-123.png"/><Relationship Id="rId124" Type="http://schemas.openxmlformats.org/officeDocument/2006/relationships/image" Target="../media/image-1-124.png"/><Relationship Id="rId125" Type="http://schemas.openxmlformats.org/officeDocument/2006/relationships/image" Target="../media/image-1-125.png"/><Relationship Id="rId126" Type="http://schemas.openxmlformats.org/officeDocument/2006/relationships/image" Target="../media/image-1-126.png"/><Relationship Id="rId127" Type="http://schemas.openxmlformats.org/officeDocument/2006/relationships/image" Target="../media/image-1-127.png"/><Relationship Id="rId128" Type="http://schemas.openxmlformats.org/officeDocument/2006/relationships/image" Target="../media/image-1-128.png"/><Relationship Id="rId129" Type="http://schemas.openxmlformats.org/officeDocument/2006/relationships/image" Target="../media/image-1-129.png"/><Relationship Id="rId130" Type="http://schemas.openxmlformats.org/officeDocument/2006/relationships/image" Target="../media/image-1-130.png"/><Relationship Id="rId131" Type="http://schemas.openxmlformats.org/officeDocument/2006/relationships/image" Target="../media/image-1-131.png"/><Relationship Id="rId132" Type="http://schemas.openxmlformats.org/officeDocument/2006/relationships/image" Target="../media/image-1-132.png"/><Relationship Id="rId133" Type="http://schemas.openxmlformats.org/officeDocument/2006/relationships/image" Target="../media/image-1-133.png"/><Relationship Id="rId134" Type="http://schemas.openxmlformats.org/officeDocument/2006/relationships/image" Target="../media/image-1-134.png"/><Relationship Id="rId135" Type="http://schemas.openxmlformats.org/officeDocument/2006/relationships/image" Target="../media/image-1-135.png"/><Relationship Id="rId136" Type="http://schemas.openxmlformats.org/officeDocument/2006/relationships/image" Target="../media/image-1-136.png"/><Relationship Id="rId137" Type="http://schemas.openxmlformats.org/officeDocument/2006/relationships/image" Target="../media/image-1-137.png"/><Relationship Id="rId138" Type="http://schemas.openxmlformats.org/officeDocument/2006/relationships/image" Target="../media/image-1-138.png"/><Relationship Id="rId139" Type="http://schemas.openxmlformats.org/officeDocument/2006/relationships/image" Target="../media/image-1-139.png"/><Relationship Id="rId140" Type="http://schemas.openxmlformats.org/officeDocument/2006/relationships/image" Target="../media/image-1-140.png"/><Relationship Id="rId141" Type="http://schemas.openxmlformats.org/officeDocument/2006/relationships/image" Target="../media/image-1-141.png"/><Relationship Id="rId142" Type="http://schemas.openxmlformats.org/officeDocument/2006/relationships/image" Target="../media/image-1-142.png"/><Relationship Id="rId143" Type="http://schemas.openxmlformats.org/officeDocument/2006/relationships/image" Target="../media/image-1-143.png"/><Relationship Id="rId144" Type="http://schemas.openxmlformats.org/officeDocument/2006/relationships/image" Target="../media/image-1-144.png"/><Relationship Id="rId145" Type="http://schemas.openxmlformats.org/officeDocument/2006/relationships/image" Target="../media/image-1-145.png"/><Relationship Id="rId146" Type="http://schemas.openxmlformats.org/officeDocument/2006/relationships/image" Target="../media/image-1-146.png"/><Relationship Id="rId147" Type="http://schemas.openxmlformats.org/officeDocument/2006/relationships/image" Target="../media/image-1-147.png"/><Relationship Id="rId148" Type="http://schemas.openxmlformats.org/officeDocument/2006/relationships/image" Target="../media/image-1-148.png"/><Relationship Id="rId149" Type="http://schemas.openxmlformats.org/officeDocument/2006/relationships/image" Target="../media/image-1-149.png"/><Relationship Id="rId150" Type="http://schemas.openxmlformats.org/officeDocument/2006/relationships/image" Target="../media/image-1-150.png"/><Relationship Id="rId151" Type="http://schemas.openxmlformats.org/officeDocument/2006/relationships/image" Target="../media/image-1-151.png"/><Relationship Id="rId152" Type="http://schemas.openxmlformats.org/officeDocument/2006/relationships/image" Target="../media/image-1-152.png"/><Relationship Id="rId153" Type="http://schemas.openxmlformats.org/officeDocument/2006/relationships/image" Target="../media/image-1-153.png"/><Relationship Id="rId154" Type="http://schemas.openxmlformats.org/officeDocument/2006/relationships/image" Target="../media/image-1-154.png"/><Relationship Id="rId155" Type="http://schemas.openxmlformats.org/officeDocument/2006/relationships/image" Target="../media/image-1-155.png"/><Relationship Id="rId156" Type="http://schemas.openxmlformats.org/officeDocument/2006/relationships/image" Target="../media/image-1-156.png"/><Relationship Id="rId157" Type="http://schemas.openxmlformats.org/officeDocument/2006/relationships/image" Target="../media/image-1-157.png"/><Relationship Id="rId158" Type="http://schemas.openxmlformats.org/officeDocument/2006/relationships/image" Target="../media/image-1-158.png"/><Relationship Id="rId159" Type="http://schemas.openxmlformats.org/officeDocument/2006/relationships/image" Target="../media/image-1-159.png"/><Relationship Id="rId160" Type="http://schemas.openxmlformats.org/officeDocument/2006/relationships/image" Target="../media/image-1-160.png"/><Relationship Id="rId161" Type="http://schemas.openxmlformats.org/officeDocument/2006/relationships/image" Target="../media/image-1-161.png"/><Relationship Id="rId162" Type="http://schemas.openxmlformats.org/officeDocument/2006/relationships/image" Target="../media/image-1-162.png"/><Relationship Id="rId163" Type="http://schemas.openxmlformats.org/officeDocument/2006/relationships/image" Target="../media/image-1-163.png"/><Relationship Id="rId164" Type="http://schemas.openxmlformats.org/officeDocument/2006/relationships/image" Target="../media/image-1-164.png"/><Relationship Id="rId165" Type="http://schemas.openxmlformats.org/officeDocument/2006/relationships/image" Target="../media/image-1-165.png"/><Relationship Id="rId166" Type="http://schemas.openxmlformats.org/officeDocument/2006/relationships/image" Target="../media/image-1-166.png"/><Relationship Id="rId167" Type="http://schemas.openxmlformats.org/officeDocument/2006/relationships/image" Target="../media/image-1-167.png"/><Relationship Id="rId168" Type="http://schemas.openxmlformats.org/officeDocument/2006/relationships/image" Target="../media/image-1-168.png"/><Relationship Id="rId169" Type="http://schemas.openxmlformats.org/officeDocument/2006/relationships/image" Target="../media/image-1-169.png"/><Relationship Id="rId170" Type="http://schemas.openxmlformats.org/officeDocument/2006/relationships/image" Target="../media/image-1-170.png"/><Relationship Id="rId171" Type="http://schemas.openxmlformats.org/officeDocument/2006/relationships/image" Target="../media/image-1-171.png"/><Relationship Id="rId172" Type="http://schemas.openxmlformats.org/officeDocument/2006/relationships/image" Target="../media/image-1-172.png"/><Relationship Id="rId173" Type="http://schemas.openxmlformats.org/officeDocument/2006/relationships/image" Target="../media/image-1-173.png"/><Relationship Id="rId174" Type="http://schemas.openxmlformats.org/officeDocument/2006/relationships/image" Target="../media/image-1-174.png"/><Relationship Id="rId175" Type="http://schemas.openxmlformats.org/officeDocument/2006/relationships/image" Target="../media/image-1-175.png"/><Relationship Id="rId176" Type="http://schemas.openxmlformats.org/officeDocument/2006/relationships/image" Target="../media/image-1-176.png"/><Relationship Id="rId177" Type="http://schemas.openxmlformats.org/officeDocument/2006/relationships/image" Target="../media/image-1-177.png"/><Relationship Id="rId178" Type="http://schemas.openxmlformats.org/officeDocument/2006/relationships/image" Target="../media/image-1-178.png"/><Relationship Id="rId179" Type="http://schemas.openxmlformats.org/officeDocument/2006/relationships/image" Target="../media/image-1-179.png"/><Relationship Id="rId180" Type="http://schemas.openxmlformats.org/officeDocument/2006/relationships/image" Target="../media/image-1-180.png"/><Relationship Id="rId181" Type="http://schemas.openxmlformats.org/officeDocument/2006/relationships/image" Target="../media/image-1-181.png"/><Relationship Id="rId182" Type="http://schemas.openxmlformats.org/officeDocument/2006/relationships/image" Target="../media/image-1-182.png"/><Relationship Id="rId183" Type="http://schemas.openxmlformats.org/officeDocument/2006/relationships/image" Target="../media/image-1-183.png"/><Relationship Id="rId184" Type="http://schemas.openxmlformats.org/officeDocument/2006/relationships/image" Target="../media/image-1-184.png"/><Relationship Id="rId185" Type="http://schemas.openxmlformats.org/officeDocument/2006/relationships/image" Target="../media/image-1-185.png"/><Relationship Id="rId186" Type="http://schemas.openxmlformats.org/officeDocument/2006/relationships/image" Target="../media/image-1-186.png"/><Relationship Id="rId187" Type="http://schemas.openxmlformats.org/officeDocument/2006/relationships/image" Target="../media/image-1-187.png"/><Relationship Id="rId188" Type="http://schemas.openxmlformats.org/officeDocument/2006/relationships/image" Target="../media/image-1-188.png"/><Relationship Id="rId189" Type="http://schemas.openxmlformats.org/officeDocument/2006/relationships/image" Target="../media/image-1-189.png"/><Relationship Id="rId190" Type="http://schemas.openxmlformats.org/officeDocument/2006/relationships/image" Target="../media/image-1-190.png"/><Relationship Id="rId191" Type="http://schemas.openxmlformats.org/officeDocument/2006/relationships/image" Target="../media/image-1-191.png"/><Relationship Id="rId192" Type="http://schemas.openxmlformats.org/officeDocument/2006/relationships/image" Target="../media/image-1-192.png"/><Relationship Id="rId193" Type="http://schemas.openxmlformats.org/officeDocument/2006/relationships/image" Target="../media/image-1-193.png"/><Relationship Id="rId194" Type="http://schemas.openxmlformats.org/officeDocument/2006/relationships/image" Target="../media/image-1-194.png"/><Relationship Id="rId195" Type="http://schemas.openxmlformats.org/officeDocument/2006/relationships/image" Target="../media/image-1-195.png"/><Relationship Id="rId196" Type="http://schemas.openxmlformats.org/officeDocument/2006/relationships/image" Target="../media/image-1-196.png"/><Relationship Id="rId197" Type="http://schemas.openxmlformats.org/officeDocument/2006/relationships/image" Target="../media/image-1-197.png"/><Relationship Id="rId198" Type="http://schemas.openxmlformats.org/officeDocument/2006/relationships/image" Target="../media/image-1-198.png"/><Relationship Id="rId199" Type="http://schemas.openxmlformats.org/officeDocument/2006/relationships/image" Target="../media/image-1-199.png"/><Relationship Id="rId200" Type="http://schemas.openxmlformats.org/officeDocument/2006/relationships/image" Target="../media/image-1-200.png"/><Relationship Id="rId201" Type="http://schemas.openxmlformats.org/officeDocument/2006/relationships/image" Target="../media/image-1-201.png"/><Relationship Id="rId202" Type="http://schemas.openxmlformats.org/officeDocument/2006/relationships/image" Target="../media/image-1-202.png"/><Relationship Id="rId203" Type="http://schemas.openxmlformats.org/officeDocument/2006/relationships/image" Target="../media/image-1-203.png"/><Relationship Id="rId204" Type="http://schemas.openxmlformats.org/officeDocument/2006/relationships/image" Target="../media/image-1-204.png"/><Relationship Id="rId205" Type="http://schemas.openxmlformats.org/officeDocument/2006/relationships/image" Target="../media/image-1-205.png"/><Relationship Id="rId206" Type="http://schemas.openxmlformats.org/officeDocument/2006/relationships/image" Target="../media/image-1-206.png"/><Relationship Id="rId207" Type="http://schemas.openxmlformats.org/officeDocument/2006/relationships/image" Target="../media/image-1-207.png"/><Relationship Id="rId208" Type="http://schemas.openxmlformats.org/officeDocument/2006/relationships/image" Target="../media/image-1-208.png"/><Relationship Id="rId209" Type="http://schemas.openxmlformats.org/officeDocument/2006/relationships/image" Target="../media/image-1-209.png"/><Relationship Id="rId210" Type="http://schemas.openxmlformats.org/officeDocument/2006/relationships/image" Target="../media/image-1-210.png"/><Relationship Id="rId211" Type="http://schemas.openxmlformats.org/officeDocument/2006/relationships/image" Target="../media/image-1-211.png"/><Relationship Id="rId212" Type="http://schemas.openxmlformats.org/officeDocument/2006/relationships/image" Target="../media/image-1-212.png"/><Relationship Id="rId213" Type="http://schemas.openxmlformats.org/officeDocument/2006/relationships/image" Target="../media/image-1-213.png"/><Relationship Id="rId214" Type="http://schemas.openxmlformats.org/officeDocument/2006/relationships/image" Target="../media/image-1-214.png"/><Relationship Id="rId215" Type="http://schemas.openxmlformats.org/officeDocument/2006/relationships/image" Target="../media/image-1-215.png"/><Relationship Id="rId216" Type="http://schemas.openxmlformats.org/officeDocument/2006/relationships/image" Target="../media/image-1-216.png"/><Relationship Id="rId217" Type="http://schemas.openxmlformats.org/officeDocument/2006/relationships/image" Target="../media/image-1-217.png"/><Relationship Id="rId218" Type="http://schemas.openxmlformats.org/officeDocument/2006/relationships/image" Target="../media/image-1-218.png"/><Relationship Id="rId219" Type="http://schemas.openxmlformats.org/officeDocument/2006/relationships/image" Target="../media/image-1-219.png"/><Relationship Id="rId220" Type="http://schemas.openxmlformats.org/officeDocument/2006/relationships/image" Target="../media/image-1-220.png"/><Relationship Id="rId221" Type="http://schemas.openxmlformats.org/officeDocument/2006/relationships/image" Target="../media/image-1-221.png"/><Relationship Id="rId222" Type="http://schemas.openxmlformats.org/officeDocument/2006/relationships/image" Target="../media/image-1-222.png"/><Relationship Id="rId223" Type="http://schemas.openxmlformats.org/officeDocument/2006/relationships/image" Target="../media/image-1-223.png"/><Relationship Id="rId224" Type="http://schemas.openxmlformats.org/officeDocument/2006/relationships/image" Target="../media/image-1-224.png"/><Relationship Id="rId225" Type="http://schemas.openxmlformats.org/officeDocument/2006/relationships/image" Target="../media/image-1-225.png"/><Relationship Id="rId226" Type="http://schemas.openxmlformats.org/officeDocument/2006/relationships/image" Target="../media/image-1-226.png"/><Relationship Id="rId227" Type="http://schemas.openxmlformats.org/officeDocument/2006/relationships/image" Target="../media/image-1-227.png"/><Relationship Id="rId228" Type="http://schemas.openxmlformats.org/officeDocument/2006/relationships/image" Target="../media/image-1-228.png"/><Relationship Id="rId229" Type="http://schemas.openxmlformats.org/officeDocument/2006/relationships/image" Target="../media/image-1-229.png"/><Relationship Id="rId230" Type="http://schemas.openxmlformats.org/officeDocument/2006/relationships/image" Target="../media/image-1-230.png"/><Relationship Id="rId231" Type="http://schemas.openxmlformats.org/officeDocument/2006/relationships/image" Target="../media/image-1-231.png"/><Relationship Id="rId232" Type="http://schemas.openxmlformats.org/officeDocument/2006/relationships/image" Target="../media/image-1-232.png"/><Relationship Id="rId233" Type="http://schemas.openxmlformats.org/officeDocument/2006/relationships/image" Target="../media/image-1-233.png"/><Relationship Id="rId234" Type="http://schemas.openxmlformats.org/officeDocument/2006/relationships/image" Target="../media/image-1-234.png"/><Relationship Id="rId235" Type="http://schemas.openxmlformats.org/officeDocument/2006/relationships/image" Target="../media/image-1-235.png"/><Relationship Id="rId236" Type="http://schemas.openxmlformats.org/officeDocument/2006/relationships/image" Target="../media/image-1-236.png"/><Relationship Id="rId237" Type="http://schemas.openxmlformats.org/officeDocument/2006/relationships/image" Target="../media/image-1-237.png"/><Relationship Id="rId238" Type="http://schemas.openxmlformats.org/officeDocument/2006/relationships/image" Target="../media/image-1-238.png"/><Relationship Id="rId239" Type="http://schemas.openxmlformats.org/officeDocument/2006/relationships/image" Target="../media/image-1-239.png"/><Relationship Id="rId240" Type="http://schemas.openxmlformats.org/officeDocument/2006/relationships/image" Target="../media/image-1-240.png"/><Relationship Id="rId241" Type="http://schemas.openxmlformats.org/officeDocument/2006/relationships/image" Target="../media/image-1-241.png"/><Relationship Id="rId242" Type="http://schemas.openxmlformats.org/officeDocument/2006/relationships/image" Target="../media/image-1-242.png"/><Relationship Id="rId243" Type="http://schemas.openxmlformats.org/officeDocument/2006/relationships/image" Target="../media/image-1-243.png"/><Relationship Id="rId244" Type="http://schemas.openxmlformats.org/officeDocument/2006/relationships/image" Target="../media/image-1-244.png"/><Relationship Id="rId245" Type="http://schemas.openxmlformats.org/officeDocument/2006/relationships/image" Target="../media/image-1-245.png"/><Relationship Id="rId246" Type="http://schemas.openxmlformats.org/officeDocument/2006/relationships/image" Target="../media/image-1-246.png"/><Relationship Id="rId247" Type="http://schemas.openxmlformats.org/officeDocument/2006/relationships/image" Target="../media/image-1-247.png"/><Relationship Id="rId248" Type="http://schemas.openxmlformats.org/officeDocument/2006/relationships/image" Target="../media/image-1-248.png"/><Relationship Id="rId249" Type="http://schemas.openxmlformats.org/officeDocument/2006/relationships/image" Target="../media/image-1-249.png"/><Relationship Id="rId250" Type="http://schemas.openxmlformats.org/officeDocument/2006/relationships/image" Target="../media/image-1-250.png"/><Relationship Id="rId251" Type="http://schemas.openxmlformats.org/officeDocument/2006/relationships/image" Target="../media/image-1-251.png"/><Relationship Id="rId252" Type="http://schemas.openxmlformats.org/officeDocument/2006/relationships/image" Target="../media/image-1-252.png"/><Relationship Id="rId253" Type="http://schemas.openxmlformats.org/officeDocument/2006/relationships/image" Target="../media/image-1-253.png"/><Relationship Id="rId254" Type="http://schemas.openxmlformats.org/officeDocument/2006/relationships/image" Target="../media/image-1-254.png"/><Relationship Id="rId255" Type="http://schemas.openxmlformats.org/officeDocument/2006/relationships/image" Target="../media/image-1-255.png"/><Relationship Id="rId256" Type="http://schemas.openxmlformats.org/officeDocument/2006/relationships/image" Target="../media/image-1-256.png"/><Relationship Id="rId257" Type="http://schemas.openxmlformats.org/officeDocument/2006/relationships/image" Target="../media/image-1-257.png"/><Relationship Id="rId258" Type="http://schemas.openxmlformats.org/officeDocument/2006/relationships/image" Target="../media/image-1-258.png"/><Relationship Id="rId259" Type="http://schemas.openxmlformats.org/officeDocument/2006/relationships/image" Target="../media/image-1-259.png"/><Relationship Id="rId260" Type="http://schemas.openxmlformats.org/officeDocument/2006/relationships/image" Target="../media/image-1-260.png"/><Relationship Id="rId261" Type="http://schemas.openxmlformats.org/officeDocument/2006/relationships/image" Target="../media/image-1-261.png"/><Relationship Id="rId262" Type="http://schemas.openxmlformats.org/officeDocument/2006/relationships/image" Target="../media/image-1-262.png"/><Relationship Id="rId263" Type="http://schemas.openxmlformats.org/officeDocument/2006/relationships/image" Target="../media/image-1-263.png"/><Relationship Id="rId264" Type="http://schemas.openxmlformats.org/officeDocument/2006/relationships/image" Target="../media/image-1-264.png"/><Relationship Id="rId265" Type="http://schemas.openxmlformats.org/officeDocument/2006/relationships/image" Target="../media/image-1-265.png"/><Relationship Id="rId266" Type="http://schemas.openxmlformats.org/officeDocument/2006/relationships/image" Target="../media/image-1-266.png"/><Relationship Id="rId267" Type="http://schemas.openxmlformats.org/officeDocument/2006/relationships/image" Target="../media/image-1-267.png"/><Relationship Id="rId268" Type="http://schemas.openxmlformats.org/officeDocument/2006/relationships/image" Target="../media/image-1-268.png"/><Relationship Id="rId269" Type="http://schemas.openxmlformats.org/officeDocument/2006/relationships/image" Target="../media/image-1-269.png"/><Relationship Id="rId270" Type="http://schemas.openxmlformats.org/officeDocument/2006/relationships/image" Target="../media/image-1-270.png"/><Relationship Id="rId271" Type="http://schemas.openxmlformats.org/officeDocument/2006/relationships/image" Target="../media/image-1-271.png"/><Relationship Id="rId272" Type="http://schemas.openxmlformats.org/officeDocument/2006/relationships/image" Target="../media/image-1-272.png"/><Relationship Id="rId273" Type="http://schemas.openxmlformats.org/officeDocument/2006/relationships/image" Target="../media/image-1-273.png"/><Relationship Id="rId274" Type="http://schemas.openxmlformats.org/officeDocument/2006/relationships/image" Target="../media/image-1-274.png"/><Relationship Id="rId275" Type="http://schemas.openxmlformats.org/officeDocument/2006/relationships/image" Target="../media/image-1-275.png"/><Relationship Id="rId276" Type="http://schemas.openxmlformats.org/officeDocument/2006/relationships/image" Target="../media/image-1-276.png"/><Relationship Id="rId277" Type="http://schemas.openxmlformats.org/officeDocument/2006/relationships/image" Target="../media/image-1-277.png"/><Relationship Id="rId278" Type="http://schemas.openxmlformats.org/officeDocument/2006/relationships/image" Target="../media/image-1-278.png"/><Relationship Id="rId279" Type="http://schemas.openxmlformats.org/officeDocument/2006/relationships/image" Target="../media/image-1-279.png"/><Relationship Id="rId280" Type="http://schemas.openxmlformats.org/officeDocument/2006/relationships/image" Target="../media/image-1-280.png"/><Relationship Id="rId281" Type="http://schemas.openxmlformats.org/officeDocument/2006/relationships/image" Target="../media/image-1-281.png"/><Relationship Id="rId282" Type="http://schemas.openxmlformats.org/officeDocument/2006/relationships/image" Target="../media/image-1-282.png"/><Relationship Id="rId283" Type="http://schemas.openxmlformats.org/officeDocument/2006/relationships/image" Target="../media/image-1-283.png"/><Relationship Id="rId284" Type="http://schemas.openxmlformats.org/officeDocument/2006/relationships/image" Target="../media/image-1-284.png"/><Relationship Id="rId285" Type="http://schemas.openxmlformats.org/officeDocument/2006/relationships/image" Target="../media/image-1-285.png"/><Relationship Id="rId286" Type="http://schemas.openxmlformats.org/officeDocument/2006/relationships/image" Target="../media/image-1-286.png"/><Relationship Id="rId287" Type="http://schemas.openxmlformats.org/officeDocument/2006/relationships/image" Target="../media/image-1-287.png"/><Relationship Id="rId288" Type="http://schemas.openxmlformats.org/officeDocument/2006/relationships/image" Target="../media/image-1-288.png"/><Relationship Id="rId289" Type="http://schemas.openxmlformats.org/officeDocument/2006/relationships/image" Target="../media/image-1-289.png"/><Relationship Id="rId290" Type="http://schemas.openxmlformats.org/officeDocument/2006/relationships/image" Target="../media/image-1-290.png"/><Relationship Id="rId291" Type="http://schemas.openxmlformats.org/officeDocument/2006/relationships/image" Target="../media/image-1-291.png"/><Relationship Id="rId292" Type="http://schemas.openxmlformats.org/officeDocument/2006/relationships/image" Target="../media/image-1-292.png"/><Relationship Id="rId293" Type="http://schemas.openxmlformats.org/officeDocument/2006/relationships/image" Target="../media/image-1-293.png"/><Relationship Id="rId294" Type="http://schemas.openxmlformats.org/officeDocument/2006/relationships/image" Target="../media/image-1-294.png"/><Relationship Id="rId295" Type="http://schemas.openxmlformats.org/officeDocument/2006/relationships/image" Target="../media/image-1-295.png"/><Relationship Id="rId296" Type="http://schemas.openxmlformats.org/officeDocument/2006/relationships/image" Target="../media/image-1-296.png"/><Relationship Id="rId297" Type="http://schemas.openxmlformats.org/officeDocument/2006/relationships/image" Target="../media/image-1-297.png"/><Relationship Id="rId298" Type="http://schemas.openxmlformats.org/officeDocument/2006/relationships/image" Target="../media/image-1-298.png"/><Relationship Id="rId299" Type="http://schemas.openxmlformats.org/officeDocument/2006/relationships/image" Target="../media/image-1-299.png"/><Relationship Id="rId300" Type="http://schemas.openxmlformats.org/officeDocument/2006/relationships/image" Target="../media/image-1-300.png"/><Relationship Id="rId301" Type="http://schemas.openxmlformats.org/officeDocument/2006/relationships/image" Target="../media/image-1-301.png"/><Relationship Id="rId302" Type="http://schemas.openxmlformats.org/officeDocument/2006/relationships/image" Target="../media/image-1-302.png"/><Relationship Id="rId303" Type="http://schemas.openxmlformats.org/officeDocument/2006/relationships/image" Target="../media/image-1-303.png"/><Relationship Id="rId304" Type="http://schemas.openxmlformats.org/officeDocument/2006/relationships/image" Target="../media/image-1-304.png"/><Relationship Id="rId305" Type="http://schemas.openxmlformats.org/officeDocument/2006/relationships/image" Target="../media/image-1-305.png"/><Relationship Id="rId306" Type="http://schemas.openxmlformats.org/officeDocument/2006/relationships/image" Target="../media/image-1-306.png"/><Relationship Id="rId307" Type="http://schemas.openxmlformats.org/officeDocument/2006/relationships/image" Target="../media/image-1-307.png"/><Relationship Id="rId308" Type="http://schemas.openxmlformats.org/officeDocument/2006/relationships/image" Target="../media/image-1-308.png"/><Relationship Id="rId309" Type="http://schemas.openxmlformats.org/officeDocument/2006/relationships/image" Target="../media/image-1-309.png"/><Relationship Id="rId310" Type="http://schemas.openxmlformats.org/officeDocument/2006/relationships/image" Target="../media/image-1-310.png"/><Relationship Id="rId311" Type="http://schemas.openxmlformats.org/officeDocument/2006/relationships/image" Target="../media/image-1-311.png"/><Relationship Id="rId312" Type="http://schemas.openxmlformats.org/officeDocument/2006/relationships/image" Target="../media/image-1-312.png"/><Relationship Id="rId313" Type="http://schemas.openxmlformats.org/officeDocument/2006/relationships/image" Target="../media/image-1-313.png"/><Relationship Id="rId314" Type="http://schemas.openxmlformats.org/officeDocument/2006/relationships/image" Target="../media/image-1-314.png"/><Relationship Id="rId315" Type="http://schemas.openxmlformats.org/officeDocument/2006/relationships/image" Target="../media/image-1-315.png"/><Relationship Id="rId316" Type="http://schemas.openxmlformats.org/officeDocument/2006/relationships/image" Target="../media/image-1-316.png"/><Relationship Id="rId317" Type="http://schemas.openxmlformats.org/officeDocument/2006/relationships/image" Target="../media/image-1-317.png"/><Relationship Id="rId318" Type="http://schemas.openxmlformats.org/officeDocument/2006/relationships/image" Target="../media/image-1-318.png"/><Relationship Id="rId319" Type="http://schemas.openxmlformats.org/officeDocument/2006/relationships/image" Target="../media/image-1-319.png"/><Relationship Id="rId320" Type="http://schemas.openxmlformats.org/officeDocument/2006/relationships/image" Target="../media/image-1-320.png"/><Relationship Id="rId321" Type="http://schemas.openxmlformats.org/officeDocument/2006/relationships/image" Target="../media/image-1-321.png"/><Relationship Id="rId322" Type="http://schemas.openxmlformats.org/officeDocument/2006/relationships/image" Target="../media/image-1-322.png"/><Relationship Id="rId323" Type="http://schemas.openxmlformats.org/officeDocument/2006/relationships/image" Target="../media/image-1-323.png"/><Relationship Id="rId324" Type="http://schemas.openxmlformats.org/officeDocument/2006/relationships/image" Target="../media/image-1-324.png"/><Relationship Id="rId325" Type="http://schemas.openxmlformats.org/officeDocument/2006/relationships/image" Target="../media/image-1-325.png"/><Relationship Id="rId326" Type="http://schemas.openxmlformats.org/officeDocument/2006/relationships/image" Target="../media/image-1-326.png"/><Relationship Id="rId327" Type="http://schemas.openxmlformats.org/officeDocument/2006/relationships/image" Target="../media/image-1-327.png"/><Relationship Id="rId328" Type="http://schemas.openxmlformats.org/officeDocument/2006/relationships/image" Target="../media/image-1-328.png"/><Relationship Id="rId329" Type="http://schemas.openxmlformats.org/officeDocument/2006/relationships/image" Target="../media/image-1-329.png"/><Relationship Id="rId330" Type="http://schemas.openxmlformats.org/officeDocument/2006/relationships/image" Target="../media/image-1-330.png"/><Relationship Id="rId331" Type="http://schemas.openxmlformats.org/officeDocument/2006/relationships/image" Target="../media/image-1-331.png"/><Relationship Id="rId332" Type="http://schemas.openxmlformats.org/officeDocument/2006/relationships/image" Target="../media/image-1-332.png"/><Relationship Id="rId333" Type="http://schemas.openxmlformats.org/officeDocument/2006/relationships/image" Target="../media/image-1-333.png"/><Relationship Id="rId334" Type="http://schemas.openxmlformats.org/officeDocument/2006/relationships/image" Target="../media/image-1-334.png"/><Relationship Id="rId335" Type="http://schemas.openxmlformats.org/officeDocument/2006/relationships/image" Target="../media/image-1-335.png"/><Relationship Id="rId336" Type="http://schemas.openxmlformats.org/officeDocument/2006/relationships/image" Target="../media/image-1-336.png"/><Relationship Id="rId337" Type="http://schemas.openxmlformats.org/officeDocument/2006/relationships/image" Target="../media/image-1-337.png"/><Relationship Id="rId338" Type="http://schemas.openxmlformats.org/officeDocument/2006/relationships/image" Target="../media/image-1-338.png"/><Relationship Id="rId339" Type="http://schemas.openxmlformats.org/officeDocument/2006/relationships/image" Target="../media/image-1-339.png"/><Relationship Id="rId340" Type="http://schemas.openxmlformats.org/officeDocument/2006/relationships/image" Target="../media/image-1-340.png"/><Relationship Id="rId341" Type="http://schemas.openxmlformats.org/officeDocument/2006/relationships/image" Target="../media/image-1-341.png"/><Relationship Id="rId342" Type="http://schemas.openxmlformats.org/officeDocument/2006/relationships/image" Target="../media/image-1-342.png"/><Relationship Id="rId343" Type="http://schemas.openxmlformats.org/officeDocument/2006/relationships/image" Target="../media/image-1-343.png"/><Relationship Id="rId344" Type="http://schemas.openxmlformats.org/officeDocument/2006/relationships/image" Target="../media/image-1-344.png"/><Relationship Id="rId345" Type="http://schemas.openxmlformats.org/officeDocument/2006/relationships/image" Target="../media/image-1-345.png"/><Relationship Id="rId346" Type="http://schemas.openxmlformats.org/officeDocument/2006/relationships/image" Target="../media/image-1-346.png"/><Relationship Id="rId347" Type="http://schemas.openxmlformats.org/officeDocument/2006/relationships/image" Target="../media/image-1-347.png"/><Relationship Id="rId348" Type="http://schemas.openxmlformats.org/officeDocument/2006/relationships/image" Target="../media/image-1-348.png"/><Relationship Id="rId349" Type="http://schemas.openxmlformats.org/officeDocument/2006/relationships/image" Target="../media/image-1-349.png"/><Relationship Id="rId350" Type="http://schemas.openxmlformats.org/officeDocument/2006/relationships/image" Target="../media/image-1-350.png"/><Relationship Id="rId351" Type="http://schemas.openxmlformats.org/officeDocument/2006/relationships/image" Target="../media/image-1-351.png"/><Relationship Id="rId352" Type="http://schemas.openxmlformats.org/officeDocument/2006/relationships/image" Target="../media/image-1-352.png"/><Relationship Id="rId353" Type="http://schemas.openxmlformats.org/officeDocument/2006/relationships/image" Target="../media/image-1-353.png"/><Relationship Id="rId354" Type="http://schemas.openxmlformats.org/officeDocument/2006/relationships/image" Target="../media/image-1-354.png"/><Relationship Id="rId355" Type="http://schemas.openxmlformats.org/officeDocument/2006/relationships/image" Target="../media/image-1-355.png"/><Relationship Id="rId356" Type="http://schemas.openxmlformats.org/officeDocument/2006/relationships/image" Target="../media/image-1-356.png"/><Relationship Id="rId357" Type="http://schemas.openxmlformats.org/officeDocument/2006/relationships/image" Target="../media/image-1-357.png"/><Relationship Id="rId358" Type="http://schemas.openxmlformats.org/officeDocument/2006/relationships/image" Target="../media/image-1-358.png"/><Relationship Id="rId359" Type="http://schemas.openxmlformats.org/officeDocument/2006/relationships/image" Target="../media/image-1-359.png"/><Relationship Id="rId360" Type="http://schemas.openxmlformats.org/officeDocument/2006/relationships/image" Target="../media/image-1-360.png"/><Relationship Id="rId361" Type="http://schemas.openxmlformats.org/officeDocument/2006/relationships/image" Target="../media/image-1-361.png"/><Relationship Id="rId362" Type="http://schemas.openxmlformats.org/officeDocument/2006/relationships/image" Target="../media/image-1-362.png"/><Relationship Id="rId363" Type="http://schemas.openxmlformats.org/officeDocument/2006/relationships/image" Target="../media/image-1-363.png"/><Relationship Id="rId364" Type="http://schemas.openxmlformats.org/officeDocument/2006/relationships/image" Target="../media/image-1-364.png"/><Relationship Id="rId365" Type="http://schemas.openxmlformats.org/officeDocument/2006/relationships/image" Target="../media/image-1-365.png"/><Relationship Id="rId366" Type="http://schemas.openxmlformats.org/officeDocument/2006/relationships/image" Target="../media/image-1-366.png"/><Relationship Id="rId367" Type="http://schemas.openxmlformats.org/officeDocument/2006/relationships/image" Target="../media/image-1-367.png"/><Relationship Id="rId368" Type="http://schemas.openxmlformats.org/officeDocument/2006/relationships/image" Target="../media/image-1-368.png"/><Relationship Id="rId369" Type="http://schemas.openxmlformats.org/officeDocument/2006/relationships/image" Target="../media/image-1-369.png"/><Relationship Id="rId370" Type="http://schemas.openxmlformats.org/officeDocument/2006/relationships/image" Target="../media/image-1-370.png"/><Relationship Id="rId371" Type="http://schemas.openxmlformats.org/officeDocument/2006/relationships/image" Target="../media/image-1-371.png"/><Relationship Id="rId372" Type="http://schemas.openxmlformats.org/officeDocument/2006/relationships/image" Target="../media/image-1-372.png"/><Relationship Id="rId373" Type="http://schemas.openxmlformats.org/officeDocument/2006/relationships/image" Target="../media/image-1-373.png"/><Relationship Id="rId374" Type="http://schemas.openxmlformats.org/officeDocument/2006/relationships/image" Target="../media/image-1-374.png"/><Relationship Id="rId375" Type="http://schemas.openxmlformats.org/officeDocument/2006/relationships/image" Target="../media/image-1-375.png"/><Relationship Id="rId376" Type="http://schemas.openxmlformats.org/officeDocument/2006/relationships/image" Target="../media/image-1-376.png"/><Relationship Id="rId377" Type="http://schemas.openxmlformats.org/officeDocument/2006/relationships/image" Target="../media/image-1-377.png"/><Relationship Id="rId378" Type="http://schemas.openxmlformats.org/officeDocument/2006/relationships/image" Target="../media/image-1-378.png"/><Relationship Id="rId379" Type="http://schemas.openxmlformats.org/officeDocument/2006/relationships/image" Target="../media/image-1-379.png"/><Relationship Id="rId380" Type="http://schemas.openxmlformats.org/officeDocument/2006/relationships/image" Target="../media/image-1-380.png"/><Relationship Id="rId381" Type="http://schemas.openxmlformats.org/officeDocument/2006/relationships/image" Target="../media/image-1-381.png"/><Relationship Id="rId382" Type="http://schemas.openxmlformats.org/officeDocument/2006/relationships/image" Target="../media/image-1-382.png"/><Relationship Id="rId383" Type="http://schemas.openxmlformats.org/officeDocument/2006/relationships/image" Target="../media/image-1-383.png"/><Relationship Id="rId384" Type="http://schemas.openxmlformats.org/officeDocument/2006/relationships/image" Target="../media/image-1-384.png"/><Relationship Id="rId385" Type="http://schemas.openxmlformats.org/officeDocument/2006/relationships/image" Target="../media/image-1-385.png"/><Relationship Id="rId386" Type="http://schemas.openxmlformats.org/officeDocument/2006/relationships/image" Target="../media/image-1-386.png"/><Relationship Id="rId387" Type="http://schemas.openxmlformats.org/officeDocument/2006/relationships/image" Target="../media/image-1-387.png"/><Relationship Id="rId388" Type="http://schemas.openxmlformats.org/officeDocument/2006/relationships/image" Target="../media/image-1-388.png"/><Relationship Id="rId389" Type="http://schemas.openxmlformats.org/officeDocument/2006/relationships/image" Target="../media/image-1-389.png"/><Relationship Id="rId390" Type="http://schemas.openxmlformats.org/officeDocument/2006/relationships/image" Target="../media/image-1-390.png"/><Relationship Id="rId391" Type="http://schemas.openxmlformats.org/officeDocument/2006/relationships/image" Target="../media/image-1-391.png"/><Relationship Id="rId392" Type="http://schemas.openxmlformats.org/officeDocument/2006/relationships/image" Target="../media/image-1-392.png"/><Relationship Id="rId393" Type="http://schemas.openxmlformats.org/officeDocument/2006/relationships/image" Target="../media/image-1-393.png"/><Relationship Id="rId394" Type="http://schemas.openxmlformats.org/officeDocument/2006/relationships/image" Target="../media/image-1-394.png"/><Relationship Id="rId395" Type="http://schemas.openxmlformats.org/officeDocument/2006/relationships/image" Target="../media/image-1-395.png"/><Relationship Id="rId396" Type="http://schemas.openxmlformats.org/officeDocument/2006/relationships/image" Target="../media/image-1-396.png"/><Relationship Id="rId397" Type="http://schemas.openxmlformats.org/officeDocument/2006/relationships/image" Target="../media/image-1-397.png"/><Relationship Id="rId398" Type="http://schemas.openxmlformats.org/officeDocument/2006/relationships/image" Target="../media/image-1-398.png"/><Relationship Id="rId399" Type="http://schemas.openxmlformats.org/officeDocument/2006/relationships/image" Target="../media/image-1-399.png"/><Relationship Id="rId400" Type="http://schemas.openxmlformats.org/officeDocument/2006/relationships/image" Target="../media/image-1-400.png"/><Relationship Id="rId401" Type="http://schemas.openxmlformats.org/officeDocument/2006/relationships/image" Target="../media/image-1-401.png"/><Relationship Id="rId402" Type="http://schemas.openxmlformats.org/officeDocument/2006/relationships/image" Target="../media/image-1-402.png"/><Relationship Id="rId403" Type="http://schemas.openxmlformats.org/officeDocument/2006/relationships/image" Target="../media/image-1-403.png"/><Relationship Id="rId404" Type="http://schemas.openxmlformats.org/officeDocument/2006/relationships/image" Target="../media/image-1-404.png"/><Relationship Id="rId405" Type="http://schemas.openxmlformats.org/officeDocument/2006/relationships/image" Target="../media/image-1-405.png"/><Relationship Id="rId406" Type="http://schemas.openxmlformats.org/officeDocument/2006/relationships/image" Target="../media/image-1-406.png"/><Relationship Id="rId407" Type="http://schemas.openxmlformats.org/officeDocument/2006/relationships/image" Target="../media/image-1-407.png"/><Relationship Id="rId408" Type="http://schemas.openxmlformats.org/officeDocument/2006/relationships/image" Target="../media/image-1-408.png"/><Relationship Id="rId409" Type="http://schemas.openxmlformats.org/officeDocument/2006/relationships/image" Target="../media/image-1-409.png"/><Relationship Id="rId410" Type="http://schemas.openxmlformats.org/officeDocument/2006/relationships/image" Target="../media/image-1-410.png"/><Relationship Id="rId411" Type="http://schemas.openxmlformats.org/officeDocument/2006/relationships/image" Target="../media/image-1-411.png"/><Relationship Id="rId412" Type="http://schemas.openxmlformats.org/officeDocument/2006/relationships/image" Target="../media/image-1-412.png"/><Relationship Id="rId413" Type="http://schemas.openxmlformats.org/officeDocument/2006/relationships/image" Target="../media/image-1-413.png"/><Relationship Id="rId414" Type="http://schemas.openxmlformats.org/officeDocument/2006/relationships/image" Target="../media/image-1-414.png"/><Relationship Id="rId415" Type="http://schemas.openxmlformats.org/officeDocument/2006/relationships/image" Target="../media/image-1-415.png"/><Relationship Id="rId416" Type="http://schemas.openxmlformats.org/officeDocument/2006/relationships/image" Target="../media/image-1-416.png"/><Relationship Id="rId417" Type="http://schemas.openxmlformats.org/officeDocument/2006/relationships/image" Target="../media/image-1-417.png"/><Relationship Id="rId418" Type="http://schemas.openxmlformats.org/officeDocument/2006/relationships/image" Target="../media/image-1-418.png"/><Relationship Id="rId419" Type="http://schemas.openxmlformats.org/officeDocument/2006/relationships/image" Target="../media/image-1-419.png"/><Relationship Id="rId420" Type="http://schemas.openxmlformats.org/officeDocument/2006/relationships/image" Target="../media/image-1-420.png"/><Relationship Id="rId421" Type="http://schemas.openxmlformats.org/officeDocument/2006/relationships/image" Target="../media/image-1-421.png"/><Relationship Id="rId422" Type="http://schemas.openxmlformats.org/officeDocument/2006/relationships/image" Target="../media/image-1-422.png"/><Relationship Id="rId423" Type="http://schemas.openxmlformats.org/officeDocument/2006/relationships/image" Target="../media/image-1-423.png"/><Relationship Id="rId424" Type="http://schemas.openxmlformats.org/officeDocument/2006/relationships/image" Target="../media/image-1-424.png"/><Relationship Id="rId425" Type="http://schemas.openxmlformats.org/officeDocument/2006/relationships/image" Target="../media/image-1-425.png"/><Relationship Id="rId426" Type="http://schemas.openxmlformats.org/officeDocument/2006/relationships/image" Target="../media/image-1-426.png"/><Relationship Id="rId427" Type="http://schemas.openxmlformats.org/officeDocument/2006/relationships/image" Target="../media/image-1-427.png"/><Relationship Id="rId428" Type="http://schemas.openxmlformats.org/officeDocument/2006/relationships/image" Target="../media/image-1-428.png"/><Relationship Id="rId429" Type="http://schemas.openxmlformats.org/officeDocument/2006/relationships/image" Target="../media/image-1-429.png"/><Relationship Id="rId430" Type="http://schemas.openxmlformats.org/officeDocument/2006/relationships/image" Target="../media/image-1-430.png"/><Relationship Id="rId431" Type="http://schemas.openxmlformats.org/officeDocument/2006/relationships/image" Target="../media/image-1-431.png"/><Relationship Id="rId432" Type="http://schemas.openxmlformats.org/officeDocument/2006/relationships/image" Target="../media/image-1-432.png"/><Relationship Id="rId433" Type="http://schemas.openxmlformats.org/officeDocument/2006/relationships/image" Target="../media/image-1-433.png"/><Relationship Id="rId434" Type="http://schemas.openxmlformats.org/officeDocument/2006/relationships/image" Target="../media/image-1-434.png"/><Relationship Id="rId435" Type="http://schemas.openxmlformats.org/officeDocument/2006/relationships/image" Target="../media/image-1-435.png"/><Relationship Id="rId436" Type="http://schemas.openxmlformats.org/officeDocument/2006/relationships/image" Target="../media/image-1-436.png"/><Relationship Id="rId437" Type="http://schemas.openxmlformats.org/officeDocument/2006/relationships/image" Target="../media/image-1-437.png"/><Relationship Id="rId438" Type="http://schemas.openxmlformats.org/officeDocument/2006/relationships/image" Target="../media/image-1-438.png"/><Relationship Id="rId439" Type="http://schemas.openxmlformats.org/officeDocument/2006/relationships/image" Target="../media/image-1-439.png"/><Relationship Id="rId440" Type="http://schemas.openxmlformats.org/officeDocument/2006/relationships/image" Target="../media/image-1-440.png"/><Relationship Id="rId441" Type="http://schemas.openxmlformats.org/officeDocument/2006/relationships/image" Target="../media/image-1-441.png"/><Relationship Id="rId442" Type="http://schemas.openxmlformats.org/officeDocument/2006/relationships/image" Target="../media/image-1-442.png"/><Relationship Id="rId443" Type="http://schemas.openxmlformats.org/officeDocument/2006/relationships/image" Target="../media/image-1-443.png"/><Relationship Id="rId444" Type="http://schemas.openxmlformats.org/officeDocument/2006/relationships/image" Target="../media/image-1-444.png"/><Relationship Id="rId445" Type="http://schemas.openxmlformats.org/officeDocument/2006/relationships/image" Target="../media/image-1-445.png"/><Relationship Id="rId446" Type="http://schemas.openxmlformats.org/officeDocument/2006/relationships/image" Target="../media/image-1-446.png"/><Relationship Id="rId447" Type="http://schemas.openxmlformats.org/officeDocument/2006/relationships/image" Target="../media/image-1-447.png"/><Relationship Id="rId448" Type="http://schemas.openxmlformats.org/officeDocument/2006/relationships/image" Target="../media/image-1-448.png"/><Relationship Id="rId449" Type="http://schemas.openxmlformats.org/officeDocument/2006/relationships/image" Target="../media/image-1-449.png"/><Relationship Id="rId450" Type="http://schemas.openxmlformats.org/officeDocument/2006/relationships/image" Target="../media/image-1-450.png"/><Relationship Id="rId451" Type="http://schemas.openxmlformats.org/officeDocument/2006/relationships/image" Target="../media/image-1-451.png"/><Relationship Id="rId452" Type="http://schemas.openxmlformats.org/officeDocument/2006/relationships/image" Target="../media/image-1-452.png"/><Relationship Id="rId453" Type="http://schemas.openxmlformats.org/officeDocument/2006/relationships/image" Target="../media/image-1-453.png"/><Relationship Id="rId454" Type="http://schemas.openxmlformats.org/officeDocument/2006/relationships/image" Target="../media/image-1-454.png"/><Relationship Id="rId455" Type="http://schemas.openxmlformats.org/officeDocument/2006/relationships/image" Target="../media/image-1-455.png"/><Relationship Id="rId456" Type="http://schemas.openxmlformats.org/officeDocument/2006/relationships/image" Target="../media/image-1-456.png"/><Relationship Id="rId457" Type="http://schemas.openxmlformats.org/officeDocument/2006/relationships/image" Target="../media/image-1-457.png"/><Relationship Id="rId458" Type="http://schemas.openxmlformats.org/officeDocument/2006/relationships/image" Target="../media/image-1-458.png"/><Relationship Id="rId459" Type="http://schemas.openxmlformats.org/officeDocument/2006/relationships/image" Target="../media/image-1-459.png"/><Relationship Id="rId460" Type="http://schemas.openxmlformats.org/officeDocument/2006/relationships/image" Target="../media/image-1-460.png"/><Relationship Id="rId461" Type="http://schemas.openxmlformats.org/officeDocument/2006/relationships/image" Target="../media/image-1-461.png"/><Relationship Id="rId462" Type="http://schemas.openxmlformats.org/officeDocument/2006/relationships/image" Target="../media/image-1-462.png"/><Relationship Id="rId463" Type="http://schemas.openxmlformats.org/officeDocument/2006/relationships/image" Target="../media/image-1-463.png"/><Relationship Id="rId464" Type="http://schemas.openxmlformats.org/officeDocument/2006/relationships/image" Target="../media/image-1-464.png"/><Relationship Id="rId465" Type="http://schemas.openxmlformats.org/officeDocument/2006/relationships/image" Target="../media/image-1-465.png"/><Relationship Id="rId466" Type="http://schemas.openxmlformats.org/officeDocument/2006/relationships/image" Target="../media/image-1-466.png"/><Relationship Id="rId467" Type="http://schemas.openxmlformats.org/officeDocument/2006/relationships/image" Target="../media/image-1-467.png"/><Relationship Id="rId468" Type="http://schemas.openxmlformats.org/officeDocument/2006/relationships/image" Target="../media/image-1-468.png"/><Relationship Id="rId469" Type="http://schemas.openxmlformats.org/officeDocument/2006/relationships/image" Target="../media/image-1-469.png"/><Relationship Id="rId470" Type="http://schemas.openxmlformats.org/officeDocument/2006/relationships/image" Target="../media/image-1-470.png"/><Relationship Id="rId471" Type="http://schemas.openxmlformats.org/officeDocument/2006/relationships/image" Target="../media/image-1-471.png"/><Relationship Id="rId472" Type="http://schemas.openxmlformats.org/officeDocument/2006/relationships/image" Target="../media/image-1-472.png"/><Relationship Id="rId473" Type="http://schemas.openxmlformats.org/officeDocument/2006/relationships/image" Target="../media/image-1-473.png"/><Relationship Id="rId474" Type="http://schemas.openxmlformats.org/officeDocument/2006/relationships/image" Target="../media/image-1-474.png"/><Relationship Id="rId475" Type="http://schemas.openxmlformats.org/officeDocument/2006/relationships/image" Target="../media/image-1-475.png"/><Relationship Id="rId476" Type="http://schemas.openxmlformats.org/officeDocument/2006/relationships/image" Target="../media/image-1-476.png"/><Relationship Id="rId477" Type="http://schemas.openxmlformats.org/officeDocument/2006/relationships/image" Target="../media/image-1-477.png"/><Relationship Id="rId478" Type="http://schemas.openxmlformats.org/officeDocument/2006/relationships/image" Target="../media/image-1-478.png"/><Relationship Id="rId479" Type="http://schemas.openxmlformats.org/officeDocument/2006/relationships/image" Target="../media/image-1-479.png"/><Relationship Id="rId480" Type="http://schemas.openxmlformats.org/officeDocument/2006/relationships/image" Target="../media/image-1-480.png"/><Relationship Id="rId481" Type="http://schemas.openxmlformats.org/officeDocument/2006/relationships/image" Target="../media/image-1-481.png"/><Relationship Id="rId482" Type="http://schemas.openxmlformats.org/officeDocument/2006/relationships/image" Target="../media/image-1-482.png"/><Relationship Id="rId483" Type="http://schemas.openxmlformats.org/officeDocument/2006/relationships/image" Target="../media/image-1-483.png"/><Relationship Id="rId484" Type="http://schemas.openxmlformats.org/officeDocument/2006/relationships/image" Target="../media/image-1-484.png"/><Relationship Id="rId485" Type="http://schemas.openxmlformats.org/officeDocument/2006/relationships/image" Target="../media/image-1-485.png"/><Relationship Id="rId486" Type="http://schemas.openxmlformats.org/officeDocument/2006/relationships/image" Target="../media/image-1-486.png"/><Relationship Id="rId487" Type="http://schemas.openxmlformats.org/officeDocument/2006/relationships/image" Target="../media/image-1-487.png"/><Relationship Id="rId488" Type="http://schemas.openxmlformats.org/officeDocument/2006/relationships/image" Target="../media/image-1-488.png"/><Relationship Id="rId489" Type="http://schemas.openxmlformats.org/officeDocument/2006/relationships/image" Target="../media/image-1-489.png"/><Relationship Id="rId490" Type="http://schemas.openxmlformats.org/officeDocument/2006/relationships/image" Target="../media/image-1-490.png"/><Relationship Id="rId491" Type="http://schemas.openxmlformats.org/officeDocument/2006/relationships/image" Target="../media/image-1-491.png"/><Relationship Id="rId492" Type="http://schemas.openxmlformats.org/officeDocument/2006/relationships/image" Target="../media/image-1-492.png"/><Relationship Id="rId493" Type="http://schemas.openxmlformats.org/officeDocument/2006/relationships/image" Target="../media/image-1-493.png"/><Relationship Id="rId494" Type="http://schemas.openxmlformats.org/officeDocument/2006/relationships/image" Target="../media/image-1-494.png"/><Relationship Id="rId495" Type="http://schemas.openxmlformats.org/officeDocument/2006/relationships/image" Target="../media/image-1-495.png"/><Relationship Id="rId496" Type="http://schemas.openxmlformats.org/officeDocument/2006/relationships/image" Target="../media/image-1-496.png"/><Relationship Id="rId497" Type="http://schemas.openxmlformats.org/officeDocument/2006/relationships/image" Target="../media/image-1-497.png"/><Relationship Id="rId498" Type="http://schemas.openxmlformats.org/officeDocument/2006/relationships/image" Target="../media/image-1-498.png"/><Relationship Id="rId499" Type="http://schemas.openxmlformats.org/officeDocument/2006/relationships/image" Target="../media/image-1-499.png"/><Relationship Id="rId500" Type="http://schemas.openxmlformats.org/officeDocument/2006/relationships/image" Target="../media/image-1-500.png"/><Relationship Id="rId501" Type="http://schemas.openxmlformats.org/officeDocument/2006/relationships/image" Target="../media/image-1-501.png"/><Relationship Id="rId502" Type="http://schemas.openxmlformats.org/officeDocument/2006/relationships/image" Target="../media/image-1-502.png"/><Relationship Id="rId503" Type="http://schemas.openxmlformats.org/officeDocument/2006/relationships/image" Target="../media/image-1-503.png"/><Relationship Id="rId504" Type="http://schemas.openxmlformats.org/officeDocument/2006/relationships/image" Target="../media/image-1-504.png"/><Relationship Id="rId505" Type="http://schemas.openxmlformats.org/officeDocument/2006/relationships/image" Target="../media/image-1-505.png"/><Relationship Id="rId506" Type="http://schemas.openxmlformats.org/officeDocument/2006/relationships/image" Target="../media/image-1-506.png"/><Relationship Id="rId507" Type="http://schemas.openxmlformats.org/officeDocument/2006/relationships/image" Target="../media/image-1-507.png"/><Relationship Id="rId508" Type="http://schemas.openxmlformats.org/officeDocument/2006/relationships/image" Target="../media/image-1-508.png"/><Relationship Id="rId509" Type="http://schemas.openxmlformats.org/officeDocument/2006/relationships/image" Target="../media/image-1-509.png"/><Relationship Id="rId510" Type="http://schemas.openxmlformats.org/officeDocument/2006/relationships/image" Target="../media/image-1-510.png"/><Relationship Id="rId511" Type="http://schemas.openxmlformats.org/officeDocument/2006/relationships/image" Target="../media/image-1-511.png"/><Relationship Id="rId512" Type="http://schemas.openxmlformats.org/officeDocument/2006/relationships/image" Target="../media/image-1-512.png"/><Relationship Id="rId513" Type="http://schemas.openxmlformats.org/officeDocument/2006/relationships/image" Target="../media/image-1-513.png"/><Relationship Id="rId514" Type="http://schemas.openxmlformats.org/officeDocument/2006/relationships/image" Target="../media/image-1-514.png"/><Relationship Id="rId515" Type="http://schemas.openxmlformats.org/officeDocument/2006/relationships/image" Target="../media/image-1-515.png"/><Relationship Id="rId516" Type="http://schemas.openxmlformats.org/officeDocument/2006/relationships/image" Target="../media/image-1-516.png"/><Relationship Id="rId517" Type="http://schemas.openxmlformats.org/officeDocument/2006/relationships/image" Target="../media/image-1-517.png"/><Relationship Id="rId518" Type="http://schemas.openxmlformats.org/officeDocument/2006/relationships/image" Target="../media/image-1-518.png"/><Relationship Id="rId519" Type="http://schemas.openxmlformats.org/officeDocument/2006/relationships/image" Target="../media/image-1-519.png"/><Relationship Id="rId520" Type="http://schemas.openxmlformats.org/officeDocument/2006/relationships/image" Target="../media/image-1-520.png"/><Relationship Id="rId521" Type="http://schemas.openxmlformats.org/officeDocument/2006/relationships/image" Target="../media/image-1-521.png"/><Relationship Id="rId522" Type="http://schemas.openxmlformats.org/officeDocument/2006/relationships/image" Target="../media/image-1-522.png"/><Relationship Id="rId523" Type="http://schemas.openxmlformats.org/officeDocument/2006/relationships/image" Target="../media/image-1-523.png"/><Relationship Id="rId524" Type="http://schemas.openxmlformats.org/officeDocument/2006/relationships/image" Target="../media/image-1-524.png"/><Relationship Id="rId525" Type="http://schemas.openxmlformats.org/officeDocument/2006/relationships/image" Target="../media/image-1-525.png"/><Relationship Id="rId526" Type="http://schemas.openxmlformats.org/officeDocument/2006/relationships/image" Target="../media/image-1-526.png"/><Relationship Id="rId527" Type="http://schemas.openxmlformats.org/officeDocument/2006/relationships/image" Target="../media/image-1-527.png"/><Relationship Id="rId528" Type="http://schemas.openxmlformats.org/officeDocument/2006/relationships/image" Target="../media/image-1-528.png"/><Relationship Id="rId529" Type="http://schemas.openxmlformats.org/officeDocument/2006/relationships/image" Target="../media/image-1-529.png"/><Relationship Id="rId530" Type="http://schemas.openxmlformats.org/officeDocument/2006/relationships/image" Target="../media/image-1-530.png"/><Relationship Id="rId531" Type="http://schemas.openxmlformats.org/officeDocument/2006/relationships/image" Target="../media/image-1-531.png"/><Relationship Id="rId532" Type="http://schemas.openxmlformats.org/officeDocument/2006/relationships/image" Target="../media/image-1-532.png"/><Relationship Id="rId533" Type="http://schemas.openxmlformats.org/officeDocument/2006/relationships/image" Target="../media/image-1-533.png"/><Relationship Id="rId534" Type="http://schemas.openxmlformats.org/officeDocument/2006/relationships/image" Target="../media/image-1-534.png"/><Relationship Id="rId535" Type="http://schemas.openxmlformats.org/officeDocument/2006/relationships/image" Target="../media/image-1-535.png"/><Relationship Id="rId536" Type="http://schemas.openxmlformats.org/officeDocument/2006/relationships/image" Target="../media/image-1-536.png"/><Relationship Id="rId537" Type="http://schemas.openxmlformats.org/officeDocument/2006/relationships/image" Target="../media/image-1-537.png"/><Relationship Id="rId538" Type="http://schemas.openxmlformats.org/officeDocument/2006/relationships/image" Target="../media/image-1-538.png"/><Relationship Id="rId539" Type="http://schemas.openxmlformats.org/officeDocument/2006/relationships/image" Target="../media/image-1-539.png"/><Relationship Id="rId540" Type="http://schemas.openxmlformats.org/officeDocument/2006/relationships/image" Target="../media/image-1-540.png"/><Relationship Id="rId541" Type="http://schemas.openxmlformats.org/officeDocument/2006/relationships/image" Target="../media/image-1-541.png"/><Relationship Id="rId542" Type="http://schemas.openxmlformats.org/officeDocument/2006/relationships/image" Target="../media/image-1-542.png"/><Relationship Id="rId543" Type="http://schemas.openxmlformats.org/officeDocument/2006/relationships/image" Target="../media/image-1-543.png"/><Relationship Id="rId544" Type="http://schemas.openxmlformats.org/officeDocument/2006/relationships/image" Target="../media/image-1-544.png"/><Relationship Id="rId545" Type="http://schemas.openxmlformats.org/officeDocument/2006/relationships/image" Target="../media/image-1-545.png"/><Relationship Id="rId546" Type="http://schemas.openxmlformats.org/officeDocument/2006/relationships/image" Target="../media/image-1-546.png"/><Relationship Id="rId547" Type="http://schemas.openxmlformats.org/officeDocument/2006/relationships/image" Target="../media/image-1-547.png"/><Relationship Id="rId548" Type="http://schemas.openxmlformats.org/officeDocument/2006/relationships/image" Target="../media/image-1-548.png"/><Relationship Id="rId549" Type="http://schemas.openxmlformats.org/officeDocument/2006/relationships/image" Target="../media/image-1-549.png"/><Relationship Id="rId550" Type="http://schemas.openxmlformats.org/officeDocument/2006/relationships/image" Target="../media/image-1-550.png"/><Relationship Id="rId551" Type="http://schemas.openxmlformats.org/officeDocument/2006/relationships/image" Target="../media/image-1-551.png"/><Relationship Id="rId552" Type="http://schemas.openxmlformats.org/officeDocument/2006/relationships/image" Target="../media/image-1-552.png"/><Relationship Id="rId553" Type="http://schemas.openxmlformats.org/officeDocument/2006/relationships/image" Target="../media/image-1-553.png"/><Relationship Id="rId554" Type="http://schemas.openxmlformats.org/officeDocument/2006/relationships/image" Target="../media/image-1-554.png"/><Relationship Id="rId555" Type="http://schemas.openxmlformats.org/officeDocument/2006/relationships/image" Target="../media/image-1-555.png"/><Relationship Id="rId556" Type="http://schemas.openxmlformats.org/officeDocument/2006/relationships/image" Target="../media/image-1-556.png"/><Relationship Id="rId557" Type="http://schemas.openxmlformats.org/officeDocument/2006/relationships/image" Target="../media/image-1-557.png"/><Relationship Id="rId558" Type="http://schemas.openxmlformats.org/officeDocument/2006/relationships/image" Target="../media/image-1-558.png"/><Relationship Id="rId559" Type="http://schemas.openxmlformats.org/officeDocument/2006/relationships/image" Target="../media/image-1-559.png"/><Relationship Id="rId560" Type="http://schemas.openxmlformats.org/officeDocument/2006/relationships/image" Target="../media/image-1-560.png"/><Relationship Id="rId561" Type="http://schemas.openxmlformats.org/officeDocument/2006/relationships/image" Target="../media/image-1-561.png"/><Relationship Id="rId562" Type="http://schemas.openxmlformats.org/officeDocument/2006/relationships/image" Target="../media/image-1-562.png"/><Relationship Id="rId563" Type="http://schemas.openxmlformats.org/officeDocument/2006/relationships/image" Target="../media/image-1-563.png"/><Relationship Id="rId564" Type="http://schemas.openxmlformats.org/officeDocument/2006/relationships/image" Target="../media/image-1-564.png"/><Relationship Id="rId565" Type="http://schemas.openxmlformats.org/officeDocument/2006/relationships/image" Target="../media/image-1-565.png"/><Relationship Id="rId566" Type="http://schemas.openxmlformats.org/officeDocument/2006/relationships/image" Target="../media/image-1-566.png"/><Relationship Id="rId567" Type="http://schemas.openxmlformats.org/officeDocument/2006/relationships/image" Target="../media/image-1-567.png"/><Relationship Id="rId568" Type="http://schemas.openxmlformats.org/officeDocument/2006/relationships/image" Target="../media/image-1-568.png"/><Relationship Id="rId569" Type="http://schemas.openxmlformats.org/officeDocument/2006/relationships/image" Target="../media/image-1-569.png"/><Relationship Id="rId570" Type="http://schemas.openxmlformats.org/officeDocument/2006/relationships/image" Target="../media/image-1-570.png"/><Relationship Id="rId571" Type="http://schemas.openxmlformats.org/officeDocument/2006/relationships/image" Target="../media/image-1-571.png"/><Relationship Id="rId572" Type="http://schemas.openxmlformats.org/officeDocument/2006/relationships/image" Target="../media/image-1-572.png"/><Relationship Id="rId573" Type="http://schemas.openxmlformats.org/officeDocument/2006/relationships/image" Target="../media/image-1-573.png"/><Relationship Id="rId574" Type="http://schemas.openxmlformats.org/officeDocument/2006/relationships/image" Target="../media/image-1-574.png"/><Relationship Id="rId575" Type="http://schemas.openxmlformats.org/officeDocument/2006/relationships/image" Target="../media/image-1-575.png"/><Relationship Id="rId576" Type="http://schemas.openxmlformats.org/officeDocument/2006/relationships/image" Target="../media/image-1-576.png"/><Relationship Id="rId577" Type="http://schemas.openxmlformats.org/officeDocument/2006/relationships/image" Target="../media/image-1-577.png"/><Relationship Id="rId578" Type="http://schemas.openxmlformats.org/officeDocument/2006/relationships/image" Target="../media/image-1-578.png"/><Relationship Id="rId579" Type="http://schemas.openxmlformats.org/officeDocument/2006/relationships/image" Target="../media/image-1-579.png"/><Relationship Id="rId580" Type="http://schemas.openxmlformats.org/officeDocument/2006/relationships/image" Target="../media/image-1-580.png"/><Relationship Id="rId581" Type="http://schemas.openxmlformats.org/officeDocument/2006/relationships/image" Target="../media/image-1-581.png"/><Relationship Id="rId582" Type="http://schemas.openxmlformats.org/officeDocument/2006/relationships/image" Target="../media/image-1-582.png"/><Relationship Id="rId583" Type="http://schemas.openxmlformats.org/officeDocument/2006/relationships/image" Target="../media/image-1-583.png"/><Relationship Id="rId584" Type="http://schemas.openxmlformats.org/officeDocument/2006/relationships/image" Target="../media/image-1-584.png"/><Relationship Id="rId585" Type="http://schemas.openxmlformats.org/officeDocument/2006/relationships/image" Target="../media/image-1-585.png"/><Relationship Id="rId586" Type="http://schemas.openxmlformats.org/officeDocument/2006/relationships/image" Target="../media/image-1-586.png"/><Relationship Id="rId587" Type="http://schemas.openxmlformats.org/officeDocument/2006/relationships/image" Target="../media/image-1-587.png"/><Relationship Id="rId588" Type="http://schemas.openxmlformats.org/officeDocument/2006/relationships/image" Target="../media/image-1-588.png"/><Relationship Id="rId589" Type="http://schemas.openxmlformats.org/officeDocument/2006/relationships/image" Target="../media/image-1-589.png"/><Relationship Id="rId590" Type="http://schemas.openxmlformats.org/officeDocument/2006/relationships/image" Target="../media/image-1-590.png"/><Relationship Id="rId591" Type="http://schemas.openxmlformats.org/officeDocument/2006/relationships/image" Target="../media/image-1-591.png"/><Relationship Id="rId592" Type="http://schemas.openxmlformats.org/officeDocument/2006/relationships/image" Target="../media/image-1-592.png"/><Relationship Id="rId593" Type="http://schemas.openxmlformats.org/officeDocument/2006/relationships/image" Target="../media/image-1-593.png"/><Relationship Id="rId594" Type="http://schemas.openxmlformats.org/officeDocument/2006/relationships/image" Target="../media/image-1-594.png"/><Relationship Id="rId595" Type="http://schemas.openxmlformats.org/officeDocument/2006/relationships/image" Target="../media/image-1-595.png"/><Relationship Id="rId596" Type="http://schemas.openxmlformats.org/officeDocument/2006/relationships/image" Target="../media/image-1-596.png"/><Relationship Id="rId597" Type="http://schemas.openxmlformats.org/officeDocument/2006/relationships/image" Target="../media/image-1-597.png"/><Relationship Id="rId598" Type="http://schemas.openxmlformats.org/officeDocument/2006/relationships/image" Target="../media/image-1-598.png"/><Relationship Id="rId599" Type="http://schemas.openxmlformats.org/officeDocument/2006/relationships/image" Target="../media/image-1-599.png"/><Relationship Id="rId600" Type="http://schemas.openxmlformats.org/officeDocument/2006/relationships/image" Target="../media/image-1-600.png"/><Relationship Id="rId601" Type="http://schemas.openxmlformats.org/officeDocument/2006/relationships/image" Target="../media/image-1-601.png"/><Relationship Id="rId602" Type="http://schemas.openxmlformats.org/officeDocument/2006/relationships/image" Target="../media/image-1-602.png"/><Relationship Id="rId603" Type="http://schemas.openxmlformats.org/officeDocument/2006/relationships/image" Target="../media/image-1-603.png"/><Relationship Id="rId604" Type="http://schemas.openxmlformats.org/officeDocument/2006/relationships/image" Target="../media/image-1-604.png"/><Relationship Id="rId605" Type="http://schemas.openxmlformats.org/officeDocument/2006/relationships/image" Target="../media/image-1-605.png"/><Relationship Id="rId606" Type="http://schemas.openxmlformats.org/officeDocument/2006/relationships/image" Target="../media/image-1-606.png"/><Relationship Id="rId607" Type="http://schemas.openxmlformats.org/officeDocument/2006/relationships/image" Target="../media/image-1-607.png"/><Relationship Id="rId608" Type="http://schemas.openxmlformats.org/officeDocument/2006/relationships/image" Target="../media/image-1-608.png"/><Relationship Id="rId609" Type="http://schemas.openxmlformats.org/officeDocument/2006/relationships/image" Target="../media/image-1-609.png"/><Relationship Id="rId610" Type="http://schemas.openxmlformats.org/officeDocument/2006/relationships/image" Target="../media/image-1-610.png"/><Relationship Id="rId611" Type="http://schemas.openxmlformats.org/officeDocument/2006/relationships/image" Target="../media/image-1-611.png"/><Relationship Id="rId612" Type="http://schemas.openxmlformats.org/officeDocument/2006/relationships/image" Target="../media/image-1-612.png"/><Relationship Id="rId613" Type="http://schemas.openxmlformats.org/officeDocument/2006/relationships/image" Target="../media/image-1-613.png"/><Relationship Id="rId614" Type="http://schemas.openxmlformats.org/officeDocument/2006/relationships/image" Target="../media/image-1-614.png"/><Relationship Id="rId615" Type="http://schemas.openxmlformats.org/officeDocument/2006/relationships/image" Target="../media/image-1-615.png"/><Relationship Id="rId616" Type="http://schemas.openxmlformats.org/officeDocument/2006/relationships/image" Target="../media/image-1-616.png"/><Relationship Id="rId617" Type="http://schemas.openxmlformats.org/officeDocument/2006/relationships/image" Target="../media/image-1-617.png"/><Relationship Id="rId618" Type="http://schemas.openxmlformats.org/officeDocument/2006/relationships/image" Target="../media/image-1-618.png"/><Relationship Id="rId619" Type="http://schemas.openxmlformats.org/officeDocument/2006/relationships/image" Target="../media/image-1-619.png"/><Relationship Id="rId620" Type="http://schemas.openxmlformats.org/officeDocument/2006/relationships/image" Target="../media/image-1-620.png"/><Relationship Id="rId621" Type="http://schemas.openxmlformats.org/officeDocument/2006/relationships/image" Target="../media/image-1-621.png"/><Relationship Id="rId622" Type="http://schemas.openxmlformats.org/officeDocument/2006/relationships/image" Target="../media/image-1-622.png"/><Relationship Id="rId623" Type="http://schemas.openxmlformats.org/officeDocument/2006/relationships/image" Target="../media/image-1-623.png"/><Relationship Id="rId624" Type="http://schemas.openxmlformats.org/officeDocument/2006/relationships/image" Target="../media/image-1-624.png"/><Relationship Id="rId625" Type="http://schemas.openxmlformats.org/officeDocument/2006/relationships/image" Target="../media/image-1-625.png"/><Relationship Id="rId626" Type="http://schemas.openxmlformats.org/officeDocument/2006/relationships/image" Target="../media/image-1-626.png"/><Relationship Id="rId627" Type="http://schemas.openxmlformats.org/officeDocument/2006/relationships/image" Target="../media/image-1-627.png"/><Relationship Id="rId628" Type="http://schemas.openxmlformats.org/officeDocument/2006/relationships/image" Target="../media/image-1-628.png"/><Relationship Id="rId629" Type="http://schemas.openxmlformats.org/officeDocument/2006/relationships/image" Target="../media/image-1-629.png"/><Relationship Id="rId630" Type="http://schemas.openxmlformats.org/officeDocument/2006/relationships/image" Target="../media/image-1-630.png"/><Relationship Id="rId631" Type="http://schemas.openxmlformats.org/officeDocument/2006/relationships/image" Target="../media/image-1-631.png"/><Relationship Id="rId632" Type="http://schemas.openxmlformats.org/officeDocument/2006/relationships/image" Target="../media/image-1-632.png"/><Relationship Id="rId633" Type="http://schemas.openxmlformats.org/officeDocument/2006/relationships/image" Target="../media/image-1-633.png"/><Relationship Id="rId634" Type="http://schemas.openxmlformats.org/officeDocument/2006/relationships/image" Target="../media/image-1-634.png"/><Relationship Id="rId635" Type="http://schemas.openxmlformats.org/officeDocument/2006/relationships/image" Target="../media/image-1-635.png"/><Relationship Id="rId636" Type="http://schemas.openxmlformats.org/officeDocument/2006/relationships/image" Target="../media/image-1-636.png"/><Relationship Id="rId637" Type="http://schemas.openxmlformats.org/officeDocument/2006/relationships/image" Target="../media/image-1-637.png"/><Relationship Id="rId638" Type="http://schemas.openxmlformats.org/officeDocument/2006/relationships/image" Target="../media/image-1-638.png"/><Relationship Id="rId639" Type="http://schemas.openxmlformats.org/officeDocument/2006/relationships/image" Target="../media/image-1-639.png"/><Relationship Id="rId640" Type="http://schemas.openxmlformats.org/officeDocument/2006/relationships/image" Target="../media/image-1-640.png"/><Relationship Id="rId641" Type="http://schemas.openxmlformats.org/officeDocument/2006/relationships/image" Target="../media/image-1-641.png"/><Relationship Id="rId642" Type="http://schemas.openxmlformats.org/officeDocument/2006/relationships/image" Target="../media/image-1-642.png"/><Relationship Id="rId643" Type="http://schemas.openxmlformats.org/officeDocument/2006/relationships/image" Target="../media/image-1-643.png"/><Relationship Id="rId644" Type="http://schemas.openxmlformats.org/officeDocument/2006/relationships/image" Target="../media/image-1-644.png"/><Relationship Id="rId645" Type="http://schemas.openxmlformats.org/officeDocument/2006/relationships/image" Target="../media/image-1-645.png"/><Relationship Id="rId646" Type="http://schemas.openxmlformats.org/officeDocument/2006/relationships/image" Target="../media/image-1-646.png"/><Relationship Id="rId647" Type="http://schemas.openxmlformats.org/officeDocument/2006/relationships/image" Target="../media/image-1-647.png"/><Relationship Id="rId648" Type="http://schemas.openxmlformats.org/officeDocument/2006/relationships/image" Target="../media/image-1-648.png"/><Relationship Id="rId649" Type="http://schemas.openxmlformats.org/officeDocument/2006/relationships/image" Target="../media/image-1-649.png"/><Relationship Id="rId650" Type="http://schemas.openxmlformats.org/officeDocument/2006/relationships/image" Target="../media/image-1-650.png"/><Relationship Id="rId651" Type="http://schemas.openxmlformats.org/officeDocument/2006/relationships/image" Target="../media/image-1-651.png"/><Relationship Id="rId652" Type="http://schemas.openxmlformats.org/officeDocument/2006/relationships/image" Target="../media/image-1-652.png"/><Relationship Id="rId653" Type="http://schemas.openxmlformats.org/officeDocument/2006/relationships/image" Target="../media/image-1-653.png"/><Relationship Id="rId654" Type="http://schemas.openxmlformats.org/officeDocument/2006/relationships/image" Target="../media/image-1-654.png"/><Relationship Id="rId655" Type="http://schemas.openxmlformats.org/officeDocument/2006/relationships/image" Target="../media/image-1-655.png"/><Relationship Id="rId656" Type="http://schemas.openxmlformats.org/officeDocument/2006/relationships/image" Target="../media/image-1-656.png"/><Relationship Id="rId657" Type="http://schemas.openxmlformats.org/officeDocument/2006/relationships/image" Target="../media/image-1-657.png"/><Relationship Id="rId658" Type="http://schemas.openxmlformats.org/officeDocument/2006/relationships/image" Target="../media/image-1-658.png"/><Relationship Id="rId659" Type="http://schemas.openxmlformats.org/officeDocument/2006/relationships/image" Target="../media/image-1-659.png"/><Relationship Id="rId660" Type="http://schemas.openxmlformats.org/officeDocument/2006/relationships/image" Target="../media/image-1-660.png"/><Relationship Id="rId661" Type="http://schemas.openxmlformats.org/officeDocument/2006/relationships/image" Target="../media/image-1-661.png"/><Relationship Id="rId662" Type="http://schemas.openxmlformats.org/officeDocument/2006/relationships/image" Target="../media/image-1-662.png"/><Relationship Id="rId663" Type="http://schemas.openxmlformats.org/officeDocument/2006/relationships/image" Target="../media/image-1-663.png"/><Relationship Id="rId664" Type="http://schemas.openxmlformats.org/officeDocument/2006/relationships/image" Target="../media/image-1-664.png"/><Relationship Id="rId665" Type="http://schemas.openxmlformats.org/officeDocument/2006/relationships/image" Target="../media/image-1-665.png"/><Relationship Id="rId666" Type="http://schemas.openxmlformats.org/officeDocument/2006/relationships/image" Target="../media/image-1-666.png"/><Relationship Id="rId667" Type="http://schemas.openxmlformats.org/officeDocument/2006/relationships/image" Target="../media/image-1-667.png"/><Relationship Id="rId668" Type="http://schemas.openxmlformats.org/officeDocument/2006/relationships/image" Target="../media/image-1-668.png"/><Relationship Id="rId669" Type="http://schemas.openxmlformats.org/officeDocument/2006/relationships/image" Target="../media/image-1-669.png"/><Relationship Id="rId670" Type="http://schemas.openxmlformats.org/officeDocument/2006/relationships/image" Target="../media/image-1-670.png"/><Relationship Id="rId671" Type="http://schemas.openxmlformats.org/officeDocument/2006/relationships/image" Target="../media/image-1-671.png"/><Relationship Id="rId672" Type="http://schemas.openxmlformats.org/officeDocument/2006/relationships/image" Target="../media/image-1-672.png"/><Relationship Id="rId673" Type="http://schemas.openxmlformats.org/officeDocument/2006/relationships/image" Target="../media/image-1-673.png"/><Relationship Id="rId674" Type="http://schemas.openxmlformats.org/officeDocument/2006/relationships/image" Target="../media/image-1-674.png"/><Relationship Id="rId675" Type="http://schemas.openxmlformats.org/officeDocument/2006/relationships/image" Target="../media/image-1-675.png"/><Relationship Id="rId676" Type="http://schemas.openxmlformats.org/officeDocument/2006/relationships/image" Target="../media/image-1-676.png"/><Relationship Id="rId677" Type="http://schemas.openxmlformats.org/officeDocument/2006/relationships/image" Target="../media/image-1-677.png"/><Relationship Id="rId678" Type="http://schemas.openxmlformats.org/officeDocument/2006/relationships/image" Target="../media/image-1-678.png"/><Relationship Id="rId679" Type="http://schemas.openxmlformats.org/officeDocument/2006/relationships/image" Target="../media/image-1-679.png"/><Relationship Id="rId680" Type="http://schemas.openxmlformats.org/officeDocument/2006/relationships/image" Target="../media/image-1-680.png"/><Relationship Id="rId681" Type="http://schemas.openxmlformats.org/officeDocument/2006/relationships/image" Target="../media/image-1-681.png"/><Relationship Id="rId682" Type="http://schemas.openxmlformats.org/officeDocument/2006/relationships/image" Target="../media/image-1-682.png"/><Relationship Id="rId683" Type="http://schemas.openxmlformats.org/officeDocument/2006/relationships/image" Target="../media/image-1-683.png"/><Relationship Id="rId684" Type="http://schemas.openxmlformats.org/officeDocument/2006/relationships/image" Target="../media/image-1-684.png"/><Relationship Id="rId685" Type="http://schemas.openxmlformats.org/officeDocument/2006/relationships/image" Target="../media/image-1-685.png"/><Relationship Id="rId686" Type="http://schemas.openxmlformats.org/officeDocument/2006/relationships/image" Target="../media/image-1-686.png"/><Relationship Id="rId687" Type="http://schemas.openxmlformats.org/officeDocument/2006/relationships/image" Target="../media/image-1-687.png"/><Relationship Id="rId688" Type="http://schemas.openxmlformats.org/officeDocument/2006/relationships/image" Target="../media/image-1-688.png"/><Relationship Id="rId689" Type="http://schemas.openxmlformats.org/officeDocument/2006/relationships/image" Target="../media/image-1-689.png"/><Relationship Id="rId690" Type="http://schemas.openxmlformats.org/officeDocument/2006/relationships/image" Target="../media/image-1-690.png"/><Relationship Id="rId691" Type="http://schemas.openxmlformats.org/officeDocument/2006/relationships/image" Target="../media/image-1-691.png"/><Relationship Id="rId692" Type="http://schemas.openxmlformats.org/officeDocument/2006/relationships/image" Target="../media/image-1-692.png"/><Relationship Id="rId693" Type="http://schemas.openxmlformats.org/officeDocument/2006/relationships/image" Target="../media/image-1-693.png"/><Relationship Id="rId694" Type="http://schemas.openxmlformats.org/officeDocument/2006/relationships/image" Target="../media/image-1-694.png"/><Relationship Id="rId695" Type="http://schemas.openxmlformats.org/officeDocument/2006/relationships/image" Target="../media/image-1-695.png"/><Relationship Id="rId696" Type="http://schemas.openxmlformats.org/officeDocument/2006/relationships/image" Target="../media/image-1-696.png"/><Relationship Id="rId697" Type="http://schemas.openxmlformats.org/officeDocument/2006/relationships/image" Target="../media/image-1-697.png"/><Relationship Id="rId698" Type="http://schemas.openxmlformats.org/officeDocument/2006/relationships/image" Target="../media/image-1-698.png"/><Relationship Id="rId699" Type="http://schemas.openxmlformats.org/officeDocument/2006/relationships/image" Target="../media/image-1-699.png"/><Relationship Id="rId700" Type="http://schemas.openxmlformats.org/officeDocument/2006/relationships/image" Target="../media/image-1-700.png"/><Relationship Id="rId701" Type="http://schemas.openxmlformats.org/officeDocument/2006/relationships/image" Target="../media/image-1-701.png"/><Relationship Id="rId702" Type="http://schemas.openxmlformats.org/officeDocument/2006/relationships/image" Target="../media/image-1-702.png"/><Relationship Id="rId703" Type="http://schemas.openxmlformats.org/officeDocument/2006/relationships/image" Target="../media/image-1-703.png"/><Relationship Id="rId704" Type="http://schemas.openxmlformats.org/officeDocument/2006/relationships/image" Target="../media/image-1-704.png"/><Relationship Id="rId705" Type="http://schemas.openxmlformats.org/officeDocument/2006/relationships/image" Target="../media/image-1-705.png"/><Relationship Id="rId706" Type="http://schemas.openxmlformats.org/officeDocument/2006/relationships/image" Target="../media/image-1-706.png"/><Relationship Id="rId707" Type="http://schemas.openxmlformats.org/officeDocument/2006/relationships/image" Target="../media/image-1-707.png"/><Relationship Id="rId708" Type="http://schemas.openxmlformats.org/officeDocument/2006/relationships/image" Target="../media/image-1-708.png"/><Relationship Id="rId709" Type="http://schemas.openxmlformats.org/officeDocument/2006/relationships/image" Target="../media/image-1-709.png"/><Relationship Id="rId710" Type="http://schemas.openxmlformats.org/officeDocument/2006/relationships/image" Target="../media/image-1-710.png"/><Relationship Id="rId711" Type="http://schemas.openxmlformats.org/officeDocument/2006/relationships/image" Target="../media/image-1-711.png"/><Relationship Id="rId712" Type="http://schemas.openxmlformats.org/officeDocument/2006/relationships/image" Target="../media/image-1-712.png"/><Relationship Id="rId713" Type="http://schemas.openxmlformats.org/officeDocument/2006/relationships/image" Target="../media/image-1-713.png"/><Relationship Id="rId714" Type="http://schemas.openxmlformats.org/officeDocument/2006/relationships/image" Target="../media/image-1-714.png"/><Relationship Id="rId715" Type="http://schemas.openxmlformats.org/officeDocument/2006/relationships/image" Target="../media/image-1-715.png"/><Relationship Id="rId716" Type="http://schemas.openxmlformats.org/officeDocument/2006/relationships/image" Target="../media/image-1-716.png"/><Relationship Id="rId717" Type="http://schemas.openxmlformats.org/officeDocument/2006/relationships/image" Target="../media/image-1-717.png"/><Relationship Id="rId718" Type="http://schemas.openxmlformats.org/officeDocument/2006/relationships/image" Target="../media/image-1-718.png"/><Relationship Id="rId719" Type="http://schemas.openxmlformats.org/officeDocument/2006/relationships/image" Target="../media/image-1-719.png"/><Relationship Id="rId720" Type="http://schemas.openxmlformats.org/officeDocument/2006/relationships/image" Target="../media/image-1-720.png"/><Relationship Id="rId721" Type="http://schemas.openxmlformats.org/officeDocument/2006/relationships/image" Target="../media/image-1-721.png"/><Relationship Id="rId722" Type="http://schemas.openxmlformats.org/officeDocument/2006/relationships/image" Target="../media/image-1-722.png"/><Relationship Id="rId723" Type="http://schemas.openxmlformats.org/officeDocument/2006/relationships/image" Target="../media/image-1-723.png"/><Relationship Id="rId724" Type="http://schemas.openxmlformats.org/officeDocument/2006/relationships/image" Target="../media/image-1-724.png"/><Relationship Id="rId725" Type="http://schemas.openxmlformats.org/officeDocument/2006/relationships/image" Target="../media/image-1-725.png"/><Relationship Id="rId726" Type="http://schemas.openxmlformats.org/officeDocument/2006/relationships/image" Target="../media/image-1-726.png"/><Relationship Id="rId727" Type="http://schemas.openxmlformats.org/officeDocument/2006/relationships/image" Target="../media/image-1-727.png"/><Relationship Id="rId728" Type="http://schemas.openxmlformats.org/officeDocument/2006/relationships/image" Target="../media/image-1-728.png"/><Relationship Id="rId729" Type="http://schemas.openxmlformats.org/officeDocument/2006/relationships/image" Target="../media/image-1-729.png"/><Relationship Id="rId730" Type="http://schemas.openxmlformats.org/officeDocument/2006/relationships/image" Target="../media/image-1-730.png"/><Relationship Id="rId731" Type="http://schemas.openxmlformats.org/officeDocument/2006/relationships/image" Target="../media/image-1-731.png"/><Relationship Id="rId732" Type="http://schemas.openxmlformats.org/officeDocument/2006/relationships/image" Target="../media/image-1-732.png"/><Relationship Id="rId733" Type="http://schemas.openxmlformats.org/officeDocument/2006/relationships/image" Target="../media/image-1-733.png"/><Relationship Id="rId734" Type="http://schemas.openxmlformats.org/officeDocument/2006/relationships/image" Target="../media/image-1-734.png"/><Relationship Id="rId735" Type="http://schemas.openxmlformats.org/officeDocument/2006/relationships/image" Target="../media/image-1-735.png"/><Relationship Id="rId736" Type="http://schemas.openxmlformats.org/officeDocument/2006/relationships/image" Target="../media/image-1-736.png"/><Relationship Id="rId737" Type="http://schemas.openxmlformats.org/officeDocument/2006/relationships/image" Target="../media/image-1-737.png"/><Relationship Id="rId738" Type="http://schemas.openxmlformats.org/officeDocument/2006/relationships/image" Target="../media/image-1-738.png"/><Relationship Id="rId739" Type="http://schemas.openxmlformats.org/officeDocument/2006/relationships/image" Target="../media/image-1-739.png"/><Relationship Id="rId740" Type="http://schemas.openxmlformats.org/officeDocument/2006/relationships/image" Target="../media/image-1-740.png"/><Relationship Id="rId741" Type="http://schemas.openxmlformats.org/officeDocument/2006/relationships/image" Target="../media/image-1-741.png"/><Relationship Id="rId742" Type="http://schemas.openxmlformats.org/officeDocument/2006/relationships/image" Target="../media/image-1-742.png"/><Relationship Id="rId743" Type="http://schemas.openxmlformats.org/officeDocument/2006/relationships/image" Target="../media/image-1-743.png"/><Relationship Id="rId744" Type="http://schemas.openxmlformats.org/officeDocument/2006/relationships/image" Target="../media/image-1-744.png"/><Relationship Id="rId745" Type="http://schemas.openxmlformats.org/officeDocument/2006/relationships/image" Target="../media/image-1-745.png"/><Relationship Id="rId746" Type="http://schemas.openxmlformats.org/officeDocument/2006/relationships/image" Target="../media/image-1-746.png"/><Relationship Id="rId747" Type="http://schemas.openxmlformats.org/officeDocument/2006/relationships/image" Target="../media/image-1-747.png"/><Relationship Id="rId748" Type="http://schemas.openxmlformats.org/officeDocument/2006/relationships/image" Target="../media/image-1-748.png"/><Relationship Id="rId749" Type="http://schemas.openxmlformats.org/officeDocument/2006/relationships/image" Target="../media/image-1-749.png"/><Relationship Id="rId750" Type="http://schemas.openxmlformats.org/officeDocument/2006/relationships/image" Target="../media/image-1-750.png"/><Relationship Id="rId751" Type="http://schemas.openxmlformats.org/officeDocument/2006/relationships/image" Target="../media/image-1-751.png"/><Relationship Id="rId752" Type="http://schemas.openxmlformats.org/officeDocument/2006/relationships/image" Target="../media/image-1-752.png"/><Relationship Id="rId753" Type="http://schemas.openxmlformats.org/officeDocument/2006/relationships/image" Target="../media/image-1-753.png"/><Relationship Id="rId754" Type="http://schemas.openxmlformats.org/officeDocument/2006/relationships/image" Target="../media/image-1-754.png"/><Relationship Id="rId755" Type="http://schemas.openxmlformats.org/officeDocument/2006/relationships/image" Target="../media/image-1-755.png"/><Relationship Id="rId756" Type="http://schemas.openxmlformats.org/officeDocument/2006/relationships/image" Target="../media/image-1-756.png"/><Relationship Id="rId757" Type="http://schemas.openxmlformats.org/officeDocument/2006/relationships/image" Target="../media/image-1-757.png"/><Relationship Id="rId758" Type="http://schemas.openxmlformats.org/officeDocument/2006/relationships/image" Target="../media/image-1-758.png"/><Relationship Id="rId759" Type="http://schemas.openxmlformats.org/officeDocument/2006/relationships/image" Target="../media/image-1-759.png"/><Relationship Id="rId760" Type="http://schemas.openxmlformats.org/officeDocument/2006/relationships/image" Target="../media/image-1-760.png"/><Relationship Id="rId761" Type="http://schemas.openxmlformats.org/officeDocument/2006/relationships/image" Target="../media/image-1-761.png"/><Relationship Id="rId762" Type="http://schemas.openxmlformats.org/officeDocument/2006/relationships/image" Target="../media/image-1-762.png"/><Relationship Id="rId763" Type="http://schemas.openxmlformats.org/officeDocument/2006/relationships/image" Target="../media/image-1-763.png"/><Relationship Id="rId764" Type="http://schemas.openxmlformats.org/officeDocument/2006/relationships/image" Target="../media/image-1-764.png"/><Relationship Id="rId765" Type="http://schemas.openxmlformats.org/officeDocument/2006/relationships/image" Target="../media/image-1-765.png"/><Relationship Id="rId766" Type="http://schemas.openxmlformats.org/officeDocument/2006/relationships/image" Target="../media/image-1-766.png"/><Relationship Id="rId767" Type="http://schemas.openxmlformats.org/officeDocument/2006/relationships/image" Target="../media/image-1-767.png"/><Relationship Id="rId768" Type="http://schemas.openxmlformats.org/officeDocument/2006/relationships/image" Target="../media/image-1-768.png"/><Relationship Id="rId769" Type="http://schemas.openxmlformats.org/officeDocument/2006/relationships/image" Target="../media/image-1-769.png"/><Relationship Id="rId770" Type="http://schemas.openxmlformats.org/officeDocument/2006/relationships/image" Target="../media/image-1-770.png"/><Relationship Id="rId771" Type="http://schemas.openxmlformats.org/officeDocument/2006/relationships/image" Target="../media/image-1-771.png"/><Relationship Id="rId772" Type="http://schemas.openxmlformats.org/officeDocument/2006/relationships/image" Target="../media/image-1-772.png"/><Relationship Id="rId773" Type="http://schemas.openxmlformats.org/officeDocument/2006/relationships/image" Target="../media/image-1-773.png"/><Relationship Id="rId774" Type="http://schemas.openxmlformats.org/officeDocument/2006/relationships/image" Target="../media/image-1-774.png"/><Relationship Id="rId775" Type="http://schemas.openxmlformats.org/officeDocument/2006/relationships/image" Target="../media/image-1-775.png"/><Relationship Id="rId776" Type="http://schemas.openxmlformats.org/officeDocument/2006/relationships/image" Target="../media/image-1-776.png"/><Relationship Id="rId777" Type="http://schemas.openxmlformats.org/officeDocument/2006/relationships/image" Target="../media/image-1-777.png"/><Relationship Id="rId778" Type="http://schemas.openxmlformats.org/officeDocument/2006/relationships/image" Target="../media/image-1-778.png"/><Relationship Id="rId779" Type="http://schemas.openxmlformats.org/officeDocument/2006/relationships/image" Target="../media/image-1-779.png"/><Relationship Id="rId780" Type="http://schemas.openxmlformats.org/officeDocument/2006/relationships/image" Target="../media/image-1-780.png"/><Relationship Id="rId781" Type="http://schemas.openxmlformats.org/officeDocument/2006/relationships/image" Target="../media/image-1-781.png"/><Relationship Id="rId782" Type="http://schemas.openxmlformats.org/officeDocument/2006/relationships/image" Target="../media/image-1-782.png"/><Relationship Id="rId783" Type="http://schemas.openxmlformats.org/officeDocument/2006/relationships/image" Target="../media/image-1-783.png"/><Relationship Id="rId784" Type="http://schemas.openxmlformats.org/officeDocument/2006/relationships/image" Target="../media/image-1-784.png"/><Relationship Id="rId785" Type="http://schemas.openxmlformats.org/officeDocument/2006/relationships/image" Target="../media/image-1-785.png"/><Relationship Id="rId786" Type="http://schemas.openxmlformats.org/officeDocument/2006/relationships/image" Target="../media/image-1-786.png"/><Relationship Id="rId787" Type="http://schemas.openxmlformats.org/officeDocument/2006/relationships/image" Target="../media/image-1-787.png"/><Relationship Id="rId788" Type="http://schemas.openxmlformats.org/officeDocument/2006/relationships/image" Target="../media/image-1-788.png"/><Relationship Id="rId789" Type="http://schemas.openxmlformats.org/officeDocument/2006/relationships/image" Target="../media/image-1-789.png"/><Relationship Id="rId790" Type="http://schemas.openxmlformats.org/officeDocument/2006/relationships/image" Target="../media/image-1-790.png"/><Relationship Id="rId791" Type="http://schemas.openxmlformats.org/officeDocument/2006/relationships/image" Target="../media/image-1-791.png"/><Relationship Id="rId792" Type="http://schemas.openxmlformats.org/officeDocument/2006/relationships/image" Target="../media/image-1-792.png"/><Relationship Id="rId793" Type="http://schemas.openxmlformats.org/officeDocument/2006/relationships/image" Target="../media/image-1-793.png"/><Relationship Id="rId794" Type="http://schemas.openxmlformats.org/officeDocument/2006/relationships/image" Target="../media/image-1-794.png"/><Relationship Id="rId795" Type="http://schemas.openxmlformats.org/officeDocument/2006/relationships/image" Target="../media/image-1-795.png"/><Relationship Id="rId796" Type="http://schemas.openxmlformats.org/officeDocument/2006/relationships/image" Target="../media/image-1-796.png"/><Relationship Id="rId797" Type="http://schemas.openxmlformats.org/officeDocument/2006/relationships/image" Target="../media/image-1-797.png"/><Relationship Id="rId798" Type="http://schemas.openxmlformats.org/officeDocument/2006/relationships/image" Target="../media/image-1-798.png"/><Relationship Id="rId799" Type="http://schemas.openxmlformats.org/officeDocument/2006/relationships/image" Target="../media/image-1-799.png"/><Relationship Id="rId800" Type="http://schemas.openxmlformats.org/officeDocument/2006/relationships/image" Target="../media/image-1-800.png"/><Relationship Id="rId801" Type="http://schemas.openxmlformats.org/officeDocument/2006/relationships/image" Target="../media/image-1-801.png"/><Relationship Id="rId802" Type="http://schemas.openxmlformats.org/officeDocument/2006/relationships/image" Target="../media/image-1-802.png"/><Relationship Id="rId803" Type="http://schemas.openxmlformats.org/officeDocument/2006/relationships/image" Target="../media/image-1-803.png"/><Relationship Id="rId804" Type="http://schemas.openxmlformats.org/officeDocument/2006/relationships/image" Target="../media/image-1-804.png"/><Relationship Id="rId805" Type="http://schemas.openxmlformats.org/officeDocument/2006/relationships/image" Target="../media/image-1-805.png"/><Relationship Id="rId806" Type="http://schemas.openxmlformats.org/officeDocument/2006/relationships/image" Target="../media/image-1-806.png"/><Relationship Id="rId807" Type="http://schemas.openxmlformats.org/officeDocument/2006/relationships/image" Target="../media/image-1-807.png"/><Relationship Id="rId808" Type="http://schemas.openxmlformats.org/officeDocument/2006/relationships/image" Target="../media/image-1-808.png"/><Relationship Id="rId809" Type="http://schemas.openxmlformats.org/officeDocument/2006/relationships/image" Target="../media/image-1-809.png"/><Relationship Id="rId810" Type="http://schemas.openxmlformats.org/officeDocument/2006/relationships/image" Target="../media/image-1-810.png"/><Relationship Id="rId811" Type="http://schemas.openxmlformats.org/officeDocument/2006/relationships/image" Target="../media/image-1-811.png"/><Relationship Id="rId812" Type="http://schemas.openxmlformats.org/officeDocument/2006/relationships/image" Target="../media/image-1-812.png"/><Relationship Id="rId813" Type="http://schemas.openxmlformats.org/officeDocument/2006/relationships/image" Target="../media/image-1-813.png"/><Relationship Id="rId814" Type="http://schemas.openxmlformats.org/officeDocument/2006/relationships/image" Target="../media/image-1-814.png"/><Relationship Id="rId815" Type="http://schemas.openxmlformats.org/officeDocument/2006/relationships/image" Target="../media/image-1-815.png"/><Relationship Id="rId816" Type="http://schemas.openxmlformats.org/officeDocument/2006/relationships/image" Target="../media/image-1-816.png"/><Relationship Id="rId817" Type="http://schemas.openxmlformats.org/officeDocument/2006/relationships/image" Target="../media/image-1-817.png"/><Relationship Id="rId818" Type="http://schemas.openxmlformats.org/officeDocument/2006/relationships/image" Target="../media/image-1-818.png"/><Relationship Id="rId819" Type="http://schemas.openxmlformats.org/officeDocument/2006/relationships/image" Target="../media/image-1-819.png"/><Relationship Id="rId820" Type="http://schemas.openxmlformats.org/officeDocument/2006/relationships/image" Target="../media/image-1-820.png"/><Relationship Id="rId821" Type="http://schemas.openxmlformats.org/officeDocument/2006/relationships/image" Target="../media/image-1-821.png"/><Relationship Id="rId822" Type="http://schemas.openxmlformats.org/officeDocument/2006/relationships/image" Target="../media/image-1-822.png"/><Relationship Id="rId823" Type="http://schemas.openxmlformats.org/officeDocument/2006/relationships/image" Target="../media/image-1-823.png"/><Relationship Id="rId824" Type="http://schemas.openxmlformats.org/officeDocument/2006/relationships/image" Target="../media/image-1-824.png"/><Relationship Id="rId825" Type="http://schemas.openxmlformats.org/officeDocument/2006/relationships/image" Target="../media/image-1-825.png"/><Relationship Id="rId826" Type="http://schemas.openxmlformats.org/officeDocument/2006/relationships/image" Target="../media/image-1-826.png"/><Relationship Id="rId827" Type="http://schemas.openxmlformats.org/officeDocument/2006/relationships/image" Target="../media/image-1-827.png"/><Relationship Id="rId828" Type="http://schemas.openxmlformats.org/officeDocument/2006/relationships/image" Target="../media/image-1-828.png"/><Relationship Id="rId829" Type="http://schemas.openxmlformats.org/officeDocument/2006/relationships/image" Target="../media/image-1-829.png"/><Relationship Id="rId830" Type="http://schemas.openxmlformats.org/officeDocument/2006/relationships/image" Target="../media/image-1-830.png"/><Relationship Id="rId831" Type="http://schemas.openxmlformats.org/officeDocument/2006/relationships/image" Target="../media/image-1-831.png"/><Relationship Id="rId832" Type="http://schemas.openxmlformats.org/officeDocument/2006/relationships/image" Target="../media/image-1-832.png"/><Relationship Id="rId833" Type="http://schemas.openxmlformats.org/officeDocument/2006/relationships/image" Target="../media/image-1-833.png"/><Relationship Id="rId834" Type="http://schemas.openxmlformats.org/officeDocument/2006/relationships/image" Target="../media/image-1-834.png"/><Relationship Id="rId835" Type="http://schemas.openxmlformats.org/officeDocument/2006/relationships/image" Target="../media/image-1-835.png"/><Relationship Id="rId836" Type="http://schemas.openxmlformats.org/officeDocument/2006/relationships/image" Target="../media/image-1-836.png"/><Relationship Id="rId837" Type="http://schemas.openxmlformats.org/officeDocument/2006/relationships/image" Target="../media/image-1-837.png"/><Relationship Id="rId838" Type="http://schemas.openxmlformats.org/officeDocument/2006/relationships/image" Target="../media/image-1-838.png"/><Relationship Id="rId839" Type="http://schemas.openxmlformats.org/officeDocument/2006/relationships/image" Target="../media/image-1-839.png"/><Relationship Id="rId840" Type="http://schemas.openxmlformats.org/officeDocument/2006/relationships/image" Target="../media/image-1-840.png"/><Relationship Id="rId841" Type="http://schemas.openxmlformats.org/officeDocument/2006/relationships/image" Target="../media/image-1-841.png"/><Relationship Id="rId842" Type="http://schemas.openxmlformats.org/officeDocument/2006/relationships/image" Target="../media/image-1-842.png"/><Relationship Id="rId843" Type="http://schemas.openxmlformats.org/officeDocument/2006/relationships/image" Target="../media/image-1-843.png"/><Relationship Id="rId844" Type="http://schemas.openxmlformats.org/officeDocument/2006/relationships/image" Target="../media/image-1-844.png"/><Relationship Id="rId845" Type="http://schemas.openxmlformats.org/officeDocument/2006/relationships/image" Target="../media/image-1-845.png"/><Relationship Id="rId846" Type="http://schemas.openxmlformats.org/officeDocument/2006/relationships/image" Target="../media/image-1-846.png"/><Relationship Id="rId847" Type="http://schemas.openxmlformats.org/officeDocument/2006/relationships/image" Target="../media/image-1-847.png"/><Relationship Id="rId848" Type="http://schemas.openxmlformats.org/officeDocument/2006/relationships/image" Target="../media/image-1-848.png"/><Relationship Id="rId849" Type="http://schemas.openxmlformats.org/officeDocument/2006/relationships/image" Target="../media/image-1-849.png"/><Relationship Id="rId850" Type="http://schemas.openxmlformats.org/officeDocument/2006/relationships/image" Target="../media/image-1-850.png"/><Relationship Id="rId851" Type="http://schemas.openxmlformats.org/officeDocument/2006/relationships/image" Target="../media/image-1-851.png"/><Relationship Id="rId852" Type="http://schemas.openxmlformats.org/officeDocument/2006/relationships/image" Target="../media/image-1-852.png"/><Relationship Id="rId853" Type="http://schemas.openxmlformats.org/officeDocument/2006/relationships/image" Target="../media/image-1-853.png"/><Relationship Id="rId854" Type="http://schemas.openxmlformats.org/officeDocument/2006/relationships/image" Target="../media/image-1-854.png"/><Relationship Id="rId855" Type="http://schemas.openxmlformats.org/officeDocument/2006/relationships/image" Target="../media/image-1-855.png"/><Relationship Id="rId856" Type="http://schemas.openxmlformats.org/officeDocument/2006/relationships/image" Target="../media/image-1-856.png"/><Relationship Id="rId857" Type="http://schemas.openxmlformats.org/officeDocument/2006/relationships/image" Target="../media/image-1-857.png"/><Relationship Id="rId858" Type="http://schemas.openxmlformats.org/officeDocument/2006/relationships/image" Target="../media/image-1-858.png"/><Relationship Id="rId859" Type="http://schemas.openxmlformats.org/officeDocument/2006/relationships/image" Target="../media/image-1-859.png"/><Relationship Id="rId860" Type="http://schemas.openxmlformats.org/officeDocument/2006/relationships/image" Target="../media/image-1-860.png"/><Relationship Id="rId861" Type="http://schemas.openxmlformats.org/officeDocument/2006/relationships/image" Target="../media/image-1-861.png"/><Relationship Id="rId862" Type="http://schemas.openxmlformats.org/officeDocument/2006/relationships/image" Target="../media/image-1-862.png"/><Relationship Id="rId863" Type="http://schemas.openxmlformats.org/officeDocument/2006/relationships/image" Target="../media/image-1-863.png"/><Relationship Id="rId864" Type="http://schemas.openxmlformats.org/officeDocument/2006/relationships/image" Target="../media/image-1-864.png"/><Relationship Id="rId865" Type="http://schemas.openxmlformats.org/officeDocument/2006/relationships/image" Target="../media/image-1-865.png"/><Relationship Id="rId866" Type="http://schemas.openxmlformats.org/officeDocument/2006/relationships/image" Target="../media/image-1-866.png"/><Relationship Id="rId867" Type="http://schemas.openxmlformats.org/officeDocument/2006/relationships/image" Target="../media/image-1-867.png"/><Relationship Id="rId868" Type="http://schemas.openxmlformats.org/officeDocument/2006/relationships/image" Target="../media/image-1-868.png"/><Relationship Id="rId869" Type="http://schemas.openxmlformats.org/officeDocument/2006/relationships/image" Target="../media/image-1-869.png"/><Relationship Id="rId870" Type="http://schemas.openxmlformats.org/officeDocument/2006/relationships/image" Target="../media/image-1-870.png"/><Relationship Id="rId871" Type="http://schemas.openxmlformats.org/officeDocument/2006/relationships/image" Target="../media/image-1-871.png"/><Relationship Id="rId872" Type="http://schemas.openxmlformats.org/officeDocument/2006/relationships/image" Target="../media/image-1-872.png"/><Relationship Id="rId873" Type="http://schemas.openxmlformats.org/officeDocument/2006/relationships/image" Target="../media/image-1-873.png"/><Relationship Id="rId874" Type="http://schemas.openxmlformats.org/officeDocument/2006/relationships/image" Target="../media/image-1-874.png"/><Relationship Id="rId875" Type="http://schemas.openxmlformats.org/officeDocument/2006/relationships/image" Target="../media/image-1-875.png"/><Relationship Id="rId876" Type="http://schemas.openxmlformats.org/officeDocument/2006/relationships/image" Target="../media/image-1-876.png"/><Relationship Id="rId877" Type="http://schemas.openxmlformats.org/officeDocument/2006/relationships/image" Target="../media/image-1-877.png"/><Relationship Id="rId878" Type="http://schemas.openxmlformats.org/officeDocument/2006/relationships/image" Target="../media/image-1-878.png"/><Relationship Id="rId879" Type="http://schemas.openxmlformats.org/officeDocument/2006/relationships/image" Target="../media/image-1-879.png"/><Relationship Id="rId880" Type="http://schemas.openxmlformats.org/officeDocument/2006/relationships/image" Target="../media/image-1-880.png"/><Relationship Id="rId881" Type="http://schemas.openxmlformats.org/officeDocument/2006/relationships/image" Target="../media/image-1-881.png"/><Relationship Id="rId882" Type="http://schemas.openxmlformats.org/officeDocument/2006/relationships/image" Target="../media/image-1-882.png"/><Relationship Id="rId883" Type="http://schemas.openxmlformats.org/officeDocument/2006/relationships/image" Target="../media/image-1-883.png"/><Relationship Id="rId884" Type="http://schemas.openxmlformats.org/officeDocument/2006/relationships/image" Target="../media/image-1-884.png"/><Relationship Id="rId885" Type="http://schemas.openxmlformats.org/officeDocument/2006/relationships/image" Target="../media/image-1-885.png"/><Relationship Id="rId886" Type="http://schemas.openxmlformats.org/officeDocument/2006/relationships/image" Target="../media/image-1-886.png"/><Relationship Id="rId887" Type="http://schemas.openxmlformats.org/officeDocument/2006/relationships/image" Target="../media/image-1-887.png"/><Relationship Id="rId888" Type="http://schemas.openxmlformats.org/officeDocument/2006/relationships/image" Target="../media/image-1-888.png"/><Relationship Id="rId889" Type="http://schemas.openxmlformats.org/officeDocument/2006/relationships/image" Target="../media/image-1-889.png"/><Relationship Id="rId890" Type="http://schemas.openxmlformats.org/officeDocument/2006/relationships/image" Target="../media/image-1-890.png"/><Relationship Id="rId891" Type="http://schemas.openxmlformats.org/officeDocument/2006/relationships/image" Target="../media/image-1-891.png"/><Relationship Id="rId892" Type="http://schemas.openxmlformats.org/officeDocument/2006/relationships/image" Target="../media/image-1-892.png"/><Relationship Id="rId893" Type="http://schemas.openxmlformats.org/officeDocument/2006/relationships/image" Target="../media/image-1-893.png"/><Relationship Id="rId894" Type="http://schemas.openxmlformats.org/officeDocument/2006/relationships/image" Target="../media/image-1-894.png"/><Relationship Id="rId895" Type="http://schemas.openxmlformats.org/officeDocument/2006/relationships/image" Target="../media/image-1-895.png"/><Relationship Id="rId896" Type="http://schemas.openxmlformats.org/officeDocument/2006/relationships/image" Target="../media/image-1-896.png"/><Relationship Id="rId897" Type="http://schemas.openxmlformats.org/officeDocument/2006/relationships/image" Target="../media/image-1-897.png"/><Relationship Id="rId898" Type="http://schemas.openxmlformats.org/officeDocument/2006/relationships/image" Target="../media/image-1-898.png"/><Relationship Id="rId899" Type="http://schemas.openxmlformats.org/officeDocument/2006/relationships/image" Target="../media/image-1-899.png"/><Relationship Id="rId900" Type="http://schemas.openxmlformats.org/officeDocument/2006/relationships/image" Target="../media/image-1-900.png"/><Relationship Id="rId901" Type="http://schemas.openxmlformats.org/officeDocument/2006/relationships/image" Target="../media/image-1-901.png"/><Relationship Id="rId902" Type="http://schemas.openxmlformats.org/officeDocument/2006/relationships/image" Target="../media/image-1-902.png"/><Relationship Id="rId903" Type="http://schemas.openxmlformats.org/officeDocument/2006/relationships/image" Target="../media/image-1-903.png"/><Relationship Id="rId904" Type="http://schemas.openxmlformats.org/officeDocument/2006/relationships/image" Target="../media/image-1-904.png"/><Relationship Id="rId905" Type="http://schemas.openxmlformats.org/officeDocument/2006/relationships/image" Target="../media/image-1-905.png"/><Relationship Id="rId906" Type="http://schemas.openxmlformats.org/officeDocument/2006/relationships/image" Target="../media/image-1-906.png"/><Relationship Id="rId907" Type="http://schemas.openxmlformats.org/officeDocument/2006/relationships/image" Target="../media/image-1-907.png"/><Relationship Id="rId908" Type="http://schemas.openxmlformats.org/officeDocument/2006/relationships/image" Target="../media/image-1-908.png"/><Relationship Id="rId909" Type="http://schemas.openxmlformats.org/officeDocument/2006/relationships/image" Target="../media/image-1-909.png"/><Relationship Id="rId910" Type="http://schemas.openxmlformats.org/officeDocument/2006/relationships/image" Target="../media/image-1-910.png"/><Relationship Id="rId911" Type="http://schemas.openxmlformats.org/officeDocument/2006/relationships/image" Target="../media/image-1-911.png"/><Relationship Id="rId912" Type="http://schemas.openxmlformats.org/officeDocument/2006/relationships/image" Target="../media/image-1-912.png"/><Relationship Id="rId913" Type="http://schemas.openxmlformats.org/officeDocument/2006/relationships/image" Target="../media/image-1-913.png"/><Relationship Id="rId914" Type="http://schemas.openxmlformats.org/officeDocument/2006/relationships/image" Target="../media/image-1-914.png"/><Relationship Id="rId915" Type="http://schemas.openxmlformats.org/officeDocument/2006/relationships/image" Target="../media/image-1-915.png"/><Relationship Id="rId916" Type="http://schemas.openxmlformats.org/officeDocument/2006/relationships/image" Target="../media/image-1-916.png"/><Relationship Id="rId917" Type="http://schemas.openxmlformats.org/officeDocument/2006/relationships/image" Target="../media/image-1-917.png"/><Relationship Id="rId918" Type="http://schemas.openxmlformats.org/officeDocument/2006/relationships/image" Target="../media/image-1-918.png"/><Relationship Id="rId919" Type="http://schemas.openxmlformats.org/officeDocument/2006/relationships/image" Target="../media/image-1-919.png"/><Relationship Id="rId920" Type="http://schemas.openxmlformats.org/officeDocument/2006/relationships/image" Target="../media/image-1-920.png"/><Relationship Id="rId921" Type="http://schemas.openxmlformats.org/officeDocument/2006/relationships/image" Target="../media/image-1-921.png"/><Relationship Id="rId922" Type="http://schemas.openxmlformats.org/officeDocument/2006/relationships/image" Target="../media/image-1-922.png"/><Relationship Id="rId923" Type="http://schemas.openxmlformats.org/officeDocument/2006/relationships/image" Target="../media/image-1-923.png"/><Relationship Id="rId924" Type="http://schemas.openxmlformats.org/officeDocument/2006/relationships/image" Target="../media/image-1-924.png"/><Relationship Id="rId925" Type="http://schemas.openxmlformats.org/officeDocument/2006/relationships/image" Target="../media/image-1-925.png"/><Relationship Id="rId926" Type="http://schemas.openxmlformats.org/officeDocument/2006/relationships/image" Target="../media/image-1-926.png"/><Relationship Id="rId927" Type="http://schemas.openxmlformats.org/officeDocument/2006/relationships/image" Target="../media/image-1-927.png"/><Relationship Id="rId928" Type="http://schemas.openxmlformats.org/officeDocument/2006/relationships/image" Target="../media/image-1-928.png"/><Relationship Id="rId929" Type="http://schemas.openxmlformats.org/officeDocument/2006/relationships/image" Target="../media/image-1-929.png"/><Relationship Id="rId930" Type="http://schemas.openxmlformats.org/officeDocument/2006/relationships/image" Target="../media/image-1-930.png"/><Relationship Id="rId931" Type="http://schemas.openxmlformats.org/officeDocument/2006/relationships/image" Target="../media/image-1-931.png"/><Relationship Id="rId932" Type="http://schemas.openxmlformats.org/officeDocument/2006/relationships/image" Target="../media/image-1-932.png"/><Relationship Id="rId933" Type="http://schemas.openxmlformats.org/officeDocument/2006/relationships/image" Target="../media/image-1-933.png"/><Relationship Id="rId934" Type="http://schemas.openxmlformats.org/officeDocument/2006/relationships/image" Target="../media/image-1-934.png"/><Relationship Id="rId935" Type="http://schemas.openxmlformats.org/officeDocument/2006/relationships/image" Target="../media/image-1-935.png"/><Relationship Id="rId936" Type="http://schemas.openxmlformats.org/officeDocument/2006/relationships/image" Target="../media/image-1-936.png"/><Relationship Id="rId937" Type="http://schemas.openxmlformats.org/officeDocument/2006/relationships/image" Target="../media/image-1-937.png"/><Relationship Id="rId938" Type="http://schemas.openxmlformats.org/officeDocument/2006/relationships/image" Target="../media/image-1-938.png"/><Relationship Id="rId939" Type="http://schemas.openxmlformats.org/officeDocument/2006/relationships/image" Target="../media/image-1-939.png"/><Relationship Id="rId940" Type="http://schemas.openxmlformats.org/officeDocument/2006/relationships/image" Target="../media/image-1-940.png"/><Relationship Id="rId941" Type="http://schemas.openxmlformats.org/officeDocument/2006/relationships/image" Target="../media/image-1-941.png"/><Relationship Id="rId942" Type="http://schemas.openxmlformats.org/officeDocument/2006/relationships/image" Target="../media/image-1-942.png"/><Relationship Id="rId943" Type="http://schemas.openxmlformats.org/officeDocument/2006/relationships/image" Target="../media/image-1-943.png"/><Relationship Id="rId944" Type="http://schemas.openxmlformats.org/officeDocument/2006/relationships/image" Target="../media/image-1-944.png"/><Relationship Id="rId945" Type="http://schemas.openxmlformats.org/officeDocument/2006/relationships/image" Target="../media/image-1-945.png"/><Relationship Id="rId946" Type="http://schemas.openxmlformats.org/officeDocument/2006/relationships/image" Target="../media/image-1-946.png"/><Relationship Id="rId947" Type="http://schemas.openxmlformats.org/officeDocument/2006/relationships/image" Target="../media/image-1-947.png"/><Relationship Id="rId948" Type="http://schemas.openxmlformats.org/officeDocument/2006/relationships/image" Target="../media/image-1-948.png"/><Relationship Id="rId949" Type="http://schemas.openxmlformats.org/officeDocument/2006/relationships/image" Target="../media/image-1-949.png"/><Relationship Id="rId950" Type="http://schemas.openxmlformats.org/officeDocument/2006/relationships/image" Target="../media/image-1-950.png"/><Relationship Id="rId951" Type="http://schemas.openxmlformats.org/officeDocument/2006/relationships/image" Target="../media/image-1-951.png"/><Relationship Id="rId952" Type="http://schemas.openxmlformats.org/officeDocument/2006/relationships/image" Target="../media/image-1-952.png"/><Relationship Id="rId953" Type="http://schemas.openxmlformats.org/officeDocument/2006/relationships/image" Target="../media/image-1-953.png"/><Relationship Id="rId954" Type="http://schemas.openxmlformats.org/officeDocument/2006/relationships/image" Target="../media/image-1-954.png"/><Relationship Id="rId955" Type="http://schemas.openxmlformats.org/officeDocument/2006/relationships/image" Target="../media/image-1-955.png"/><Relationship Id="rId956" Type="http://schemas.openxmlformats.org/officeDocument/2006/relationships/image" Target="../media/image-1-956.png"/><Relationship Id="rId957" Type="http://schemas.openxmlformats.org/officeDocument/2006/relationships/image" Target="../media/image-1-957.png"/><Relationship Id="rId958" Type="http://schemas.openxmlformats.org/officeDocument/2006/relationships/image" Target="../media/image-1-958.png"/><Relationship Id="rId959" Type="http://schemas.openxmlformats.org/officeDocument/2006/relationships/image" Target="../media/image-1-959.png"/><Relationship Id="rId960" Type="http://schemas.openxmlformats.org/officeDocument/2006/relationships/image" Target="../media/image-1-960.png"/><Relationship Id="rId961" Type="http://schemas.openxmlformats.org/officeDocument/2006/relationships/image" Target="../media/image-1-961.png"/><Relationship Id="rId962" Type="http://schemas.openxmlformats.org/officeDocument/2006/relationships/image" Target="../media/image-1-962.png"/><Relationship Id="rId963" Type="http://schemas.openxmlformats.org/officeDocument/2006/relationships/image" Target="../media/image-1-963.png"/><Relationship Id="rId964" Type="http://schemas.openxmlformats.org/officeDocument/2006/relationships/image" Target="../media/image-1-964.png"/><Relationship Id="rId965" Type="http://schemas.openxmlformats.org/officeDocument/2006/relationships/image" Target="../media/image-1-965.png"/><Relationship Id="rId966" Type="http://schemas.openxmlformats.org/officeDocument/2006/relationships/image" Target="../media/image-1-966.png"/><Relationship Id="rId967" Type="http://schemas.openxmlformats.org/officeDocument/2006/relationships/image" Target="../media/image-1-967.png"/><Relationship Id="rId968" Type="http://schemas.openxmlformats.org/officeDocument/2006/relationships/image" Target="../media/image-1-968.png"/><Relationship Id="rId969" Type="http://schemas.openxmlformats.org/officeDocument/2006/relationships/image" Target="../media/image-1-969.png"/><Relationship Id="rId970" Type="http://schemas.openxmlformats.org/officeDocument/2006/relationships/image" Target="../media/image-1-970.png"/><Relationship Id="rId971" Type="http://schemas.openxmlformats.org/officeDocument/2006/relationships/image" Target="../media/image-1-971.png"/><Relationship Id="rId972" Type="http://schemas.openxmlformats.org/officeDocument/2006/relationships/image" Target="../media/image-1-972.png"/><Relationship Id="rId973" Type="http://schemas.openxmlformats.org/officeDocument/2006/relationships/image" Target="../media/image-1-973.png"/><Relationship Id="rId974" Type="http://schemas.openxmlformats.org/officeDocument/2006/relationships/image" Target="../media/image-1-974.png"/><Relationship Id="rId975" Type="http://schemas.openxmlformats.org/officeDocument/2006/relationships/image" Target="../media/image-1-975.png"/><Relationship Id="rId976" Type="http://schemas.openxmlformats.org/officeDocument/2006/relationships/image" Target="../media/image-1-976.png"/><Relationship Id="rId977" Type="http://schemas.openxmlformats.org/officeDocument/2006/relationships/image" Target="../media/image-1-977.png"/><Relationship Id="rId978" Type="http://schemas.openxmlformats.org/officeDocument/2006/relationships/image" Target="../media/image-1-978.png"/><Relationship Id="rId979" Type="http://schemas.openxmlformats.org/officeDocument/2006/relationships/image" Target="../media/image-1-979.png"/><Relationship Id="rId980" Type="http://schemas.openxmlformats.org/officeDocument/2006/relationships/image" Target="../media/image-1-980.png"/><Relationship Id="rId981" Type="http://schemas.openxmlformats.org/officeDocument/2006/relationships/image" Target="../media/image-1-981.png"/><Relationship Id="rId982" Type="http://schemas.openxmlformats.org/officeDocument/2006/relationships/image" Target="../media/image-1-982.png"/><Relationship Id="rId983" Type="http://schemas.openxmlformats.org/officeDocument/2006/relationships/image" Target="../media/image-1-983.png"/><Relationship Id="rId984" Type="http://schemas.openxmlformats.org/officeDocument/2006/relationships/image" Target="../media/image-1-984.png"/><Relationship Id="rId985" Type="http://schemas.openxmlformats.org/officeDocument/2006/relationships/image" Target="../media/image-1-985.png"/><Relationship Id="rId986" Type="http://schemas.openxmlformats.org/officeDocument/2006/relationships/image" Target="../media/image-1-986.png"/><Relationship Id="rId987" Type="http://schemas.openxmlformats.org/officeDocument/2006/relationships/image" Target="../media/image-1-987.png"/><Relationship Id="rId988" Type="http://schemas.openxmlformats.org/officeDocument/2006/relationships/image" Target="../media/image-1-988.png"/><Relationship Id="rId989" Type="http://schemas.openxmlformats.org/officeDocument/2006/relationships/image" Target="../media/image-1-989.png"/><Relationship Id="rId990" Type="http://schemas.openxmlformats.org/officeDocument/2006/relationships/image" Target="../media/image-1-990.png"/><Relationship Id="rId991" Type="http://schemas.openxmlformats.org/officeDocument/2006/relationships/image" Target="../media/image-1-991.png"/><Relationship Id="rId992" Type="http://schemas.openxmlformats.org/officeDocument/2006/relationships/image" Target="../media/image-1-992.png"/><Relationship Id="rId993" Type="http://schemas.openxmlformats.org/officeDocument/2006/relationships/image" Target="../media/image-1-993.png"/><Relationship Id="rId994" Type="http://schemas.openxmlformats.org/officeDocument/2006/relationships/image" Target="../media/image-1-994.png"/><Relationship Id="rId995" Type="http://schemas.openxmlformats.org/officeDocument/2006/relationships/image" Target="../media/image-1-995.png"/><Relationship Id="rId996" Type="http://schemas.openxmlformats.org/officeDocument/2006/relationships/image" Target="../media/image-1-996.png"/><Relationship Id="rId997" Type="http://schemas.openxmlformats.org/officeDocument/2006/relationships/image" Target="../media/image-1-997.png"/><Relationship Id="rId998" Type="http://schemas.openxmlformats.org/officeDocument/2006/relationships/image" Target="../media/image-1-998.png"/><Relationship Id="rId999" Type="http://schemas.openxmlformats.org/officeDocument/2006/relationships/image" Target="../media/image-1-999.png"/><Relationship Id="rId1000" Type="http://schemas.openxmlformats.org/officeDocument/2006/relationships/image" Target="../media/image-1-1000.png"/><Relationship Id="rId1001" Type="http://schemas.openxmlformats.org/officeDocument/2006/relationships/image" Target="../media/image-1-1001.png"/><Relationship Id="rId1002" Type="http://schemas.openxmlformats.org/officeDocument/2006/relationships/image" Target="../media/image-1-1002.png"/><Relationship Id="rId1003" Type="http://schemas.openxmlformats.org/officeDocument/2006/relationships/image" Target="../media/image-1-1003.png"/><Relationship Id="rId1004" Type="http://schemas.openxmlformats.org/officeDocument/2006/relationships/image" Target="../media/image-1-1004.png"/><Relationship Id="rId1005" Type="http://schemas.openxmlformats.org/officeDocument/2006/relationships/image" Target="../media/image-1-1005.png"/><Relationship Id="rId1006" Type="http://schemas.openxmlformats.org/officeDocument/2006/relationships/image" Target="../media/image-1-1006.png"/><Relationship Id="rId1007" Type="http://schemas.openxmlformats.org/officeDocument/2006/relationships/image" Target="../media/image-1-1007.png"/><Relationship Id="rId1008" Type="http://schemas.openxmlformats.org/officeDocument/2006/relationships/image" Target="../media/image-1-1008.png"/><Relationship Id="rId1009" Type="http://schemas.openxmlformats.org/officeDocument/2006/relationships/image" Target="../media/image-1-1009.png"/><Relationship Id="rId1010" Type="http://schemas.openxmlformats.org/officeDocument/2006/relationships/image" Target="../media/image-1-1010.png"/><Relationship Id="rId1011" Type="http://schemas.openxmlformats.org/officeDocument/2006/relationships/image" Target="../media/image-1-1011.png"/><Relationship Id="rId1012" Type="http://schemas.openxmlformats.org/officeDocument/2006/relationships/image" Target="../media/image-1-1012.png"/><Relationship Id="rId1013" Type="http://schemas.openxmlformats.org/officeDocument/2006/relationships/image" Target="../media/image-1-1013.png"/><Relationship Id="rId1014" Type="http://schemas.openxmlformats.org/officeDocument/2006/relationships/image" Target="../media/image-1-1014.png"/><Relationship Id="rId1015" Type="http://schemas.openxmlformats.org/officeDocument/2006/relationships/image" Target="../media/image-1-1015.png"/><Relationship Id="rId1016" Type="http://schemas.openxmlformats.org/officeDocument/2006/relationships/image" Target="../media/image-1-1016.png"/><Relationship Id="rId1017" Type="http://schemas.openxmlformats.org/officeDocument/2006/relationships/image" Target="../media/image-1-1017.png"/><Relationship Id="rId1018" Type="http://schemas.openxmlformats.org/officeDocument/2006/relationships/image" Target="../media/image-1-1018.png"/><Relationship Id="rId1019" Type="http://schemas.openxmlformats.org/officeDocument/2006/relationships/image" Target="../media/image-1-1019.png"/><Relationship Id="rId1020" Type="http://schemas.openxmlformats.org/officeDocument/2006/relationships/image" Target="../media/image-1-1020.png"/><Relationship Id="rId1021" Type="http://schemas.openxmlformats.org/officeDocument/2006/relationships/image" Target="../media/image-1-1021.png"/><Relationship Id="rId1022" Type="http://schemas.openxmlformats.org/officeDocument/2006/relationships/image" Target="../media/image-1-1022.png"/><Relationship Id="rId1023" Type="http://schemas.openxmlformats.org/officeDocument/2006/relationships/image" Target="../media/image-1-1023.png"/><Relationship Id="rId1024" Type="http://schemas.openxmlformats.org/officeDocument/2006/relationships/image" Target="../media/image-1-1024.png"/><Relationship Id="rId1025" Type="http://schemas.openxmlformats.org/officeDocument/2006/relationships/image" Target="../media/image-1-1025.png"/><Relationship Id="rId1026" Type="http://schemas.openxmlformats.org/officeDocument/2006/relationships/image" Target="../media/image-1-1026.png"/><Relationship Id="rId1027" Type="http://schemas.openxmlformats.org/officeDocument/2006/relationships/image" Target="../media/image-1-1027.png"/><Relationship Id="rId1028" Type="http://schemas.openxmlformats.org/officeDocument/2006/relationships/image" Target="../media/image-1-1028.png"/><Relationship Id="rId1029" Type="http://schemas.openxmlformats.org/officeDocument/2006/relationships/image" Target="../media/image-1-1029.png"/><Relationship Id="rId1030" Type="http://schemas.openxmlformats.org/officeDocument/2006/relationships/image" Target="../media/image-1-1030.png"/><Relationship Id="rId1031" Type="http://schemas.openxmlformats.org/officeDocument/2006/relationships/image" Target="../media/image-1-1031.png"/><Relationship Id="rId1032" Type="http://schemas.openxmlformats.org/officeDocument/2006/relationships/image" Target="../media/image-1-1032.png"/><Relationship Id="rId1033" Type="http://schemas.openxmlformats.org/officeDocument/2006/relationships/image" Target="../media/image-1-1033.png"/><Relationship Id="rId1034" Type="http://schemas.openxmlformats.org/officeDocument/2006/relationships/image" Target="../media/image-1-1034.png"/><Relationship Id="rId1035" Type="http://schemas.openxmlformats.org/officeDocument/2006/relationships/image" Target="../media/image-1-1035.png"/><Relationship Id="rId1036" Type="http://schemas.openxmlformats.org/officeDocument/2006/relationships/image" Target="../media/image-1-1036.png"/><Relationship Id="rId1037" Type="http://schemas.openxmlformats.org/officeDocument/2006/relationships/image" Target="../media/image-1-1037.png"/><Relationship Id="rId1038" Type="http://schemas.openxmlformats.org/officeDocument/2006/relationships/image" Target="../media/image-1-1038.png"/><Relationship Id="rId1039" Type="http://schemas.openxmlformats.org/officeDocument/2006/relationships/image" Target="../media/image-1-1039.png"/><Relationship Id="rId1040" Type="http://schemas.openxmlformats.org/officeDocument/2006/relationships/image" Target="../media/image-1-1040.png"/><Relationship Id="rId1041" Type="http://schemas.openxmlformats.org/officeDocument/2006/relationships/image" Target="../media/image-1-1041.png"/><Relationship Id="rId1042" Type="http://schemas.openxmlformats.org/officeDocument/2006/relationships/image" Target="../media/image-1-1042.png"/><Relationship Id="rId1043" Type="http://schemas.openxmlformats.org/officeDocument/2006/relationships/image" Target="../media/image-1-1043.png"/><Relationship Id="rId1044" Type="http://schemas.openxmlformats.org/officeDocument/2006/relationships/image" Target="../media/image-1-1044.png"/><Relationship Id="rId1045" Type="http://schemas.openxmlformats.org/officeDocument/2006/relationships/image" Target="../media/image-1-1045.png"/><Relationship Id="rId1046" Type="http://schemas.openxmlformats.org/officeDocument/2006/relationships/image" Target="../media/image-1-1046.png"/><Relationship Id="rId1047" Type="http://schemas.openxmlformats.org/officeDocument/2006/relationships/image" Target="../media/image-1-1047.png"/><Relationship Id="rId1048" Type="http://schemas.openxmlformats.org/officeDocument/2006/relationships/image" Target="../media/image-1-1048.png"/><Relationship Id="rId1049" Type="http://schemas.openxmlformats.org/officeDocument/2006/relationships/image" Target="../media/image-1-1049.png"/><Relationship Id="rId1050" Type="http://schemas.openxmlformats.org/officeDocument/2006/relationships/image" Target="../media/image-1-1050.png"/><Relationship Id="rId1051" Type="http://schemas.openxmlformats.org/officeDocument/2006/relationships/image" Target="../media/image-1-1051.png"/><Relationship Id="rId1052" Type="http://schemas.openxmlformats.org/officeDocument/2006/relationships/image" Target="../media/image-1-1052.png"/><Relationship Id="rId1053" Type="http://schemas.openxmlformats.org/officeDocument/2006/relationships/image" Target="../media/image-1-1053.png"/><Relationship Id="rId1054" Type="http://schemas.openxmlformats.org/officeDocument/2006/relationships/image" Target="../media/image-1-1054.png"/><Relationship Id="rId1055" Type="http://schemas.openxmlformats.org/officeDocument/2006/relationships/image" Target="../media/image-1-1055.png"/><Relationship Id="rId1056" Type="http://schemas.openxmlformats.org/officeDocument/2006/relationships/image" Target="../media/image-1-1056.png"/><Relationship Id="rId1057" Type="http://schemas.openxmlformats.org/officeDocument/2006/relationships/image" Target="../media/image-1-1057.png"/><Relationship Id="rId1058" Type="http://schemas.openxmlformats.org/officeDocument/2006/relationships/image" Target="../media/image-1-1058.png"/><Relationship Id="rId1059" Type="http://schemas.openxmlformats.org/officeDocument/2006/relationships/image" Target="../media/image-1-1059.png"/><Relationship Id="rId1060" Type="http://schemas.openxmlformats.org/officeDocument/2006/relationships/image" Target="../media/image-1-1060.png"/><Relationship Id="rId1061" Type="http://schemas.openxmlformats.org/officeDocument/2006/relationships/image" Target="../media/image-1-1061.png"/><Relationship Id="rId1062" Type="http://schemas.openxmlformats.org/officeDocument/2006/relationships/image" Target="../media/image-1-1062.png"/><Relationship Id="rId1063" Type="http://schemas.openxmlformats.org/officeDocument/2006/relationships/image" Target="../media/image-1-1063.png"/><Relationship Id="rId1064" Type="http://schemas.openxmlformats.org/officeDocument/2006/relationships/image" Target="../media/image-1-1064.png"/><Relationship Id="rId1065" Type="http://schemas.openxmlformats.org/officeDocument/2006/relationships/image" Target="../media/image-1-1065.png"/><Relationship Id="rId1066" Type="http://schemas.openxmlformats.org/officeDocument/2006/relationships/image" Target="../media/image-1-1066.png"/><Relationship Id="rId1067" Type="http://schemas.openxmlformats.org/officeDocument/2006/relationships/image" Target="../media/image-1-1067.png"/><Relationship Id="rId1068" Type="http://schemas.openxmlformats.org/officeDocument/2006/relationships/image" Target="../media/image-1-1068.png"/><Relationship Id="rId1069" Type="http://schemas.openxmlformats.org/officeDocument/2006/relationships/image" Target="../media/image-1-1069.png"/><Relationship Id="rId1070" Type="http://schemas.openxmlformats.org/officeDocument/2006/relationships/image" Target="../media/image-1-1070.png"/><Relationship Id="rId1071" Type="http://schemas.openxmlformats.org/officeDocument/2006/relationships/image" Target="../media/image-1-1071.png"/><Relationship Id="rId1072" Type="http://schemas.openxmlformats.org/officeDocument/2006/relationships/image" Target="../media/image-1-1072.png"/><Relationship Id="rId1073" Type="http://schemas.openxmlformats.org/officeDocument/2006/relationships/image" Target="../media/image-1-1073.png"/><Relationship Id="rId1074" Type="http://schemas.openxmlformats.org/officeDocument/2006/relationships/image" Target="../media/image-1-1074.png"/><Relationship Id="rId1075" Type="http://schemas.openxmlformats.org/officeDocument/2006/relationships/image" Target="../media/image-1-1075.png"/><Relationship Id="rId1076" Type="http://schemas.openxmlformats.org/officeDocument/2006/relationships/image" Target="../media/image-1-1076.png"/><Relationship Id="rId1077" Type="http://schemas.openxmlformats.org/officeDocument/2006/relationships/image" Target="../media/image-1-1077.png"/><Relationship Id="rId1078" Type="http://schemas.openxmlformats.org/officeDocument/2006/relationships/image" Target="../media/image-1-1078.png"/><Relationship Id="rId1079" Type="http://schemas.openxmlformats.org/officeDocument/2006/relationships/image" Target="../media/image-1-1079.png"/><Relationship Id="rId1080" Type="http://schemas.openxmlformats.org/officeDocument/2006/relationships/image" Target="../media/image-1-1080.png"/><Relationship Id="rId1081" Type="http://schemas.openxmlformats.org/officeDocument/2006/relationships/image" Target="../media/image-1-1081.png"/><Relationship Id="rId1082" Type="http://schemas.openxmlformats.org/officeDocument/2006/relationships/image" Target="../media/image-1-1082.png"/><Relationship Id="rId1083" Type="http://schemas.openxmlformats.org/officeDocument/2006/relationships/image" Target="../media/image-1-1083.png"/><Relationship Id="rId1084" Type="http://schemas.openxmlformats.org/officeDocument/2006/relationships/image" Target="../media/image-1-1084.png"/><Relationship Id="rId1085" Type="http://schemas.openxmlformats.org/officeDocument/2006/relationships/image" Target="../media/image-1-1085.png"/><Relationship Id="rId1086" Type="http://schemas.openxmlformats.org/officeDocument/2006/relationships/image" Target="../media/image-1-1086.png"/><Relationship Id="rId1087" Type="http://schemas.openxmlformats.org/officeDocument/2006/relationships/image" Target="../media/image-1-1087.png"/><Relationship Id="rId1088" Type="http://schemas.openxmlformats.org/officeDocument/2006/relationships/image" Target="../media/image-1-1088.png"/><Relationship Id="rId1089" Type="http://schemas.openxmlformats.org/officeDocument/2006/relationships/image" Target="../media/image-1-1089.png"/><Relationship Id="rId1090" Type="http://schemas.openxmlformats.org/officeDocument/2006/relationships/image" Target="../media/image-1-1090.png"/><Relationship Id="rId1091" Type="http://schemas.openxmlformats.org/officeDocument/2006/relationships/image" Target="../media/image-1-1091.png"/><Relationship Id="rId1092" Type="http://schemas.openxmlformats.org/officeDocument/2006/relationships/image" Target="../media/image-1-1092.png"/><Relationship Id="rId1093" Type="http://schemas.openxmlformats.org/officeDocument/2006/relationships/image" Target="../media/image-1-1093.png"/><Relationship Id="rId1094" Type="http://schemas.openxmlformats.org/officeDocument/2006/relationships/image" Target="../media/image-1-1094.png"/><Relationship Id="rId1095" Type="http://schemas.openxmlformats.org/officeDocument/2006/relationships/image" Target="../media/image-1-1095.png"/><Relationship Id="rId1096" Type="http://schemas.openxmlformats.org/officeDocument/2006/relationships/image" Target="../media/image-1-1096.png"/><Relationship Id="rId1097" Type="http://schemas.openxmlformats.org/officeDocument/2006/relationships/image" Target="../media/image-1-1097.png"/><Relationship Id="rId1098" Type="http://schemas.openxmlformats.org/officeDocument/2006/relationships/image" Target="../media/image-1-1098.png"/><Relationship Id="rId1099" Type="http://schemas.openxmlformats.org/officeDocument/2006/relationships/image" Target="../media/image-1-1099.png"/><Relationship Id="rId1100" Type="http://schemas.openxmlformats.org/officeDocument/2006/relationships/image" Target="../media/image-1-1100.png"/><Relationship Id="rId1101" Type="http://schemas.openxmlformats.org/officeDocument/2006/relationships/image" Target="../media/image-1-1101.png"/><Relationship Id="rId1102" Type="http://schemas.openxmlformats.org/officeDocument/2006/relationships/image" Target="../media/image-1-1102.png"/><Relationship Id="rId1103" Type="http://schemas.openxmlformats.org/officeDocument/2006/relationships/image" Target="../media/image-1-1103.png"/><Relationship Id="rId1104" Type="http://schemas.openxmlformats.org/officeDocument/2006/relationships/image" Target="../media/image-1-1104.png"/><Relationship Id="rId1105" Type="http://schemas.openxmlformats.org/officeDocument/2006/relationships/image" Target="../media/image-1-1105.png"/><Relationship Id="rId1106" Type="http://schemas.openxmlformats.org/officeDocument/2006/relationships/image" Target="../media/image-1-1106.png"/><Relationship Id="rId1107" Type="http://schemas.openxmlformats.org/officeDocument/2006/relationships/image" Target="../media/image-1-1107.png"/><Relationship Id="rId1108" Type="http://schemas.openxmlformats.org/officeDocument/2006/relationships/image" Target="../media/image-1-1108.png"/><Relationship Id="rId1109" Type="http://schemas.openxmlformats.org/officeDocument/2006/relationships/image" Target="../media/image-1-1109.png"/><Relationship Id="rId1110" Type="http://schemas.openxmlformats.org/officeDocument/2006/relationships/image" Target="../media/image-1-1110.png"/><Relationship Id="rId1111" Type="http://schemas.openxmlformats.org/officeDocument/2006/relationships/image" Target="../media/image-1-1111.png"/><Relationship Id="rId1112" Type="http://schemas.openxmlformats.org/officeDocument/2006/relationships/image" Target="../media/image-1-1112.png"/><Relationship Id="rId1113" Type="http://schemas.openxmlformats.org/officeDocument/2006/relationships/image" Target="../media/image-1-1113.png"/><Relationship Id="rId1114" Type="http://schemas.openxmlformats.org/officeDocument/2006/relationships/image" Target="../media/image-1-1114.png"/><Relationship Id="rId1115" Type="http://schemas.openxmlformats.org/officeDocument/2006/relationships/image" Target="../media/image-1-1115.png"/><Relationship Id="rId1116" Type="http://schemas.openxmlformats.org/officeDocument/2006/relationships/image" Target="../media/image-1-1116.png"/><Relationship Id="rId1117" Type="http://schemas.openxmlformats.org/officeDocument/2006/relationships/image" Target="../media/image-1-1117.png"/><Relationship Id="rId1118" Type="http://schemas.openxmlformats.org/officeDocument/2006/relationships/image" Target="../media/image-1-1118.png"/><Relationship Id="rId1119" Type="http://schemas.openxmlformats.org/officeDocument/2006/relationships/image" Target="../media/image-1-1119.png"/><Relationship Id="rId1120" Type="http://schemas.openxmlformats.org/officeDocument/2006/relationships/image" Target="../media/image-1-1120.png"/><Relationship Id="rId1121" Type="http://schemas.openxmlformats.org/officeDocument/2006/relationships/image" Target="../media/image-1-1121.png"/><Relationship Id="rId1122" Type="http://schemas.openxmlformats.org/officeDocument/2006/relationships/image" Target="../media/image-1-1122.png"/><Relationship Id="rId1123" Type="http://schemas.openxmlformats.org/officeDocument/2006/relationships/image" Target="../media/image-1-1123.png"/><Relationship Id="rId1124" Type="http://schemas.openxmlformats.org/officeDocument/2006/relationships/image" Target="../media/image-1-1124.png"/><Relationship Id="rId1125" Type="http://schemas.openxmlformats.org/officeDocument/2006/relationships/image" Target="../media/image-1-1125.png"/><Relationship Id="rId1126" Type="http://schemas.openxmlformats.org/officeDocument/2006/relationships/image" Target="../media/image-1-1126.png"/><Relationship Id="rId1127" Type="http://schemas.openxmlformats.org/officeDocument/2006/relationships/image" Target="../media/image-1-1127.png"/><Relationship Id="rId1128" Type="http://schemas.openxmlformats.org/officeDocument/2006/relationships/image" Target="../media/image-1-1128.png"/><Relationship Id="rId1129" Type="http://schemas.openxmlformats.org/officeDocument/2006/relationships/image" Target="../media/image-1-1129.png"/><Relationship Id="rId1130" Type="http://schemas.openxmlformats.org/officeDocument/2006/relationships/image" Target="../media/image-1-1130.png"/><Relationship Id="rId1131" Type="http://schemas.openxmlformats.org/officeDocument/2006/relationships/image" Target="../media/image-1-1131.png"/><Relationship Id="rId1132" Type="http://schemas.openxmlformats.org/officeDocument/2006/relationships/image" Target="../media/image-1-1132.png"/><Relationship Id="rId1133" Type="http://schemas.openxmlformats.org/officeDocument/2006/relationships/image" Target="../media/image-1-1133.png"/><Relationship Id="rId1134" Type="http://schemas.openxmlformats.org/officeDocument/2006/relationships/image" Target="../media/image-1-1134.png"/><Relationship Id="rId1135" Type="http://schemas.openxmlformats.org/officeDocument/2006/relationships/image" Target="../media/image-1-1135.png"/><Relationship Id="rId1136" Type="http://schemas.openxmlformats.org/officeDocument/2006/relationships/image" Target="../media/image-1-1136.png"/><Relationship Id="rId1137" Type="http://schemas.openxmlformats.org/officeDocument/2006/relationships/image" Target="../media/image-1-1137.png"/><Relationship Id="rId1138" Type="http://schemas.openxmlformats.org/officeDocument/2006/relationships/image" Target="../media/image-1-1138.png"/><Relationship Id="rId1139" Type="http://schemas.openxmlformats.org/officeDocument/2006/relationships/image" Target="../media/image-1-1139.png"/><Relationship Id="rId1140" Type="http://schemas.openxmlformats.org/officeDocument/2006/relationships/image" Target="../media/image-1-1140.png"/><Relationship Id="rId1141" Type="http://schemas.openxmlformats.org/officeDocument/2006/relationships/image" Target="../media/image-1-1141.png"/><Relationship Id="rId1142" Type="http://schemas.openxmlformats.org/officeDocument/2006/relationships/image" Target="../media/image-1-1142.png"/><Relationship Id="rId1143" Type="http://schemas.openxmlformats.org/officeDocument/2006/relationships/image" Target="../media/image-1-1143.png"/><Relationship Id="rId1144" Type="http://schemas.openxmlformats.org/officeDocument/2006/relationships/image" Target="../media/image-1-1144.png"/><Relationship Id="rId1145" Type="http://schemas.openxmlformats.org/officeDocument/2006/relationships/image" Target="../media/image-1-1145.png"/><Relationship Id="rId1146" Type="http://schemas.openxmlformats.org/officeDocument/2006/relationships/image" Target="../media/image-1-1146.png"/><Relationship Id="rId1147" Type="http://schemas.openxmlformats.org/officeDocument/2006/relationships/image" Target="../media/image-1-1147.png"/><Relationship Id="rId1148" Type="http://schemas.openxmlformats.org/officeDocument/2006/relationships/image" Target="../media/image-1-1148.png"/><Relationship Id="rId1149" Type="http://schemas.openxmlformats.org/officeDocument/2006/relationships/image" Target="../media/image-1-1149.png"/><Relationship Id="rId1150" Type="http://schemas.openxmlformats.org/officeDocument/2006/relationships/image" Target="../media/image-1-1150.png"/><Relationship Id="rId1151" Type="http://schemas.openxmlformats.org/officeDocument/2006/relationships/image" Target="../media/image-1-1151.png"/><Relationship Id="rId1152" Type="http://schemas.openxmlformats.org/officeDocument/2006/relationships/image" Target="../media/image-1-1152.png"/><Relationship Id="rId1153" Type="http://schemas.openxmlformats.org/officeDocument/2006/relationships/image" Target="../media/image-1-1153.png"/><Relationship Id="rId1154" Type="http://schemas.openxmlformats.org/officeDocument/2006/relationships/image" Target="../media/image-1-1154.png"/><Relationship Id="rId1155" Type="http://schemas.openxmlformats.org/officeDocument/2006/relationships/image" Target="../media/image-1-1155.png"/><Relationship Id="rId1156" Type="http://schemas.openxmlformats.org/officeDocument/2006/relationships/image" Target="../media/image-1-1156.png"/><Relationship Id="rId1157" Type="http://schemas.openxmlformats.org/officeDocument/2006/relationships/image" Target="../media/image-1-1157.png"/><Relationship Id="rId1158" Type="http://schemas.openxmlformats.org/officeDocument/2006/relationships/image" Target="../media/image-1-1158.png"/><Relationship Id="rId1159" Type="http://schemas.openxmlformats.org/officeDocument/2006/relationships/image" Target="../media/image-1-1159.png"/><Relationship Id="rId1160" Type="http://schemas.openxmlformats.org/officeDocument/2006/relationships/image" Target="../media/image-1-1160.png"/><Relationship Id="rId1161" Type="http://schemas.openxmlformats.org/officeDocument/2006/relationships/image" Target="../media/image-1-1161.png"/><Relationship Id="rId1162" Type="http://schemas.openxmlformats.org/officeDocument/2006/relationships/image" Target="../media/image-1-1162.png"/><Relationship Id="rId1163" Type="http://schemas.openxmlformats.org/officeDocument/2006/relationships/image" Target="../media/image-1-1163.png"/><Relationship Id="rId1164" Type="http://schemas.openxmlformats.org/officeDocument/2006/relationships/image" Target="../media/image-1-1164.png"/><Relationship Id="rId1165" Type="http://schemas.openxmlformats.org/officeDocument/2006/relationships/image" Target="../media/image-1-1165.png"/><Relationship Id="rId1166" Type="http://schemas.openxmlformats.org/officeDocument/2006/relationships/image" Target="../media/image-1-1166.png"/><Relationship Id="rId1167" Type="http://schemas.openxmlformats.org/officeDocument/2006/relationships/image" Target="../media/image-1-1167.png"/><Relationship Id="rId1168" Type="http://schemas.openxmlformats.org/officeDocument/2006/relationships/image" Target="../media/image-1-1168.png"/><Relationship Id="rId1169" Type="http://schemas.openxmlformats.org/officeDocument/2006/relationships/image" Target="../media/image-1-1169.png"/><Relationship Id="rId1170" Type="http://schemas.openxmlformats.org/officeDocument/2006/relationships/image" Target="../media/image-1-1170.png"/><Relationship Id="rId1171" Type="http://schemas.openxmlformats.org/officeDocument/2006/relationships/image" Target="../media/image-1-1171.png"/><Relationship Id="rId1172" Type="http://schemas.openxmlformats.org/officeDocument/2006/relationships/image" Target="../media/image-1-1172.png"/><Relationship Id="rId1173" Type="http://schemas.openxmlformats.org/officeDocument/2006/relationships/image" Target="../media/image-1-1173.png"/><Relationship Id="rId1174" Type="http://schemas.openxmlformats.org/officeDocument/2006/relationships/image" Target="../media/image-1-1174.png"/><Relationship Id="rId1175" Type="http://schemas.openxmlformats.org/officeDocument/2006/relationships/image" Target="../media/image-1-1175.png"/><Relationship Id="rId1176" Type="http://schemas.openxmlformats.org/officeDocument/2006/relationships/image" Target="../media/image-1-1176.png"/><Relationship Id="rId1177" Type="http://schemas.openxmlformats.org/officeDocument/2006/relationships/image" Target="../media/image-1-1177.png"/><Relationship Id="rId1178" Type="http://schemas.openxmlformats.org/officeDocument/2006/relationships/image" Target="../media/image-1-1178.png"/><Relationship Id="rId1179" Type="http://schemas.openxmlformats.org/officeDocument/2006/relationships/image" Target="../media/image-1-1179.png"/><Relationship Id="rId1180" Type="http://schemas.openxmlformats.org/officeDocument/2006/relationships/image" Target="../media/image-1-1180.png"/><Relationship Id="rId1181" Type="http://schemas.openxmlformats.org/officeDocument/2006/relationships/image" Target="../media/image-1-1181.png"/><Relationship Id="rId1182" Type="http://schemas.openxmlformats.org/officeDocument/2006/relationships/image" Target="../media/image-1-1182.png"/><Relationship Id="rId1183" Type="http://schemas.openxmlformats.org/officeDocument/2006/relationships/image" Target="../media/image-1-1183.png"/><Relationship Id="rId1184" Type="http://schemas.openxmlformats.org/officeDocument/2006/relationships/image" Target="../media/image-1-1184.png"/><Relationship Id="rId1185" Type="http://schemas.openxmlformats.org/officeDocument/2006/relationships/image" Target="../media/image-1-1185.png"/><Relationship Id="rId1186" Type="http://schemas.openxmlformats.org/officeDocument/2006/relationships/image" Target="../media/image-1-1186.png"/><Relationship Id="rId1187" Type="http://schemas.openxmlformats.org/officeDocument/2006/relationships/image" Target="../media/image-1-1187.png"/><Relationship Id="rId1188" Type="http://schemas.openxmlformats.org/officeDocument/2006/relationships/image" Target="../media/image-1-1188.png"/><Relationship Id="rId1189" Type="http://schemas.openxmlformats.org/officeDocument/2006/relationships/image" Target="../media/image-1-1189.png"/><Relationship Id="rId1190" Type="http://schemas.openxmlformats.org/officeDocument/2006/relationships/image" Target="../media/image-1-1190.png"/><Relationship Id="rId1191" Type="http://schemas.openxmlformats.org/officeDocument/2006/relationships/image" Target="../media/image-1-1191.png"/><Relationship Id="rId1192" Type="http://schemas.openxmlformats.org/officeDocument/2006/relationships/image" Target="../media/image-1-1192.png"/><Relationship Id="rId1193" Type="http://schemas.openxmlformats.org/officeDocument/2006/relationships/image" Target="../media/image-1-1193.png"/><Relationship Id="rId1194" Type="http://schemas.openxmlformats.org/officeDocument/2006/relationships/image" Target="../media/image-1-1194.png"/><Relationship Id="rId1195" Type="http://schemas.openxmlformats.org/officeDocument/2006/relationships/image" Target="../media/image-1-1195.png"/><Relationship Id="rId1196" Type="http://schemas.openxmlformats.org/officeDocument/2006/relationships/image" Target="../media/image-1-1196.png"/><Relationship Id="rId1197" Type="http://schemas.openxmlformats.org/officeDocument/2006/relationships/image" Target="../media/image-1-1197.png"/><Relationship Id="rId1198" Type="http://schemas.openxmlformats.org/officeDocument/2006/relationships/image" Target="../media/image-1-1198.png"/><Relationship Id="rId1199" Type="http://schemas.openxmlformats.org/officeDocument/2006/relationships/image" Target="../media/image-1-1199.png"/><Relationship Id="rId1200" Type="http://schemas.openxmlformats.org/officeDocument/2006/relationships/image" Target="../media/image-1-1200.png"/><Relationship Id="rId1201" Type="http://schemas.openxmlformats.org/officeDocument/2006/relationships/image" Target="../media/image-1-1201.png"/><Relationship Id="rId1202" Type="http://schemas.openxmlformats.org/officeDocument/2006/relationships/image" Target="../media/image-1-1202.png"/><Relationship Id="rId1203" Type="http://schemas.openxmlformats.org/officeDocument/2006/relationships/image" Target="../media/image-1-1203.png"/><Relationship Id="rId1204" Type="http://schemas.openxmlformats.org/officeDocument/2006/relationships/image" Target="../media/image-1-1204.png"/><Relationship Id="rId1205" Type="http://schemas.openxmlformats.org/officeDocument/2006/relationships/image" Target="../media/image-1-1205.png"/><Relationship Id="rId1206" Type="http://schemas.openxmlformats.org/officeDocument/2006/relationships/image" Target="../media/image-1-1206.png"/><Relationship Id="rId1207" Type="http://schemas.openxmlformats.org/officeDocument/2006/relationships/image" Target="../media/image-1-1207.png"/><Relationship Id="rId1208" Type="http://schemas.openxmlformats.org/officeDocument/2006/relationships/image" Target="../media/image-1-1208.png"/><Relationship Id="rId1209" Type="http://schemas.openxmlformats.org/officeDocument/2006/relationships/image" Target="../media/image-1-1209.png"/><Relationship Id="rId1210" Type="http://schemas.openxmlformats.org/officeDocument/2006/relationships/image" Target="../media/image-1-1210.png"/><Relationship Id="rId1211" Type="http://schemas.openxmlformats.org/officeDocument/2006/relationships/image" Target="../media/image-1-1211.png"/><Relationship Id="rId1212" Type="http://schemas.openxmlformats.org/officeDocument/2006/relationships/image" Target="../media/image-1-1212.png"/><Relationship Id="rId1213" Type="http://schemas.openxmlformats.org/officeDocument/2006/relationships/image" Target="../media/image-1-1213.png"/><Relationship Id="rId1214" Type="http://schemas.openxmlformats.org/officeDocument/2006/relationships/image" Target="../media/image-1-1214.png"/><Relationship Id="rId1215" Type="http://schemas.openxmlformats.org/officeDocument/2006/relationships/image" Target="../media/image-1-1215.png"/><Relationship Id="rId1216" Type="http://schemas.openxmlformats.org/officeDocument/2006/relationships/image" Target="../media/image-1-1216.png"/><Relationship Id="rId1217" Type="http://schemas.openxmlformats.org/officeDocument/2006/relationships/image" Target="../media/image-1-1217.png"/><Relationship Id="rId1218" Type="http://schemas.openxmlformats.org/officeDocument/2006/relationships/image" Target="../media/image-1-1218.png"/><Relationship Id="rId1219" Type="http://schemas.openxmlformats.org/officeDocument/2006/relationships/image" Target="../media/image-1-1219.png"/><Relationship Id="rId1220" Type="http://schemas.openxmlformats.org/officeDocument/2006/relationships/image" Target="../media/image-1-1220.png"/><Relationship Id="rId1221" Type="http://schemas.openxmlformats.org/officeDocument/2006/relationships/image" Target="../media/image-1-1221.png"/><Relationship Id="rId1222" Type="http://schemas.openxmlformats.org/officeDocument/2006/relationships/image" Target="../media/image-1-1222.png"/><Relationship Id="rId1223" Type="http://schemas.openxmlformats.org/officeDocument/2006/relationships/image" Target="../media/image-1-1223.png"/><Relationship Id="rId1224" Type="http://schemas.openxmlformats.org/officeDocument/2006/relationships/image" Target="../media/image-1-1224.png"/><Relationship Id="rId1225" Type="http://schemas.openxmlformats.org/officeDocument/2006/relationships/image" Target="../media/image-1-1225.png"/><Relationship Id="rId1226" Type="http://schemas.openxmlformats.org/officeDocument/2006/relationships/image" Target="../media/image-1-1226.png"/><Relationship Id="rId1227" Type="http://schemas.openxmlformats.org/officeDocument/2006/relationships/image" Target="../media/image-1-1227.png"/><Relationship Id="rId1228" Type="http://schemas.openxmlformats.org/officeDocument/2006/relationships/image" Target="../media/image-1-1228.png"/><Relationship Id="rId1229" Type="http://schemas.openxmlformats.org/officeDocument/2006/relationships/image" Target="../media/image-1-1229.png"/><Relationship Id="rId1230" Type="http://schemas.openxmlformats.org/officeDocument/2006/relationships/image" Target="../media/image-1-1230.png"/><Relationship Id="rId1231" Type="http://schemas.openxmlformats.org/officeDocument/2006/relationships/image" Target="../media/image-1-1231.png"/><Relationship Id="rId1232" Type="http://schemas.openxmlformats.org/officeDocument/2006/relationships/image" Target="../media/image-1-1232.png"/><Relationship Id="rId1233" Type="http://schemas.openxmlformats.org/officeDocument/2006/relationships/image" Target="../media/image-1-1233.png"/><Relationship Id="rId1234" Type="http://schemas.openxmlformats.org/officeDocument/2006/relationships/image" Target="../media/image-1-1234.png"/><Relationship Id="rId1235" Type="http://schemas.openxmlformats.org/officeDocument/2006/relationships/image" Target="../media/image-1-1235.png"/><Relationship Id="rId1236" Type="http://schemas.openxmlformats.org/officeDocument/2006/relationships/image" Target="../media/image-1-1236.png"/><Relationship Id="rId1237" Type="http://schemas.openxmlformats.org/officeDocument/2006/relationships/image" Target="../media/image-1-1237.png"/><Relationship Id="rId1238" Type="http://schemas.openxmlformats.org/officeDocument/2006/relationships/image" Target="../media/image-1-1238.png"/><Relationship Id="rId1239" Type="http://schemas.openxmlformats.org/officeDocument/2006/relationships/image" Target="../media/image-1-1239.png"/><Relationship Id="rId1240" Type="http://schemas.openxmlformats.org/officeDocument/2006/relationships/image" Target="../media/image-1-1240.png"/><Relationship Id="rId1241" Type="http://schemas.openxmlformats.org/officeDocument/2006/relationships/image" Target="../media/image-1-1241.png"/><Relationship Id="rId1242" Type="http://schemas.openxmlformats.org/officeDocument/2006/relationships/image" Target="../media/image-1-1242.png"/><Relationship Id="rId1243" Type="http://schemas.openxmlformats.org/officeDocument/2006/relationships/image" Target="../media/image-1-1243.png"/><Relationship Id="rId1244" Type="http://schemas.openxmlformats.org/officeDocument/2006/relationships/image" Target="../media/image-1-1244.png"/><Relationship Id="rId1245" Type="http://schemas.openxmlformats.org/officeDocument/2006/relationships/image" Target="../media/image-1-1245.png"/><Relationship Id="rId1246" Type="http://schemas.openxmlformats.org/officeDocument/2006/relationships/image" Target="../media/image-1-1246.png"/><Relationship Id="rId1247" Type="http://schemas.openxmlformats.org/officeDocument/2006/relationships/image" Target="../media/image-1-1247.png"/><Relationship Id="rId1248" Type="http://schemas.openxmlformats.org/officeDocument/2006/relationships/image" Target="../media/image-1-1248.png"/><Relationship Id="rId1249" Type="http://schemas.openxmlformats.org/officeDocument/2006/relationships/image" Target="../media/image-1-1249.png"/><Relationship Id="rId1250" Type="http://schemas.openxmlformats.org/officeDocument/2006/relationships/image" Target="../media/image-1-1250.png"/><Relationship Id="rId1251" Type="http://schemas.openxmlformats.org/officeDocument/2006/relationships/image" Target="../media/image-1-1251.png"/><Relationship Id="rId1252" Type="http://schemas.openxmlformats.org/officeDocument/2006/relationships/image" Target="../media/image-1-1252.png"/><Relationship Id="rId1253" Type="http://schemas.openxmlformats.org/officeDocument/2006/relationships/image" Target="../media/image-1-1253.png"/><Relationship Id="rId1254" Type="http://schemas.openxmlformats.org/officeDocument/2006/relationships/image" Target="../media/image-1-1254.png"/><Relationship Id="rId1255" Type="http://schemas.openxmlformats.org/officeDocument/2006/relationships/image" Target="../media/image-1-1255.png"/><Relationship Id="rId1256" Type="http://schemas.openxmlformats.org/officeDocument/2006/relationships/image" Target="../media/image-1-1256.png"/><Relationship Id="rId1257" Type="http://schemas.openxmlformats.org/officeDocument/2006/relationships/image" Target="../media/image-1-1257.png"/><Relationship Id="rId1258" Type="http://schemas.openxmlformats.org/officeDocument/2006/relationships/image" Target="../media/image-1-1258.png"/><Relationship Id="rId1259" Type="http://schemas.openxmlformats.org/officeDocument/2006/relationships/image" Target="../media/image-1-1259.png"/><Relationship Id="rId1260" Type="http://schemas.openxmlformats.org/officeDocument/2006/relationships/image" Target="../media/image-1-1260.png"/><Relationship Id="rId1261" Type="http://schemas.openxmlformats.org/officeDocument/2006/relationships/image" Target="../media/image-1-1261.png"/><Relationship Id="rId1262" Type="http://schemas.openxmlformats.org/officeDocument/2006/relationships/image" Target="../media/image-1-1262.png"/><Relationship Id="rId1263" Type="http://schemas.openxmlformats.org/officeDocument/2006/relationships/image" Target="../media/image-1-1263.png"/><Relationship Id="rId1264" Type="http://schemas.openxmlformats.org/officeDocument/2006/relationships/image" Target="../media/image-1-1264.png"/><Relationship Id="rId1265" Type="http://schemas.openxmlformats.org/officeDocument/2006/relationships/image" Target="../media/image-1-1265.png"/><Relationship Id="rId1266" Type="http://schemas.openxmlformats.org/officeDocument/2006/relationships/image" Target="../media/image-1-1266.png"/><Relationship Id="rId1267" Type="http://schemas.openxmlformats.org/officeDocument/2006/relationships/image" Target="../media/image-1-1267.png"/><Relationship Id="rId1268" Type="http://schemas.openxmlformats.org/officeDocument/2006/relationships/image" Target="../media/image-1-1268.png"/><Relationship Id="rId1269" Type="http://schemas.openxmlformats.org/officeDocument/2006/relationships/image" Target="../media/image-1-1269.png"/><Relationship Id="rId1270" Type="http://schemas.openxmlformats.org/officeDocument/2006/relationships/image" Target="../media/image-1-1270.png"/><Relationship Id="rId1271" Type="http://schemas.openxmlformats.org/officeDocument/2006/relationships/image" Target="../media/image-1-1271.png"/><Relationship Id="rId1272" Type="http://schemas.openxmlformats.org/officeDocument/2006/relationships/image" Target="../media/image-1-1272.png"/><Relationship Id="rId1273" Type="http://schemas.openxmlformats.org/officeDocument/2006/relationships/image" Target="../media/image-1-1273.png"/><Relationship Id="rId1274" Type="http://schemas.openxmlformats.org/officeDocument/2006/relationships/image" Target="../media/image-1-1274.png"/><Relationship Id="rId1275" Type="http://schemas.openxmlformats.org/officeDocument/2006/relationships/image" Target="../media/image-1-1275.png"/><Relationship Id="rId1276" Type="http://schemas.openxmlformats.org/officeDocument/2006/relationships/image" Target="../media/image-1-1276.png"/><Relationship Id="rId1277" Type="http://schemas.openxmlformats.org/officeDocument/2006/relationships/image" Target="../media/image-1-1277.png"/><Relationship Id="rId1278" Type="http://schemas.openxmlformats.org/officeDocument/2006/relationships/image" Target="../media/image-1-1278.png"/><Relationship Id="rId1279" Type="http://schemas.openxmlformats.org/officeDocument/2006/relationships/image" Target="../media/image-1-1279.png"/><Relationship Id="rId1280" Type="http://schemas.openxmlformats.org/officeDocument/2006/relationships/image" Target="../media/image-1-1280.png"/><Relationship Id="rId1281" Type="http://schemas.openxmlformats.org/officeDocument/2006/relationships/image" Target="../media/image-1-1281.png"/><Relationship Id="rId1282" Type="http://schemas.openxmlformats.org/officeDocument/2006/relationships/image" Target="../media/image-1-1282.png"/><Relationship Id="rId1283" Type="http://schemas.openxmlformats.org/officeDocument/2006/relationships/image" Target="../media/image-1-1283.png"/><Relationship Id="rId1284" Type="http://schemas.openxmlformats.org/officeDocument/2006/relationships/image" Target="../media/image-1-1284.png"/><Relationship Id="rId1285" Type="http://schemas.openxmlformats.org/officeDocument/2006/relationships/image" Target="../media/image-1-1285.png"/><Relationship Id="rId1286" Type="http://schemas.openxmlformats.org/officeDocument/2006/relationships/image" Target="../media/image-1-1286.png"/><Relationship Id="rId1287" Type="http://schemas.openxmlformats.org/officeDocument/2006/relationships/image" Target="../media/image-1-1287.png"/><Relationship Id="rId1288" Type="http://schemas.openxmlformats.org/officeDocument/2006/relationships/image" Target="../media/image-1-1288.png"/><Relationship Id="rId1289" Type="http://schemas.openxmlformats.org/officeDocument/2006/relationships/image" Target="../media/image-1-1289.png"/><Relationship Id="rId1290" Type="http://schemas.openxmlformats.org/officeDocument/2006/relationships/image" Target="../media/image-1-1290.png"/><Relationship Id="rId1291" Type="http://schemas.openxmlformats.org/officeDocument/2006/relationships/image" Target="../media/image-1-1291.png"/><Relationship Id="rId1292" Type="http://schemas.openxmlformats.org/officeDocument/2006/relationships/image" Target="../media/image-1-1292.png"/><Relationship Id="rId1293" Type="http://schemas.openxmlformats.org/officeDocument/2006/relationships/image" Target="../media/image-1-1293.png"/><Relationship Id="rId1294" Type="http://schemas.openxmlformats.org/officeDocument/2006/relationships/image" Target="../media/image-1-1294.png"/><Relationship Id="rId1295" Type="http://schemas.openxmlformats.org/officeDocument/2006/relationships/image" Target="../media/image-1-1295.png"/><Relationship Id="rId1296" Type="http://schemas.openxmlformats.org/officeDocument/2006/relationships/image" Target="../media/image-1-1296.png"/><Relationship Id="rId1297" Type="http://schemas.openxmlformats.org/officeDocument/2006/relationships/image" Target="../media/image-1-1297.png"/><Relationship Id="rId1298" Type="http://schemas.openxmlformats.org/officeDocument/2006/relationships/image" Target="../media/image-1-1298.png"/><Relationship Id="rId1299" Type="http://schemas.openxmlformats.org/officeDocument/2006/relationships/image" Target="../media/image-1-1299.png"/><Relationship Id="rId1300" Type="http://schemas.openxmlformats.org/officeDocument/2006/relationships/image" Target="../media/image-1-1300.png"/><Relationship Id="rId1301" Type="http://schemas.openxmlformats.org/officeDocument/2006/relationships/image" Target="../media/image-1-1301.png"/><Relationship Id="rId1302" Type="http://schemas.openxmlformats.org/officeDocument/2006/relationships/image" Target="../media/image-1-1302.png"/><Relationship Id="rId1303" Type="http://schemas.openxmlformats.org/officeDocument/2006/relationships/image" Target="../media/image-1-1303.png"/><Relationship Id="rId1304" Type="http://schemas.openxmlformats.org/officeDocument/2006/relationships/image" Target="../media/image-1-1304.png"/><Relationship Id="rId1305" Type="http://schemas.openxmlformats.org/officeDocument/2006/relationships/image" Target="../media/image-1-1305.png"/><Relationship Id="rId1306" Type="http://schemas.openxmlformats.org/officeDocument/2006/relationships/image" Target="../media/image-1-1306.png"/><Relationship Id="rId1307" Type="http://schemas.openxmlformats.org/officeDocument/2006/relationships/image" Target="../media/image-1-1307.png"/><Relationship Id="rId1308" Type="http://schemas.openxmlformats.org/officeDocument/2006/relationships/image" Target="../media/image-1-1308.png"/><Relationship Id="rId1309" Type="http://schemas.openxmlformats.org/officeDocument/2006/relationships/image" Target="../media/image-1-1309.png"/><Relationship Id="rId1310" Type="http://schemas.openxmlformats.org/officeDocument/2006/relationships/image" Target="../media/image-1-1310.png"/><Relationship Id="rId1311" Type="http://schemas.openxmlformats.org/officeDocument/2006/relationships/image" Target="../media/image-1-1311.png"/><Relationship Id="rId1312" Type="http://schemas.openxmlformats.org/officeDocument/2006/relationships/image" Target="../media/image-1-1312.png"/><Relationship Id="rId1313" Type="http://schemas.openxmlformats.org/officeDocument/2006/relationships/image" Target="../media/image-1-1313.png"/><Relationship Id="rId1314" Type="http://schemas.openxmlformats.org/officeDocument/2006/relationships/image" Target="../media/image-1-1314.png"/><Relationship Id="rId1315" Type="http://schemas.openxmlformats.org/officeDocument/2006/relationships/image" Target="../media/image-1-1315.png"/><Relationship Id="rId1316" Type="http://schemas.openxmlformats.org/officeDocument/2006/relationships/image" Target="../media/image-1-1316.png"/><Relationship Id="rId1317" Type="http://schemas.openxmlformats.org/officeDocument/2006/relationships/image" Target="../media/image-1-1317.png"/><Relationship Id="rId1318" Type="http://schemas.openxmlformats.org/officeDocument/2006/relationships/image" Target="../media/image-1-1318.png"/><Relationship Id="rId1319" Type="http://schemas.openxmlformats.org/officeDocument/2006/relationships/image" Target="../media/image-1-1319.png"/><Relationship Id="rId1320" Type="http://schemas.openxmlformats.org/officeDocument/2006/relationships/image" Target="../media/image-1-1320.png"/><Relationship Id="rId1321" Type="http://schemas.openxmlformats.org/officeDocument/2006/relationships/image" Target="../media/image-1-1321.png"/><Relationship Id="rId1322" Type="http://schemas.openxmlformats.org/officeDocument/2006/relationships/image" Target="../media/image-1-1322.png"/><Relationship Id="rId1323" Type="http://schemas.openxmlformats.org/officeDocument/2006/relationships/image" Target="../media/image-1-1323.png"/><Relationship Id="rId1324" Type="http://schemas.openxmlformats.org/officeDocument/2006/relationships/image" Target="../media/image-1-1324.png"/><Relationship Id="rId1325" Type="http://schemas.openxmlformats.org/officeDocument/2006/relationships/image" Target="../media/image-1-1325.png"/><Relationship Id="rId1326" Type="http://schemas.openxmlformats.org/officeDocument/2006/relationships/image" Target="../media/image-1-1326.png"/><Relationship Id="rId1327" Type="http://schemas.openxmlformats.org/officeDocument/2006/relationships/image" Target="../media/image-1-1327.png"/><Relationship Id="rId1328" Type="http://schemas.openxmlformats.org/officeDocument/2006/relationships/image" Target="../media/image-1-1328.png"/><Relationship Id="rId1329" Type="http://schemas.openxmlformats.org/officeDocument/2006/relationships/image" Target="../media/image-1-1329.png"/><Relationship Id="rId1330" Type="http://schemas.openxmlformats.org/officeDocument/2006/relationships/image" Target="../media/image-1-1330.png"/><Relationship Id="rId1331" Type="http://schemas.openxmlformats.org/officeDocument/2006/relationships/image" Target="../media/image-1-1331.png"/><Relationship Id="rId1332" Type="http://schemas.openxmlformats.org/officeDocument/2006/relationships/image" Target="../media/image-1-1332.png"/><Relationship Id="rId1333" Type="http://schemas.openxmlformats.org/officeDocument/2006/relationships/image" Target="../media/image-1-1333.png"/><Relationship Id="rId1334" Type="http://schemas.openxmlformats.org/officeDocument/2006/relationships/image" Target="../media/image-1-1334.png"/><Relationship Id="rId1335" Type="http://schemas.openxmlformats.org/officeDocument/2006/relationships/image" Target="../media/image-1-1335.png"/><Relationship Id="rId1336" Type="http://schemas.openxmlformats.org/officeDocument/2006/relationships/image" Target="../media/image-1-1336.png"/><Relationship Id="rId1337" Type="http://schemas.openxmlformats.org/officeDocument/2006/relationships/image" Target="../media/image-1-1337.png"/><Relationship Id="rId1338" Type="http://schemas.openxmlformats.org/officeDocument/2006/relationships/image" Target="../media/image-1-1338.png"/><Relationship Id="rId1339" Type="http://schemas.openxmlformats.org/officeDocument/2006/relationships/image" Target="../media/image-1-1339.png"/><Relationship Id="rId1340" Type="http://schemas.openxmlformats.org/officeDocument/2006/relationships/image" Target="../media/image-1-1340.png"/><Relationship Id="rId1341" Type="http://schemas.openxmlformats.org/officeDocument/2006/relationships/image" Target="../media/image-1-1341.png"/><Relationship Id="rId1342" Type="http://schemas.openxmlformats.org/officeDocument/2006/relationships/image" Target="../media/image-1-1342.png"/><Relationship Id="rId1343" Type="http://schemas.openxmlformats.org/officeDocument/2006/relationships/image" Target="../media/image-1-1343.png"/><Relationship Id="rId1344" Type="http://schemas.openxmlformats.org/officeDocument/2006/relationships/image" Target="../media/image-1-1344.png"/><Relationship Id="rId1345" Type="http://schemas.openxmlformats.org/officeDocument/2006/relationships/image" Target="../media/image-1-1345.png"/><Relationship Id="rId1346" Type="http://schemas.openxmlformats.org/officeDocument/2006/relationships/image" Target="../media/image-1-1346.png"/><Relationship Id="rId1347" Type="http://schemas.openxmlformats.org/officeDocument/2006/relationships/image" Target="../media/image-1-1347.png"/><Relationship Id="rId1348" Type="http://schemas.openxmlformats.org/officeDocument/2006/relationships/image" Target="../media/image-1-1348.png"/><Relationship Id="rId1349" Type="http://schemas.openxmlformats.org/officeDocument/2006/relationships/image" Target="../media/image-1-1349.png"/><Relationship Id="rId1350" Type="http://schemas.openxmlformats.org/officeDocument/2006/relationships/image" Target="../media/image-1-1350.png"/><Relationship Id="rId1351" Type="http://schemas.openxmlformats.org/officeDocument/2006/relationships/image" Target="../media/image-1-1351.png"/><Relationship Id="rId1352" Type="http://schemas.openxmlformats.org/officeDocument/2006/relationships/image" Target="../media/image-1-1352.png"/><Relationship Id="rId1353" Type="http://schemas.openxmlformats.org/officeDocument/2006/relationships/image" Target="../media/image-1-1353.png"/><Relationship Id="rId1354" Type="http://schemas.openxmlformats.org/officeDocument/2006/relationships/image" Target="../media/image-1-1354.png"/><Relationship Id="rId1355" Type="http://schemas.openxmlformats.org/officeDocument/2006/relationships/image" Target="../media/image-1-1355.png"/><Relationship Id="rId1356" Type="http://schemas.openxmlformats.org/officeDocument/2006/relationships/image" Target="../media/image-1-1356.png"/><Relationship Id="rId1357" Type="http://schemas.openxmlformats.org/officeDocument/2006/relationships/image" Target="../media/image-1-1357.png"/><Relationship Id="rId1358" Type="http://schemas.openxmlformats.org/officeDocument/2006/relationships/image" Target="../media/image-1-1358.png"/><Relationship Id="rId1359" Type="http://schemas.openxmlformats.org/officeDocument/2006/relationships/image" Target="../media/image-1-1359.png"/><Relationship Id="rId1360" Type="http://schemas.openxmlformats.org/officeDocument/2006/relationships/image" Target="../media/image-1-1360.png"/><Relationship Id="rId1361" Type="http://schemas.openxmlformats.org/officeDocument/2006/relationships/image" Target="../media/image-1-1361.png"/><Relationship Id="rId1362" Type="http://schemas.openxmlformats.org/officeDocument/2006/relationships/image" Target="../media/image-1-1362.png"/><Relationship Id="rId1363" Type="http://schemas.openxmlformats.org/officeDocument/2006/relationships/image" Target="../media/image-1-1363.png"/><Relationship Id="rId1364" Type="http://schemas.openxmlformats.org/officeDocument/2006/relationships/image" Target="../media/image-1-1364.png"/><Relationship Id="rId1365" Type="http://schemas.openxmlformats.org/officeDocument/2006/relationships/image" Target="../media/image-1-1365.png"/><Relationship Id="rId1366" Type="http://schemas.openxmlformats.org/officeDocument/2006/relationships/image" Target="../media/image-1-1366.png"/><Relationship Id="rId1367" Type="http://schemas.openxmlformats.org/officeDocument/2006/relationships/image" Target="../media/image-1-1367.png"/><Relationship Id="rId1368" Type="http://schemas.openxmlformats.org/officeDocument/2006/relationships/image" Target="../media/image-1-1368.png"/><Relationship Id="rId1369" Type="http://schemas.openxmlformats.org/officeDocument/2006/relationships/image" Target="../media/image-1-1369.png"/><Relationship Id="rId1370" Type="http://schemas.openxmlformats.org/officeDocument/2006/relationships/image" Target="../media/image-1-1370.png"/><Relationship Id="rId1371" Type="http://schemas.openxmlformats.org/officeDocument/2006/relationships/image" Target="../media/image-1-1371.png"/><Relationship Id="rId1372" Type="http://schemas.openxmlformats.org/officeDocument/2006/relationships/image" Target="../media/image-1-1372.png"/><Relationship Id="rId1373" Type="http://schemas.openxmlformats.org/officeDocument/2006/relationships/image" Target="../media/image-1-1373.png"/><Relationship Id="rId1374" Type="http://schemas.openxmlformats.org/officeDocument/2006/relationships/image" Target="../media/image-1-1374.png"/><Relationship Id="rId1375" Type="http://schemas.openxmlformats.org/officeDocument/2006/relationships/image" Target="../media/image-1-1375.png"/><Relationship Id="rId1376" Type="http://schemas.openxmlformats.org/officeDocument/2006/relationships/image" Target="../media/image-1-1376.png"/><Relationship Id="rId1377" Type="http://schemas.openxmlformats.org/officeDocument/2006/relationships/image" Target="../media/image-1-1377.png"/><Relationship Id="rId1378" Type="http://schemas.openxmlformats.org/officeDocument/2006/relationships/image" Target="../media/image-1-1378.png"/><Relationship Id="rId1379" Type="http://schemas.openxmlformats.org/officeDocument/2006/relationships/image" Target="../media/image-1-1379.png"/><Relationship Id="rId1380" Type="http://schemas.openxmlformats.org/officeDocument/2006/relationships/image" Target="../media/image-1-1380.png"/><Relationship Id="rId1381" Type="http://schemas.openxmlformats.org/officeDocument/2006/relationships/image" Target="../media/image-1-1381.png"/><Relationship Id="rId1382" Type="http://schemas.openxmlformats.org/officeDocument/2006/relationships/image" Target="../media/image-1-1382.png"/><Relationship Id="rId1383" Type="http://schemas.openxmlformats.org/officeDocument/2006/relationships/image" Target="../media/image-1-1383.png"/><Relationship Id="rId1384" Type="http://schemas.openxmlformats.org/officeDocument/2006/relationships/image" Target="../media/image-1-1384.png"/><Relationship Id="rId1385" Type="http://schemas.openxmlformats.org/officeDocument/2006/relationships/image" Target="../media/image-1-1385.png"/><Relationship Id="rId1386" Type="http://schemas.openxmlformats.org/officeDocument/2006/relationships/image" Target="../media/image-1-1386.png"/><Relationship Id="rId1387" Type="http://schemas.openxmlformats.org/officeDocument/2006/relationships/image" Target="../media/image-1-1387.png"/><Relationship Id="rId1388" Type="http://schemas.openxmlformats.org/officeDocument/2006/relationships/image" Target="../media/image-1-1388.png"/><Relationship Id="rId1389" Type="http://schemas.openxmlformats.org/officeDocument/2006/relationships/image" Target="../media/image-1-1389.png"/><Relationship Id="rId1390" Type="http://schemas.openxmlformats.org/officeDocument/2006/relationships/image" Target="../media/image-1-1390.png"/><Relationship Id="rId1391" Type="http://schemas.openxmlformats.org/officeDocument/2006/relationships/image" Target="../media/image-1-1391.png"/><Relationship Id="rId1392" Type="http://schemas.openxmlformats.org/officeDocument/2006/relationships/image" Target="../media/image-1-1392.png"/><Relationship Id="rId1393" Type="http://schemas.openxmlformats.org/officeDocument/2006/relationships/image" Target="../media/image-1-1393.png"/><Relationship Id="rId1394" Type="http://schemas.openxmlformats.org/officeDocument/2006/relationships/image" Target="../media/image-1-1394.png"/><Relationship Id="rId1395" Type="http://schemas.openxmlformats.org/officeDocument/2006/relationships/image" Target="../media/image-1-1395.png"/><Relationship Id="rId1396" Type="http://schemas.openxmlformats.org/officeDocument/2006/relationships/image" Target="../media/image-1-1396.png"/><Relationship Id="rId1397" Type="http://schemas.openxmlformats.org/officeDocument/2006/relationships/image" Target="../media/image-1-1397.png"/><Relationship Id="rId1398" Type="http://schemas.openxmlformats.org/officeDocument/2006/relationships/image" Target="../media/image-1-1398.png"/><Relationship Id="rId1399" Type="http://schemas.openxmlformats.org/officeDocument/2006/relationships/image" Target="../media/image-1-1399.png"/><Relationship Id="rId1400" Type="http://schemas.openxmlformats.org/officeDocument/2006/relationships/image" Target="../media/image-1-1400.png"/><Relationship Id="rId1401" Type="http://schemas.openxmlformats.org/officeDocument/2006/relationships/image" Target="../media/image-1-1401.png"/><Relationship Id="rId1402" Type="http://schemas.openxmlformats.org/officeDocument/2006/relationships/image" Target="../media/image-1-1402.png"/><Relationship Id="rId1403" Type="http://schemas.openxmlformats.org/officeDocument/2006/relationships/image" Target="../media/image-1-1403.png"/><Relationship Id="rId1404" Type="http://schemas.openxmlformats.org/officeDocument/2006/relationships/image" Target="../media/image-1-1404.png"/><Relationship Id="rId1405" Type="http://schemas.openxmlformats.org/officeDocument/2006/relationships/image" Target="../media/image-1-1405.png"/><Relationship Id="rId1406" Type="http://schemas.openxmlformats.org/officeDocument/2006/relationships/image" Target="../media/image-1-1406.png"/><Relationship Id="rId1407" Type="http://schemas.openxmlformats.org/officeDocument/2006/relationships/image" Target="../media/image-1-1407.png"/><Relationship Id="rId1408" Type="http://schemas.openxmlformats.org/officeDocument/2006/relationships/image" Target="../media/image-1-1408.png"/><Relationship Id="rId1409" Type="http://schemas.openxmlformats.org/officeDocument/2006/relationships/image" Target="../media/image-1-1409.png"/><Relationship Id="rId1410" Type="http://schemas.openxmlformats.org/officeDocument/2006/relationships/image" Target="../media/image-1-1410.png"/><Relationship Id="rId1411" Type="http://schemas.openxmlformats.org/officeDocument/2006/relationships/image" Target="../media/image-1-1411.png"/><Relationship Id="rId1412" Type="http://schemas.openxmlformats.org/officeDocument/2006/relationships/image" Target="../media/image-1-1412.png"/><Relationship Id="rId1413" Type="http://schemas.openxmlformats.org/officeDocument/2006/relationships/image" Target="../media/image-1-1413.png"/><Relationship Id="rId1414" Type="http://schemas.openxmlformats.org/officeDocument/2006/relationships/image" Target="../media/image-1-1414.png"/><Relationship Id="rId1415" Type="http://schemas.openxmlformats.org/officeDocument/2006/relationships/image" Target="../media/image-1-1415.png"/><Relationship Id="rId1416" Type="http://schemas.openxmlformats.org/officeDocument/2006/relationships/image" Target="../media/image-1-1416.png"/><Relationship Id="rId1417" Type="http://schemas.openxmlformats.org/officeDocument/2006/relationships/image" Target="../media/image-1-1417.png"/><Relationship Id="rId1418" Type="http://schemas.openxmlformats.org/officeDocument/2006/relationships/image" Target="../media/image-1-1418.png"/><Relationship Id="rId1419" Type="http://schemas.openxmlformats.org/officeDocument/2006/relationships/image" Target="../media/image-1-1419.png"/><Relationship Id="rId1420" Type="http://schemas.openxmlformats.org/officeDocument/2006/relationships/image" Target="../media/image-1-1420.png"/><Relationship Id="rId1421" Type="http://schemas.openxmlformats.org/officeDocument/2006/relationships/image" Target="../media/image-1-1421.png"/><Relationship Id="rId1422" Type="http://schemas.openxmlformats.org/officeDocument/2006/relationships/image" Target="../media/image-1-1422.png"/><Relationship Id="rId1423" Type="http://schemas.openxmlformats.org/officeDocument/2006/relationships/image" Target="../media/image-1-1423.png"/><Relationship Id="rId1424" Type="http://schemas.openxmlformats.org/officeDocument/2006/relationships/image" Target="../media/image-1-1424.png"/><Relationship Id="rId1425" Type="http://schemas.openxmlformats.org/officeDocument/2006/relationships/image" Target="../media/image-1-1425.png"/><Relationship Id="rId1426" Type="http://schemas.openxmlformats.org/officeDocument/2006/relationships/image" Target="../media/image-1-1426.png"/><Relationship Id="rId1427" Type="http://schemas.openxmlformats.org/officeDocument/2006/relationships/image" Target="../media/image-1-1427.png"/><Relationship Id="rId1428" Type="http://schemas.openxmlformats.org/officeDocument/2006/relationships/image" Target="../media/image-1-1428.png"/><Relationship Id="rId1429" Type="http://schemas.openxmlformats.org/officeDocument/2006/relationships/image" Target="../media/image-1-1429.png"/><Relationship Id="rId1430" Type="http://schemas.openxmlformats.org/officeDocument/2006/relationships/image" Target="../media/image-1-1430.png"/><Relationship Id="rId1431" Type="http://schemas.openxmlformats.org/officeDocument/2006/relationships/image" Target="../media/image-1-1431.png"/><Relationship Id="rId1432" Type="http://schemas.openxmlformats.org/officeDocument/2006/relationships/image" Target="../media/image-1-1432.png"/><Relationship Id="rId1433" Type="http://schemas.openxmlformats.org/officeDocument/2006/relationships/image" Target="../media/image-1-1433.png"/><Relationship Id="rId1434" Type="http://schemas.openxmlformats.org/officeDocument/2006/relationships/image" Target="../media/image-1-1434.png"/><Relationship Id="rId1435" Type="http://schemas.openxmlformats.org/officeDocument/2006/relationships/image" Target="../media/image-1-1435.png"/><Relationship Id="rId1436" Type="http://schemas.openxmlformats.org/officeDocument/2006/relationships/image" Target="../media/image-1-1436.png"/><Relationship Id="rId1437" Type="http://schemas.openxmlformats.org/officeDocument/2006/relationships/image" Target="../media/image-1-1437.png"/><Relationship Id="rId1438" Type="http://schemas.openxmlformats.org/officeDocument/2006/relationships/image" Target="../media/image-1-1438.png"/><Relationship Id="rId1439" Type="http://schemas.openxmlformats.org/officeDocument/2006/relationships/image" Target="../media/image-1-1439.png"/><Relationship Id="rId1440" Type="http://schemas.openxmlformats.org/officeDocument/2006/relationships/image" Target="../media/image-1-1440.png"/><Relationship Id="rId1441" Type="http://schemas.openxmlformats.org/officeDocument/2006/relationships/image" Target="../media/image-1-1441.png"/><Relationship Id="rId1442" Type="http://schemas.openxmlformats.org/officeDocument/2006/relationships/image" Target="../media/image-1-1442.png"/><Relationship Id="rId1443" Type="http://schemas.openxmlformats.org/officeDocument/2006/relationships/image" Target="../media/image-1-1443.png"/><Relationship Id="rId1444" Type="http://schemas.openxmlformats.org/officeDocument/2006/relationships/image" Target="../media/image-1-1444.png"/><Relationship Id="rId1445" Type="http://schemas.openxmlformats.org/officeDocument/2006/relationships/image" Target="../media/image-1-1445.png"/><Relationship Id="rId1446" Type="http://schemas.openxmlformats.org/officeDocument/2006/relationships/image" Target="../media/image-1-1446.png"/><Relationship Id="rId1447" Type="http://schemas.openxmlformats.org/officeDocument/2006/relationships/image" Target="../media/image-1-1447.png"/><Relationship Id="rId1448" Type="http://schemas.openxmlformats.org/officeDocument/2006/relationships/image" Target="../media/image-1-1448.png"/><Relationship Id="rId1449" Type="http://schemas.openxmlformats.org/officeDocument/2006/relationships/image" Target="../media/image-1-1449.png"/><Relationship Id="rId1450" Type="http://schemas.openxmlformats.org/officeDocument/2006/relationships/image" Target="../media/image-1-1450.png"/><Relationship Id="rId1451" Type="http://schemas.openxmlformats.org/officeDocument/2006/relationships/image" Target="../media/image-1-1451.png"/><Relationship Id="rId1452" Type="http://schemas.openxmlformats.org/officeDocument/2006/relationships/image" Target="../media/image-1-1452.png"/><Relationship Id="rId1453" Type="http://schemas.openxmlformats.org/officeDocument/2006/relationships/image" Target="../media/image-1-1453.png"/><Relationship Id="rId1454" Type="http://schemas.openxmlformats.org/officeDocument/2006/relationships/image" Target="../media/image-1-1454.png"/><Relationship Id="rId1455" Type="http://schemas.openxmlformats.org/officeDocument/2006/relationships/image" Target="../media/image-1-1455.png"/><Relationship Id="rId1456" Type="http://schemas.openxmlformats.org/officeDocument/2006/relationships/image" Target="../media/image-1-1456.png"/><Relationship Id="rId1457" Type="http://schemas.openxmlformats.org/officeDocument/2006/relationships/image" Target="../media/image-1-1457.png"/><Relationship Id="rId1458" Type="http://schemas.openxmlformats.org/officeDocument/2006/relationships/image" Target="../media/image-1-1458.png"/><Relationship Id="rId1459" Type="http://schemas.openxmlformats.org/officeDocument/2006/relationships/image" Target="../media/image-1-1459.png"/><Relationship Id="rId1460" Type="http://schemas.openxmlformats.org/officeDocument/2006/relationships/image" Target="../media/image-1-1460.png"/><Relationship Id="rId1461" Type="http://schemas.openxmlformats.org/officeDocument/2006/relationships/image" Target="../media/image-1-1461.png"/><Relationship Id="rId1462" Type="http://schemas.openxmlformats.org/officeDocument/2006/relationships/image" Target="../media/image-1-1462.png"/><Relationship Id="rId1463" Type="http://schemas.openxmlformats.org/officeDocument/2006/relationships/image" Target="../media/image-1-1463.png"/><Relationship Id="rId1464" Type="http://schemas.openxmlformats.org/officeDocument/2006/relationships/image" Target="../media/image-1-1464.png"/><Relationship Id="rId1465" Type="http://schemas.openxmlformats.org/officeDocument/2006/relationships/image" Target="../media/image-1-1465.png"/><Relationship Id="rId1466" Type="http://schemas.openxmlformats.org/officeDocument/2006/relationships/image" Target="../media/image-1-1466.png"/><Relationship Id="rId1467" Type="http://schemas.openxmlformats.org/officeDocument/2006/relationships/image" Target="../media/image-1-1467.png"/><Relationship Id="rId1468" Type="http://schemas.openxmlformats.org/officeDocument/2006/relationships/image" Target="../media/image-1-1468.png"/><Relationship Id="rId1469" Type="http://schemas.openxmlformats.org/officeDocument/2006/relationships/image" Target="../media/image-1-1469.png"/><Relationship Id="rId1470" Type="http://schemas.openxmlformats.org/officeDocument/2006/relationships/image" Target="../media/image-1-1470.png"/><Relationship Id="rId1471" Type="http://schemas.openxmlformats.org/officeDocument/2006/relationships/image" Target="../media/image-1-1471.png"/><Relationship Id="rId1472" Type="http://schemas.openxmlformats.org/officeDocument/2006/relationships/image" Target="../media/image-1-1472.png"/><Relationship Id="rId1473" Type="http://schemas.openxmlformats.org/officeDocument/2006/relationships/image" Target="../media/image-1-1473.png"/><Relationship Id="rId1474" Type="http://schemas.openxmlformats.org/officeDocument/2006/relationships/image" Target="../media/image-1-1474.png"/><Relationship Id="rId1475" Type="http://schemas.openxmlformats.org/officeDocument/2006/relationships/image" Target="../media/image-1-1475.png"/><Relationship Id="rId1476" Type="http://schemas.openxmlformats.org/officeDocument/2006/relationships/image" Target="../media/image-1-1476.png"/><Relationship Id="rId1477" Type="http://schemas.openxmlformats.org/officeDocument/2006/relationships/image" Target="../media/image-1-1477.png"/><Relationship Id="rId1478" Type="http://schemas.openxmlformats.org/officeDocument/2006/relationships/image" Target="../media/image-1-1478.png"/><Relationship Id="rId1479" Type="http://schemas.openxmlformats.org/officeDocument/2006/relationships/image" Target="../media/image-1-1479.png"/><Relationship Id="rId1480" Type="http://schemas.openxmlformats.org/officeDocument/2006/relationships/image" Target="../media/image-1-1480.png"/><Relationship Id="rId1481" Type="http://schemas.openxmlformats.org/officeDocument/2006/relationships/image" Target="../media/image-1-1481.png"/><Relationship Id="rId1482" Type="http://schemas.openxmlformats.org/officeDocument/2006/relationships/image" Target="../media/image-1-1482.png"/><Relationship Id="rId1483" Type="http://schemas.openxmlformats.org/officeDocument/2006/relationships/image" Target="../media/image-1-1483.png"/><Relationship Id="rId1484" Type="http://schemas.openxmlformats.org/officeDocument/2006/relationships/image" Target="../media/image-1-1484.png"/><Relationship Id="rId1485" Type="http://schemas.openxmlformats.org/officeDocument/2006/relationships/image" Target="../media/image-1-1485.png"/><Relationship Id="rId1486" Type="http://schemas.openxmlformats.org/officeDocument/2006/relationships/image" Target="../media/image-1-1486.png"/><Relationship Id="rId1487" Type="http://schemas.openxmlformats.org/officeDocument/2006/relationships/image" Target="../media/image-1-1487.png"/><Relationship Id="rId1488" Type="http://schemas.openxmlformats.org/officeDocument/2006/relationships/image" Target="../media/image-1-1488.png"/><Relationship Id="rId1489" Type="http://schemas.openxmlformats.org/officeDocument/2006/relationships/image" Target="../media/image-1-1489.png"/><Relationship Id="rId1490" Type="http://schemas.openxmlformats.org/officeDocument/2006/relationships/image" Target="../media/image-1-1490.png"/><Relationship Id="rId1491" Type="http://schemas.openxmlformats.org/officeDocument/2006/relationships/image" Target="../media/image-1-1491.png"/><Relationship Id="rId1492" Type="http://schemas.openxmlformats.org/officeDocument/2006/relationships/image" Target="../media/image-1-1492.png"/><Relationship Id="rId1493" Type="http://schemas.openxmlformats.org/officeDocument/2006/relationships/image" Target="../media/image-1-1493.png"/><Relationship Id="rId1494" Type="http://schemas.openxmlformats.org/officeDocument/2006/relationships/image" Target="../media/image-1-1494.png"/><Relationship Id="rId1495" Type="http://schemas.openxmlformats.org/officeDocument/2006/relationships/image" Target="../media/image-1-1495.png"/><Relationship Id="rId1496" Type="http://schemas.openxmlformats.org/officeDocument/2006/relationships/image" Target="../media/image-1-1496.png"/><Relationship Id="rId1497" Type="http://schemas.openxmlformats.org/officeDocument/2006/relationships/image" Target="../media/image-1-1497.png"/><Relationship Id="rId1498" Type="http://schemas.openxmlformats.org/officeDocument/2006/relationships/image" Target="../media/image-1-1498.png"/><Relationship Id="rId1499" Type="http://schemas.openxmlformats.org/officeDocument/2006/relationships/image" Target="../media/image-1-1499.png"/><Relationship Id="rId1500" Type="http://schemas.openxmlformats.org/officeDocument/2006/relationships/image" Target="../media/image-1-1500.png"/><Relationship Id="rId1501" Type="http://schemas.openxmlformats.org/officeDocument/2006/relationships/image" Target="../media/image-1-1501.png"/><Relationship Id="rId1502" Type="http://schemas.openxmlformats.org/officeDocument/2006/relationships/image" Target="../media/image-1-1502.png"/><Relationship Id="rId1503" Type="http://schemas.openxmlformats.org/officeDocument/2006/relationships/image" Target="../media/image-1-1503.png"/><Relationship Id="rId1504" Type="http://schemas.openxmlformats.org/officeDocument/2006/relationships/image" Target="../media/image-1-1504.png"/><Relationship Id="rId1505" Type="http://schemas.openxmlformats.org/officeDocument/2006/relationships/image" Target="../media/image-1-1505.png"/><Relationship Id="rId1506" Type="http://schemas.openxmlformats.org/officeDocument/2006/relationships/image" Target="../media/image-1-1506.png"/><Relationship Id="rId1507" Type="http://schemas.openxmlformats.org/officeDocument/2006/relationships/image" Target="../media/image-1-1507.png"/><Relationship Id="rId1508" Type="http://schemas.openxmlformats.org/officeDocument/2006/relationships/image" Target="../media/image-1-1508.png"/><Relationship Id="rId1509" Type="http://schemas.openxmlformats.org/officeDocument/2006/relationships/image" Target="../media/image-1-1509.png"/><Relationship Id="rId1510" Type="http://schemas.openxmlformats.org/officeDocument/2006/relationships/image" Target="../media/image-1-1510.png"/><Relationship Id="rId1511" Type="http://schemas.openxmlformats.org/officeDocument/2006/relationships/image" Target="../media/image-1-1511.png"/><Relationship Id="rId1512" Type="http://schemas.openxmlformats.org/officeDocument/2006/relationships/image" Target="../media/image-1-1512.png"/><Relationship Id="rId1513" Type="http://schemas.openxmlformats.org/officeDocument/2006/relationships/image" Target="../media/image-1-1513.png"/><Relationship Id="rId1514" Type="http://schemas.openxmlformats.org/officeDocument/2006/relationships/image" Target="../media/image-1-1514.png"/><Relationship Id="rId1515" Type="http://schemas.openxmlformats.org/officeDocument/2006/relationships/image" Target="../media/image-1-1515.png"/><Relationship Id="rId1516" Type="http://schemas.openxmlformats.org/officeDocument/2006/relationships/image" Target="../media/image-1-1516.png"/><Relationship Id="rId1517" Type="http://schemas.openxmlformats.org/officeDocument/2006/relationships/image" Target="../media/image-1-1517.png"/><Relationship Id="rId1518" Type="http://schemas.openxmlformats.org/officeDocument/2006/relationships/image" Target="../media/image-1-1518.png"/><Relationship Id="rId1519" Type="http://schemas.openxmlformats.org/officeDocument/2006/relationships/image" Target="../media/image-1-1519.png"/><Relationship Id="rId1520" Type="http://schemas.openxmlformats.org/officeDocument/2006/relationships/image" Target="../media/image-1-1520.png"/><Relationship Id="rId1521" Type="http://schemas.openxmlformats.org/officeDocument/2006/relationships/image" Target="../media/image-1-1521.png"/><Relationship Id="rId1522" Type="http://schemas.openxmlformats.org/officeDocument/2006/relationships/image" Target="../media/image-1-1522.png"/><Relationship Id="rId1523" Type="http://schemas.openxmlformats.org/officeDocument/2006/relationships/image" Target="../media/image-1-1523.png"/><Relationship Id="rId1524" Type="http://schemas.openxmlformats.org/officeDocument/2006/relationships/image" Target="../media/image-1-1524.png"/><Relationship Id="rId1525" Type="http://schemas.openxmlformats.org/officeDocument/2006/relationships/image" Target="../media/image-1-1525.png"/><Relationship Id="rId1526" Type="http://schemas.openxmlformats.org/officeDocument/2006/relationships/image" Target="../media/image-1-1526.png"/><Relationship Id="rId1527" Type="http://schemas.openxmlformats.org/officeDocument/2006/relationships/image" Target="../media/image-1-1527.png"/><Relationship Id="rId1528" Type="http://schemas.openxmlformats.org/officeDocument/2006/relationships/image" Target="../media/image-1-1528.png"/><Relationship Id="rId1529" Type="http://schemas.openxmlformats.org/officeDocument/2006/relationships/image" Target="../media/image-1-1529.png"/><Relationship Id="rId1530" Type="http://schemas.openxmlformats.org/officeDocument/2006/relationships/image" Target="../media/image-1-1530.png"/><Relationship Id="rId1531" Type="http://schemas.openxmlformats.org/officeDocument/2006/relationships/image" Target="../media/image-1-1531.png"/><Relationship Id="rId1532" Type="http://schemas.openxmlformats.org/officeDocument/2006/relationships/image" Target="../media/image-1-1532.png"/><Relationship Id="rId1533" Type="http://schemas.openxmlformats.org/officeDocument/2006/relationships/image" Target="../media/image-1-1533.png"/><Relationship Id="rId1534" Type="http://schemas.openxmlformats.org/officeDocument/2006/relationships/image" Target="../media/image-1-1534.png"/><Relationship Id="rId1535" Type="http://schemas.openxmlformats.org/officeDocument/2006/relationships/image" Target="../media/image-1-1535.png"/><Relationship Id="rId1536" Type="http://schemas.openxmlformats.org/officeDocument/2006/relationships/image" Target="../media/image-1-1536.png"/><Relationship Id="rId1537" Type="http://schemas.openxmlformats.org/officeDocument/2006/relationships/image" Target="../media/image-1-1537.png"/><Relationship Id="rId1538" Type="http://schemas.openxmlformats.org/officeDocument/2006/relationships/image" Target="../media/image-1-1538.png"/><Relationship Id="rId1539" Type="http://schemas.openxmlformats.org/officeDocument/2006/relationships/image" Target="../media/image-1-1539.png"/><Relationship Id="rId1540" Type="http://schemas.openxmlformats.org/officeDocument/2006/relationships/image" Target="../media/image-1-1540.png"/><Relationship Id="rId1541" Type="http://schemas.openxmlformats.org/officeDocument/2006/relationships/image" Target="../media/image-1-1541.png"/><Relationship Id="rId1542" Type="http://schemas.openxmlformats.org/officeDocument/2006/relationships/image" Target="../media/image-1-1542.png"/><Relationship Id="rId1543" Type="http://schemas.openxmlformats.org/officeDocument/2006/relationships/image" Target="../media/image-1-1543.png"/><Relationship Id="rId1544" Type="http://schemas.openxmlformats.org/officeDocument/2006/relationships/image" Target="../media/image-1-1544.png"/><Relationship Id="rId1545" Type="http://schemas.openxmlformats.org/officeDocument/2006/relationships/image" Target="../media/image-1-1545.png"/><Relationship Id="rId1546" Type="http://schemas.openxmlformats.org/officeDocument/2006/relationships/image" Target="../media/image-1-1546.png"/><Relationship Id="rId1547" Type="http://schemas.openxmlformats.org/officeDocument/2006/relationships/image" Target="../media/image-1-1547.png"/><Relationship Id="rId1548" Type="http://schemas.openxmlformats.org/officeDocument/2006/relationships/image" Target="../media/image-1-1548.png"/><Relationship Id="rId1549" Type="http://schemas.openxmlformats.org/officeDocument/2006/relationships/image" Target="../media/image-1-1549.png"/><Relationship Id="rId1550" Type="http://schemas.openxmlformats.org/officeDocument/2006/relationships/image" Target="../media/image-1-1550.png"/><Relationship Id="rId1551" Type="http://schemas.openxmlformats.org/officeDocument/2006/relationships/image" Target="../media/image-1-1551.png"/><Relationship Id="rId1552" Type="http://schemas.openxmlformats.org/officeDocument/2006/relationships/image" Target="../media/image-1-1552.png"/><Relationship Id="rId1553" Type="http://schemas.openxmlformats.org/officeDocument/2006/relationships/image" Target="../media/image-1-1553.png"/><Relationship Id="rId1554" Type="http://schemas.openxmlformats.org/officeDocument/2006/relationships/image" Target="../media/image-1-1554.png"/><Relationship Id="rId1555" Type="http://schemas.openxmlformats.org/officeDocument/2006/relationships/image" Target="../media/image-1-1555.png"/><Relationship Id="rId1556" Type="http://schemas.openxmlformats.org/officeDocument/2006/relationships/image" Target="../media/image-1-1556.png"/><Relationship Id="rId1557" Type="http://schemas.openxmlformats.org/officeDocument/2006/relationships/image" Target="../media/image-1-1557.png"/><Relationship Id="rId1558" Type="http://schemas.openxmlformats.org/officeDocument/2006/relationships/image" Target="../media/image-1-1558.png"/><Relationship Id="rId1559" Type="http://schemas.openxmlformats.org/officeDocument/2006/relationships/image" Target="../media/image-1-1559.png"/><Relationship Id="rId1560" Type="http://schemas.openxmlformats.org/officeDocument/2006/relationships/image" Target="../media/image-1-1560.png"/><Relationship Id="rId1561" Type="http://schemas.openxmlformats.org/officeDocument/2006/relationships/image" Target="../media/image-1-1561.png"/><Relationship Id="rId1562" Type="http://schemas.openxmlformats.org/officeDocument/2006/relationships/image" Target="../media/image-1-1562.png"/><Relationship Id="rId1563" Type="http://schemas.openxmlformats.org/officeDocument/2006/relationships/image" Target="../media/image-1-1563.png"/><Relationship Id="rId1564" Type="http://schemas.openxmlformats.org/officeDocument/2006/relationships/image" Target="../media/image-1-1564.png"/><Relationship Id="rId1565" Type="http://schemas.openxmlformats.org/officeDocument/2006/relationships/image" Target="../media/image-1-1565.png"/><Relationship Id="rId1566" Type="http://schemas.openxmlformats.org/officeDocument/2006/relationships/image" Target="../media/image-1-1566.png"/><Relationship Id="rId1567" Type="http://schemas.openxmlformats.org/officeDocument/2006/relationships/image" Target="../media/image-1-1567.png"/><Relationship Id="rId1568" Type="http://schemas.openxmlformats.org/officeDocument/2006/relationships/image" Target="../media/image-1-1568.png"/><Relationship Id="rId1569" Type="http://schemas.openxmlformats.org/officeDocument/2006/relationships/image" Target="../media/image-1-1569.png"/><Relationship Id="rId1570" Type="http://schemas.openxmlformats.org/officeDocument/2006/relationships/image" Target="../media/image-1-1570.png"/><Relationship Id="rId1571" Type="http://schemas.openxmlformats.org/officeDocument/2006/relationships/image" Target="../media/image-1-1571.png"/><Relationship Id="rId1572" Type="http://schemas.openxmlformats.org/officeDocument/2006/relationships/image" Target="../media/image-1-1572.png"/><Relationship Id="rId1573" Type="http://schemas.openxmlformats.org/officeDocument/2006/relationships/image" Target="../media/image-1-1573.png"/><Relationship Id="rId1574" Type="http://schemas.openxmlformats.org/officeDocument/2006/relationships/image" Target="../media/image-1-1574.png"/><Relationship Id="rId1575" Type="http://schemas.openxmlformats.org/officeDocument/2006/relationships/image" Target="../media/image-1-1575.png"/><Relationship Id="rId1576" Type="http://schemas.openxmlformats.org/officeDocument/2006/relationships/image" Target="../media/image-1-1576.png"/><Relationship Id="rId1577" Type="http://schemas.openxmlformats.org/officeDocument/2006/relationships/image" Target="../media/image-1-1577.png"/><Relationship Id="rId1578" Type="http://schemas.openxmlformats.org/officeDocument/2006/relationships/image" Target="../media/image-1-1578.png"/><Relationship Id="rId1579" Type="http://schemas.openxmlformats.org/officeDocument/2006/relationships/image" Target="../media/image-1-1579.png"/><Relationship Id="rId1580" Type="http://schemas.openxmlformats.org/officeDocument/2006/relationships/image" Target="../media/image-1-1580.png"/><Relationship Id="rId1581" Type="http://schemas.openxmlformats.org/officeDocument/2006/relationships/image" Target="../media/image-1-1581.png"/><Relationship Id="rId1582" Type="http://schemas.openxmlformats.org/officeDocument/2006/relationships/image" Target="../media/image-1-1582.png"/><Relationship Id="rId1583" Type="http://schemas.openxmlformats.org/officeDocument/2006/relationships/image" Target="../media/image-1-1583.png"/><Relationship Id="rId1584" Type="http://schemas.openxmlformats.org/officeDocument/2006/relationships/image" Target="../media/image-1-1584.png"/><Relationship Id="rId1585" Type="http://schemas.openxmlformats.org/officeDocument/2006/relationships/image" Target="../media/image-1-1585.png"/><Relationship Id="rId1586" Type="http://schemas.openxmlformats.org/officeDocument/2006/relationships/image" Target="../media/image-1-1586.png"/><Relationship Id="rId1587" Type="http://schemas.openxmlformats.org/officeDocument/2006/relationships/image" Target="../media/image-1-1587.png"/><Relationship Id="rId1588" Type="http://schemas.openxmlformats.org/officeDocument/2006/relationships/image" Target="../media/image-1-1588.png"/><Relationship Id="rId1589" Type="http://schemas.openxmlformats.org/officeDocument/2006/relationships/image" Target="../media/image-1-1589.png"/><Relationship Id="rId1590" Type="http://schemas.openxmlformats.org/officeDocument/2006/relationships/image" Target="../media/image-1-1590.png"/><Relationship Id="rId1591" Type="http://schemas.openxmlformats.org/officeDocument/2006/relationships/image" Target="../media/image-1-1591.png"/><Relationship Id="rId1592" Type="http://schemas.openxmlformats.org/officeDocument/2006/relationships/image" Target="../media/image-1-1592.png"/><Relationship Id="rId1593" Type="http://schemas.openxmlformats.org/officeDocument/2006/relationships/image" Target="../media/image-1-1593.png"/><Relationship Id="rId1594" Type="http://schemas.openxmlformats.org/officeDocument/2006/relationships/image" Target="../media/image-1-1594.png"/><Relationship Id="rId1595" Type="http://schemas.openxmlformats.org/officeDocument/2006/relationships/image" Target="../media/image-1-1595.png"/><Relationship Id="rId1596" Type="http://schemas.openxmlformats.org/officeDocument/2006/relationships/image" Target="../media/image-1-1596.png"/><Relationship Id="rId1597" Type="http://schemas.openxmlformats.org/officeDocument/2006/relationships/image" Target="../media/image-1-1597.png"/><Relationship Id="rId1598" Type="http://schemas.openxmlformats.org/officeDocument/2006/relationships/image" Target="../media/image-1-1598.png"/><Relationship Id="rId1599" Type="http://schemas.openxmlformats.org/officeDocument/2006/relationships/image" Target="../media/image-1-1599.png"/><Relationship Id="rId1600" Type="http://schemas.openxmlformats.org/officeDocument/2006/relationships/image" Target="../media/image-1-1600.png"/><Relationship Id="rId1601" Type="http://schemas.openxmlformats.org/officeDocument/2006/relationships/image" Target="../media/image-1-1601.png"/><Relationship Id="rId1602" Type="http://schemas.openxmlformats.org/officeDocument/2006/relationships/image" Target="../media/image-1-1602.png"/><Relationship Id="rId1603" Type="http://schemas.openxmlformats.org/officeDocument/2006/relationships/image" Target="../media/image-1-1603.png"/><Relationship Id="rId1604" Type="http://schemas.openxmlformats.org/officeDocument/2006/relationships/image" Target="../media/image-1-1604.png"/><Relationship Id="rId1605" Type="http://schemas.openxmlformats.org/officeDocument/2006/relationships/image" Target="../media/image-1-1605.png"/><Relationship Id="rId1606" Type="http://schemas.openxmlformats.org/officeDocument/2006/relationships/image" Target="../media/image-1-1606.png"/><Relationship Id="rId1607" Type="http://schemas.openxmlformats.org/officeDocument/2006/relationships/image" Target="../media/image-1-1607.png"/><Relationship Id="rId1608" Type="http://schemas.openxmlformats.org/officeDocument/2006/relationships/image" Target="../media/image-1-1608.png"/><Relationship Id="rId1609" Type="http://schemas.openxmlformats.org/officeDocument/2006/relationships/image" Target="../media/image-1-1609.png"/><Relationship Id="rId1610" Type="http://schemas.openxmlformats.org/officeDocument/2006/relationships/image" Target="../media/image-1-1610.png"/><Relationship Id="rId1611" Type="http://schemas.openxmlformats.org/officeDocument/2006/relationships/image" Target="../media/image-1-1611.png"/><Relationship Id="rId1612" Type="http://schemas.openxmlformats.org/officeDocument/2006/relationships/image" Target="../media/image-1-1612.png"/><Relationship Id="rId1613" Type="http://schemas.openxmlformats.org/officeDocument/2006/relationships/image" Target="../media/image-1-1613.png"/><Relationship Id="rId1614" Type="http://schemas.openxmlformats.org/officeDocument/2006/relationships/image" Target="../media/image-1-1614.png"/><Relationship Id="rId1615" Type="http://schemas.openxmlformats.org/officeDocument/2006/relationships/image" Target="../media/image-1-1615.png"/><Relationship Id="rId1616" Type="http://schemas.openxmlformats.org/officeDocument/2006/relationships/image" Target="../media/image-1-1616.png"/><Relationship Id="rId1617" Type="http://schemas.openxmlformats.org/officeDocument/2006/relationships/image" Target="../media/image-1-1617.png"/><Relationship Id="rId1618" Type="http://schemas.openxmlformats.org/officeDocument/2006/relationships/image" Target="../media/image-1-1618.png"/><Relationship Id="rId1619" Type="http://schemas.openxmlformats.org/officeDocument/2006/relationships/image" Target="../media/image-1-1619.png"/><Relationship Id="rId1620" Type="http://schemas.openxmlformats.org/officeDocument/2006/relationships/image" Target="../media/image-1-1620.png"/><Relationship Id="rId1621" Type="http://schemas.openxmlformats.org/officeDocument/2006/relationships/image" Target="../media/image-1-1621.png"/><Relationship Id="rId1622" Type="http://schemas.openxmlformats.org/officeDocument/2006/relationships/image" Target="../media/image-1-1622.png"/><Relationship Id="rId1623" Type="http://schemas.openxmlformats.org/officeDocument/2006/relationships/image" Target="../media/image-1-1623.png"/><Relationship Id="rId1624" Type="http://schemas.openxmlformats.org/officeDocument/2006/relationships/image" Target="../media/image-1-1624.png"/><Relationship Id="rId1625" Type="http://schemas.openxmlformats.org/officeDocument/2006/relationships/image" Target="../media/image-1-1625.png"/><Relationship Id="rId1626" Type="http://schemas.openxmlformats.org/officeDocument/2006/relationships/image" Target="../media/image-1-1626.png"/><Relationship Id="rId1627" Type="http://schemas.openxmlformats.org/officeDocument/2006/relationships/image" Target="../media/image-1-1627.png"/><Relationship Id="rId1628" Type="http://schemas.openxmlformats.org/officeDocument/2006/relationships/image" Target="../media/image-1-1628.png"/><Relationship Id="rId1629" Type="http://schemas.openxmlformats.org/officeDocument/2006/relationships/image" Target="../media/image-1-1629.png"/><Relationship Id="rId1630" Type="http://schemas.openxmlformats.org/officeDocument/2006/relationships/image" Target="../media/image-1-1630.png"/><Relationship Id="rId1631" Type="http://schemas.openxmlformats.org/officeDocument/2006/relationships/image" Target="../media/image-1-1631.png"/><Relationship Id="rId1632" Type="http://schemas.openxmlformats.org/officeDocument/2006/relationships/image" Target="../media/image-1-1632.png"/><Relationship Id="rId1633" Type="http://schemas.openxmlformats.org/officeDocument/2006/relationships/image" Target="../media/image-1-1633.png"/><Relationship Id="rId1634" Type="http://schemas.openxmlformats.org/officeDocument/2006/relationships/image" Target="../media/image-1-1634.png"/><Relationship Id="rId1635" Type="http://schemas.openxmlformats.org/officeDocument/2006/relationships/image" Target="../media/image-1-1635.png"/><Relationship Id="rId1636" Type="http://schemas.openxmlformats.org/officeDocument/2006/relationships/image" Target="../media/image-1-1636.png"/><Relationship Id="rId1637" Type="http://schemas.openxmlformats.org/officeDocument/2006/relationships/image" Target="../media/image-1-1637.png"/><Relationship Id="rId1638" Type="http://schemas.openxmlformats.org/officeDocument/2006/relationships/image" Target="../media/image-1-1638.png"/><Relationship Id="rId1639" Type="http://schemas.openxmlformats.org/officeDocument/2006/relationships/image" Target="../media/image-1-1639.png"/><Relationship Id="rId1640" Type="http://schemas.openxmlformats.org/officeDocument/2006/relationships/image" Target="../media/image-1-1640.png"/><Relationship Id="rId1641" Type="http://schemas.openxmlformats.org/officeDocument/2006/relationships/image" Target="../media/image-1-1641.png"/><Relationship Id="rId1642" Type="http://schemas.openxmlformats.org/officeDocument/2006/relationships/image" Target="../media/image-1-1642.png"/><Relationship Id="rId1643" Type="http://schemas.openxmlformats.org/officeDocument/2006/relationships/image" Target="../media/image-1-1643.png"/><Relationship Id="rId1644" Type="http://schemas.openxmlformats.org/officeDocument/2006/relationships/image" Target="../media/image-1-1644.png"/><Relationship Id="rId1645" Type="http://schemas.openxmlformats.org/officeDocument/2006/relationships/image" Target="../media/image-1-1645.png"/><Relationship Id="rId1646" Type="http://schemas.openxmlformats.org/officeDocument/2006/relationships/image" Target="../media/image-1-1646.png"/><Relationship Id="rId1647" Type="http://schemas.openxmlformats.org/officeDocument/2006/relationships/image" Target="../media/image-1-1647.png"/><Relationship Id="rId1648" Type="http://schemas.openxmlformats.org/officeDocument/2006/relationships/image" Target="../media/image-1-1648.png"/><Relationship Id="rId1649" Type="http://schemas.openxmlformats.org/officeDocument/2006/relationships/image" Target="../media/image-1-1649.png"/><Relationship Id="rId1650" Type="http://schemas.openxmlformats.org/officeDocument/2006/relationships/image" Target="../media/image-1-1650.png"/><Relationship Id="rId1651" Type="http://schemas.openxmlformats.org/officeDocument/2006/relationships/image" Target="../media/image-1-1651.png"/><Relationship Id="rId1652" Type="http://schemas.openxmlformats.org/officeDocument/2006/relationships/image" Target="../media/image-1-1652.png"/><Relationship Id="rId1653" Type="http://schemas.openxmlformats.org/officeDocument/2006/relationships/image" Target="../media/image-1-1653.png"/><Relationship Id="rId1654" Type="http://schemas.openxmlformats.org/officeDocument/2006/relationships/image" Target="../media/image-1-1654.png"/><Relationship Id="rId1655" Type="http://schemas.openxmlformats.org/officeDocument/2006/relationships/image" Target="../media/image-1-1655.png"/><Relationship Id="rId1656" Type="http://schemas.openxmlformats.org/officeDocument/2006/relationships/image" Target="../media/image-1-1656.png"/><Relationship Id="rId1657" Type="http://schemas.openxmlformats.org/officeDocument/2006/relationships/image" Target="../media/image-1-1657.png"/><Relationship Id="rId1658" Type="http://schemas.openxmlformats.org/officeDocument/2006/relationships/image" Target="../media/image-1-1658.png"/><Relationship Id="rId1659" Type="http://schemas.openxmlformats.org/officeDocument/2006/relationships/image" Target="../media/image-1-1659.png"/><Relationship Id="rId1660" Type="http://schemas.openxmlformats.org/officeDocument/2006/relationships/image" Target="../media/image-1-1660.png"/><Relationship Id="rId1661" Type="http://schemas.openxmlformats.org/officeDocument/2006/relationships/image" Target="../media/image-1-1661.png"/><Relationship Id="rId1662" Type="http://schemas.openxmlformats.org/officeDocument/2006/relationships/image" Target="../media/image-1-1662.png"/><Relationship Id="rId1663" Type="http://schemas.openxmlformats.org/officeDocument/2006/relationships/image" Target="../media/image-1-1663.png"/><Relationship Id="rId1664" Type="http://schemas.openxmlformats.org/officeDocument/2006/relationships/image" Target="../media/image-1-1664.png"/><Relationship Id="rId1665" Type="http://schemas.openxmlformats.org/officeDocument/2006/relationships/image" Target="../media/image-1-1665.png"/><Relationship Id="rId1666" Type="http://schemas.openxmlformats.org/officeDocument/2006/relationships/image" Target="../media/image-1-1666.png"/><Relationship Id="rId1667" Type="http://schemas.openxmlformats.org/officeDocument/2006/relationships/image" Target="../media/image-1-1667.png"/><Relationship Id="rId1668" Type="http://schemas.openxmlformats.org/officeDocument/2006/relationships/image" Target="../media/image-1-1668.png"/><Relationship Id="rId1669" Type="http://schemas.openxmlformats.org/officeDocument/2006/relationships/image" Target="../media/image-1-1669.png"/><Relationship Id="rId1670" Type="http://schemas.openxmlformats.org/officeDocument/2006/relationships/image" Target="../media/image-1-1670.png"/><Relationship Id="rId1671" Type="http://schemas.openxmlformats.org/officeDocument/2006/relationships/image" Target="../media/image-1-1671.png"/><Relationship Id="rId1672" Type="http://schemas.openxmlformats.org/officeDocument/2006/relationships/image" Target="../media/image-1-1672.png"/><Relationship Id="rId1673" Type="http://schemas.openxmlformats.org/officeDocument/2006/relationships/image" Target="../media/image-1-1673.png"/><Relationship Id="rId1674" Type="http://schemas.openxmlformats.org/officeDocument/2006/relationships/image" Target="../media/image-1-1674.png"/><Relationship Id="rId1675" Type="http://schemas.openxmlformats.org/officeDocument/2006/relationships/image" Target="../media/image-1-1675.png"/><Relationship Id="rId1676" Type="http://schemas.openxmlformats.org/officeDocument/2006/relationships/image" Target="../media/image-1-1676.png"/><Relationship Id="rId1677" Type="http://schemas.openxmlformats.org/officeDocument/2006/relationships/image" Target="../media/image-1-1677.png"/><Relationship Id="rId1678" Type="http://schemas.openxmlformats.org/officeDocument/2006/relationships/image" Target="../media/image-1-1678.png"/><Relationship Id="rId1679" Type="http://schemas.openxmlformats.org/officeDocument/2006/relationships/image" Target="../media/image-1-1679.png"/><Relationship Id="rId1680" Type="http://schemas.openxmlformats.org/officeDocument/2006/relationships/image" Target="../media/image-1-1680.png"/><Relationship Id="rId1681" Type="http://schemas.openxmlformats.org/officeDocument/2006/relationships/image" Target="../media/image-1-1681.png"/><Relationship Id="rId1682" Type="http://schemas.openxmlformats.org/officeDocument/2006/relationships/image" Target="../media/image-1-1682.png"/><Relationship Id="rId1683" Type="http://schemas.openxmlformats.org/officeDocument/2006/relationships/image" Target="../media/image-1-1683.png"/><Relationship Id="rId1684" Type="http://schemas.openxmlformats.org/officeDocument/2006/relationships/image" Target="../media/image-1-1684.png"/><Relationship Id="rId1685" Type="http://schemas.openxmlformats.org/officeDocument/2006/relationships/image" Target="../media/image-1-1685.png"/><Relationship Id="rId1686" Type="http://schemas.openxmlformats.org/officeDocument/2006/relationships/image" Target="../media/image-1-1686.png"/><Relationship Id="rId1687" Type="http://schemas.openxmlformats.org/officeDocument/2006/relationships/image" Target="../media/image-1-1687.png"/><Relationship Id="rId1688" Type="http://schemas.openxmlformats.org/officeDocument/2006/relationships/image" Target="../media/image-1-1688.png"/><Relationship Id="rId1689" Type="http://schemas.openxmlformats.org/officeDocument/2006/relationships/image" Target="../media/image-1-1689.png"/><Relationship Id="rId1690" Type="http://schemas.openxmlformats.org/officeDocument/2006/relationships/image" Target="../media/image-1-1690.png"/><Relationship Id="rId1691" Type="http://schemas.openxmlformats.org/officeDocument/2006/relationships/image" Target="../media/image-1-1691.png"/><Relationship Id="rId1692" Type="http://schemas.openxmlformats.org/officeDocument/2006/relationships/image" Target="../media/image-1-1692.png"/><Relationship Id="rId1693" Type="http://schemas.openxmlformats.org/officeDocument/2006/relationships/image" Target="../media/image-1-1693.png"/><Relationship Id="rId1694" Type="http://schemas.openxmlformats.org/officeDocument/2006/relationships/image" Target="../media/image-1-1694.png"/><Relationship Id="rId1695" Type="http://schemas.openxmlformats.org/officeDocument/2006/relationships/image" Target="../media/image-1-1695.png"/><Relationship Id="rId1696" Type="http://schemas.openxmlformats.org/officeDocument/2006/relationships/image" Target="../media/image-1-1696.png"/><Relationship Id="rId1697" Type="http://schemas.openxmlformats.org/officeDocument/2006/relationships/image" Target="../media/image-1-1697.png"/><Relationship Id="rId1698" Type="http://schemas.openxmlformats.org/officeDocument/2006/relationships/image" Target="../media/image-1-1698.png"/><Relationship Id="rId1699" Type="http://schemas.openxmlformats.org/officeDocument/2006/relationships/image" Target="../media/image-1-1699.png"/><Relationship Id="rId1700" Type="http://schemas.openxmlformats.org/officeDocument/2006/relationships/image" Target="../media/image-1-1700.png"/><Relationship Id="rId1701" Type="http://schemas.openxmlformats.org/officeDocument/2006/relationships/image" Target="../media/image-1-1701.png"/><Relationship Id="rId1702" Type="http://schemas.openxmlformats.org/officeDocument/2006/relationships/image" Target="../media/image-1-1702.png"/><Relationship Id="rId1703" Type="http://schemas.openxmlformats.org/officeDocument/2006/relationships/image" Target="../media/image-1-1703.png"/><Relationship Id="rId1704" Type="http://schemas.openxmlformats.org/officeDocument/2006/relationships/image" Target="../media/image-1-1704.png"/><Relationship Id="rId1705" Type="http://schemas.openxmlformats.org/officeDocument/2006/relationships/image" Target="../media/image-1-1705.png"/><Relationship Id="rId1706" Type="http://schemas.openxmlformats.org/officeDocument/2006/relationships/image" Target="../media/image-1-1706.png"/><Relationship Id="rId1707" Type="http://schemas.openxmlformats.org/officeDocument/2006/relationships/image" Target="../media/image-1-1707.png"/><Relationship Id="rId1708" Type="http://schemas.openxmlformats.org/officeDocument/2006/relationships/image" Target="../media/image-1-1708.png"/><Relationship Id="rId1709" Type="http://schemas.openxmlformats.org/officeDocument/2006/relationships/image" Target="../media/image-1-1709.png"/><Relationship Id="rId1710" Type="http://schemas.openxmlformats.org/officeDocument/2006/relationships/image" Target="../media/image-1-1710.png"/><Relationship Id="rId1711" Type="http://schemas.openxmlformats.org/officeDocument/2006/relationships/image" Target="../media/image-1-1711.png"/><Relationship Id="rId1712" Type="http://schemas.openxmlformats.org/officeDocument/2006/relationships/image" Target="../media/image-1-1712.png"/><Relationship Id="rId1713" Type="http://schemas.openxmlformats.org/officeDocument/2006/relationships/image" Target="../media/image-1-1713.png"/><Relationship Id="rId1714" Type="http://schemas.openxmlformats.org/officeDocument/2006/relationships/image" Target="../media/image-1-1714.png"/><Relationship Id="rId1715" Type="http://schemas.openxmlformats.org/officeDocument/2006/relationships/image" Target="../media/image-1-1715.png"/><Relationship Id="rId1716" Type="http://schemas.openxmlformats.org/officeDocument/2006/relationships/image" Target="../media/image-1-1716.png"/><Relationship Id="rId1717" Type="http://schemas.openxmlformats.org/officeDocument/2006/relationships/image" Target="../media/image-1-1717.png"/><Relationship Id="rId1718" Type="http://schemas.openxmlformats.org/officeDocument/2006/relationships/image" Target="../media/image-1-1718.png"/><Relationship Id="rId1719" Type="http://schemas.openxmlformats.org/officeDocument/2006/relationships/image" Target="../media/image-1-1719.png"/><Relationship Id="rId1720" Type="http://schemas.openxmlformats.org/officeDocument/2006/relationships/image" Target="../media/image-1-1720.png"/><Relationship Id="rId1721" Type="http://schemas.openxmlformats.org/officeDocument/2006/relationships/image" Target="../media/image-1-1721.png"/><Relationship Id="rId1722" Type="http://schemas.openxmlformats.org/officeDocument/2006/relationships/image" Target="../media/image-1-1722.png"/><Relationship Id="rId1723" Type="http://schemas.openxmlformats.org/officeDocument/2006/relationships/image" Target="../media/image-1-1723.png"/><Relationship Id="rId1724" Type="http://schemas.openxmlformats.org/officeDocument/2006/relationships/image" Target="../media/image-1-1724.png"/><Relationship Id="rId1725" Type="http://schemas.openxmlformats.org/officeDocument/2006/relationships/image" Target="../media/image-1-1725.png"/><Relationship Id="rId1726" Type="http://schemas.openxmlformats.org/officeDocument/2006/relationships/image" Target="../media/image-1-1726.png"/><Relationship Id="rId1727" Type="http://schemas.openxmlformats.org/officeDocument/2006/relationships/image" Target="../media/image-1-1727.png"/><Relationship Id="rId1728" Type="http://schemas.openxmlformats.org/officeDocument/2006/relationships/image" Target="../media/image-1-1728.png"/><Relationship Id="rId1729" Type="http://schemas.openxmlformats.org/officeDocument/2006/relationships/image" Target="../media/image-1-1729.png"/><Relationship Id="rId1730" Type="http://schemas.openxmlformats.org/officeDocument/2006/relationships/image" Target="../media/image-1-1730.png"/><Relationship Id="rId1731" Type="http://schemas.openxmlformats.org/officeDocument/2006/relationships/image" Target="../media/image-1-1731.png"/><Relationship Id="rId1732" Type="http://schemas.openxmlformats.org/officeDocument/2006/relationships/image" Target="../media/image-1-1732.png"/><Relationship Id="rId1733" Type="http://schemas.openxmlformats.org/officeDocument/2006/relationships/image" Target="../media/image-1-1733.png"/><Relationship Id="rId1734" Type="http://schemas.openxmlformats.org/officeDocument/2006/relationships/image" Target="../media/image-1-1734.png"/><Relationship Id="rId1735" Type="http://schemas.openxmlformats.org/officeDocument/2006/relationships/image" Target="../media/image-1-1735.png"/><Relationship Id="rId1736" Type="http://schemas.openxmlformats.org/officeDocument/2006/relationships/image" Target="../media/image-1-1736.png"/><Relationship Id="rId1737" Type="http://schemas.openxmlformats.org/officeDocument/2006/relationships/image" Target="../media/image-1-1737.png"/><Relationship Id="rId1738" Type="http://schemas.openxmlformats.org/officeDocument/2006/relationships/image" Target="../media/image-1-1738.png"/><Relationship Id="rId1739" Type="http://schemas.openxmlformats.org/officeDocument/2006/relationships/image" Target="../media/image-1-1739.png"/><Relationship Id="rId1740" Type="http://schemas.openxmlformats.org/officeDocument/2006/relationships/image" Target="../media/image-1-1740.png"/><Relationship Id="rId1741" Type="http://schemas.openxmlformats.org/officeDocument/2006/relationships/image" Target="../media/image-1-1741.png"/><Relationship Id="rId1742" Type="http://schemas.openxmlformats.org/officeDocument/2006/relationships/image" Target="../media/image-1-1742.png"/><Relationship Id="rId1743" Type="http://schemas.openxmlformats.org/officeDocument/2006/relationships/image" Target="../media/image-1-1743.png"/><Relationship Id="rId1744" Type="http://schemas.openxmlformats.org/officeDocument/2006/relationships/image" Target="../media/image-1-1744.png"/><Relationship Id="rId1745" Type="http://schemas.openxmlformats.org/officeDocument/2006/relationships/image" Target="../media/image-1-1745.png"/><Relationship Id="rId1746" Type="http://schemas.openxmlformats.org/officeDocument/2006/relationships/image" Target="../media/image-1-1746.png"/><Relationship Id="rId1747" Type="http://schemas.openxmlformats.org/officeDocument/2006/relationships/image" Target="../media/image-1-1747.png"/><Relationship Id="rId1748" Type="http://schemas.openxmlformats.org/officeDocument/2006/relationships/image" Target="../media/image-1-1748.png"/><Relationship Id="rId1749" Type="http://schemas.openxmlformats.org/officeDocument/2006/relationships/image" Target="../media/image-1-1749.png"/><Relationship Id="rId1750" Type="http://schemas.openxmlformats.org/officeDocument/2006/relationships/image" Target="../media/image-1-1750.png"/><Relationship Id="rId1751" Type="http://schemas.openxmlformats.org/officeDocument/2006/relationships/image" Target="../media/image-1-1751.png"/><Relationship Id="rId1752" Type="http://schemas.openxmlformats.org/officeDocument/2006/relationships/image" Target="../media/image-1-1752.png"/><Relationship Id="rId1753" Type="http://schemas.openxmlformats.org/officeDocument/2006/relationships/image" Target="../media/image-1-1753.png"/><Relationship Id="rId1754" Type="http://schemas.openxmlformats.org/officeDocument/2006/relationships/image" Target="../media/image-1-1754.png"/><Relationship Id="rId1755" Type="http://schemas.openxmlformats.org/officeDocument/2006/relationships/image" Target="../media/image-1-1755.png"/><Relationship Id="rId1756" Type="http://schemas.openxmlformats.org/officeDocument/2006/relationships/image" Target="../media/image-1-1756.png"/><Relationship Id="rId1757" Type="http://schemas.openxmlformats.org/officeDocument/2006/relationships/image" Target="../media/image-1-1757.png"/><Relationship Id="rId1758" Type="http://schemas.openxmlformats.org/officeDocument/2006/relationships/image" Target="../media/image-1-1758.png"/><Relationship Id="rId1759" Type="http://schemas.openxmlformats.org/officeDocument/2006/relationships/image" Target="../media/image-1-1759.png"/><Relationship Id="rId1760" Type="http://schemas.openxmlformats.org/officeDocument/2006/relationships/image" Target="../media/image-1-1760.png"/><Relationship Id="rId1761" Type="http://schemas.openxmlformats.org/officeDocument/2006/relationships/image" Target="../media/image-1-1761.png"/><Relationship Id="rId1762" Type="http://schemas.openxmlformats.org/officeDocument/2006/relationships/image" Target="../media/image-1-1762.png"/><Relationship Id="rId1763" Type="http://schemas.openxmlformats.org/officeDocument/2006/relationships/image" Target="../media/image-1-1763.png"/><Relationship Id="rId1764" Type="http://schemas.openxmlformats.org/officeDocument/2006/relationships/image" Target="../media/image-1-1764.png"/><Relationship Id="rId1765" Type="http://schemas.openxmlformats.org/officeDocument/2006/relationships/image" Target="../media/image-1-1765.png"/><Relationship Id="rId1766" Type="http://schemas.openxmlformats.org/officeDocument/2006/relationships/image" Target="../media/image-1-1766.png"/><Relationship Id="rId1767" Type="http://schemas.openxmlformats.org/officeDocument/2006/relationships/image" Target="../media/image-1-1767.png"/><Relationship Id="rId1768" Type="http://schemas.openxmlformats.org/officeDocument/2006/relationships/image" Target="../media/image-1-1768.png"/><Relationship Id="rId1769" Type="http://schemas.openxmlformats.org/officeDocument/2006/relationships/image" Target="../media/image-1-1769.png"/><Relationship Id="rId1770" Type="http://schemas.openxmlformats.org/officeDocument/2006/relationships/image" Target="../media/image-1-1770.png"/><Relationship Id="rId1771" Type="http://schemas.openxmlformats.org/officeDocument/2006/relationships/image" Target="../media/image-1-1771.png"/><Relationship Id="rId1772" Type="http://schemas.openxmlformats.org/officeDocument/2006/relationships/image" Target="../media/image-1-1772.png"/><Relationship Id="rId1773" Type="http://schemas.openxmlformats.org/officeDocument/2006/relationships/image" Target="../media/image-1-1773.png"/><Relationship Id="rId1774" Type="http://schemas.openxmlformats.org/officeDocument/2006/relationships/image" Target="../media/image-1-1774.png"/><Relationship Id="rId1775" Type="http://schemas.openxmlformats.org/officeDocument/2006/relationships/image" Target="../media/image-1-1775.png"/><Relationship Id="rId1776" Type="http://schemas.openxmlformats.org/officeDocument/2006/relationships/image" Target="../media/image-1-1776.png"/><Relationship Id="rId1777" Type="http://schemas.openxmlformats.org/officeDocument/2006/relationships/image" Target="../media/image-1-1777.png"/><Relationship Id="rId1778" Type="http://schemas.openxmlformats.org/officeDocument/2006/relationships/image" Target="../media/image-1-1778.png"/><Relationship Id="rId1779" Type="http://schemas.openxmlformats.org/officeDocument/2006/relationships/image" Target="../media/image-1-1779.png"/><Relationship Id="rId1780" Type="http://schemas.openxmlformats.org/officeDocument/2006/relationships/image" Target="../media/image-1-1780.png"/><Relationship Id="rId1781" Type="http://schemas.openxmlformats.org/officeDocument/2006/relationships/image" Target="../media/image-1-1781.png"/><Relationship Id="rId1782" Type="http://schemas.openxmlformats.org/officeDocument/2006/relationships/image" Target="../media/image-1-1782.png"/><Relationship Id="rId1783" Type="http://schemas.openxmlformats.org/officeDocument/2006/relationships/image" Target="../media/image-1-1783.png"/><Relationship Id="rId1784" Type="http://schemas.openxmlformats.org/officeDocument/2006/relationships/image" Target="../media/image-1-1784.png"/><Relationship Id="rId1785" Type="http://schemas.openxmlformats.org/officeDocument/2006/relationships/image" Target="../media/image-1-1785.png"/><Relationship Id="rId1786" Type="http://schemas.openxmlformats.org/officeDocument/2006/relationships/image" Target="../media/image-1-1786.png"/><Relationship Id="rId1787" Type="http://schemas.openxmlformats.org/officeDocument/2006/relationships/image" Target="../media/image-1-1787.png"/><Relationship Id="rId1788" Type="http://schemas.openxmlformats.org/officeDocument/2006/relationships/image" Target="../media/image-1-1788.png"/><Relationship Id="rId1789" Type="http://schemas.openxmlformats.org/officeDocument/2006/relationships/image" Target="../media/image-1-1789.png"/><Relationship Id="rId1790" Type="http://schemas.openxmlformats.org/officeDocument/2006/relationships/image" Target="../media/image-1-1790.png"/><Relationship Id="rId1791" Type="http://schemas.openxmlformats.org/officeDocument/2006/relationships/image" Target="../media/image-1-1791.png"/><Relationship Id="rId1792" Type="http://schemas.openxmlformats.org/officeDocument/2006/relationships/image" Target="../media/image-1-1792.png"/><Relationship Id="rId1793" Type="http://schemas.openxmlformats.org/officeDocument/2006/relationships/image" Target="../media/image-1-1793.png"/><Relationship Id="rId1794" Type="http://schemas.openxmlformats.org/officeDocument/2006/relationships/image" Target="../media/image-1-1794.png"/><Relationship Id="rId1795" Type="http://schemas.openxmlformats.org/officeDocument/2006/relationships/image" Target="../media/image-1-1795.png"/><Relationship Id="rId1796" Type="http://schemas.openxmlformats.org/officeDocument/2006/relationships/image" Target="../media/image-1-1796.png"/><Relationship Id="rId1797" Type="http://schemas.openxmlformats.org/officeDocument/2006/relationships/image" Target="../media/image-1-1797.png"/><Relationship Id="rId1798" Type="http://schemas.openxmlformats.org/officeDocument/2006/relationships/image" Target="../media/image-1-1798.png"/><Relationship Id="rId1799" Type="http://schemas.openxmlformats.org/officeDocument/2006/relationships/image" Target="../media/image-1-1799.png"/><Relationship Id="rId1800" Type="http://schemas.openxmlformats.org/officeDocument/2006/relationships/image" Target="../media/image-1-1800.png"/><Relationship Id="rId1801" Type="http://schemas.openxmlformats.org/officeDocument/2006/relationships/image" Target="../media/image-1-1801.png"/><Relationship Id="rId1802" Type="http://schemas.openxmlformats.org/officeDocument/2006/relationships/image" Target="../media/image-1-1802.png"/><Relationship Id="rId1803" Type="http://schemas.openxmlformats.org/officeDocument/2006/relationships/image" Target="../media/image-1-1803.png"/><Relationship Id="rId1804" Type="http://schemas.openxmlformats.org/officeDocument/2006/relationships/image" Target="../media/image-1-1804.png"/><Relationship Id="rId1805" Type="http://schemas.openxmlformats.org/officeDocument/2006/relationships/image" Target="../media/image-1-1805.png"/><Relationship Id="rId1806" Type="http://schemas.openxmlformats.org/officeDocument/2006/relationships/image" Target="../media/image-1-1806.png"/><Relationship Id="rId1807" Type="http://schemas.openxmlformats.org/officeDocument/2006/relationships/image" Target="../media/image-1-1807.png"/><Relationship Id="rId1808" Type="http://schemas.openxmlformats.org/officeDocument/2006/relationships/image" Target="../media/image-1-1808.png"/><Relationship Id="rId1809" Type="http://schemas.openxmlformats.org/officeDocument/2006/relationships/image" Target="../media/image-1-1809.png"/><Relationship Id="rId1810" Type="http://schemas.openxmlformats.org/officeDocument/2006/relationships/image" Target="../media/image-1-1810.png"/><Relationship Id="rId1811" Type="http://schemas.openxmlformats.org/officeDocument/2006/relationships/image" Target="../media/image-1-1811.png"/><Relationship Id="rId1812" Type="http://schemas.openxmlformats.org/officeDocument/2006/relationships/image" Target="../media/image-1-1812.png"/><Relationship Id="rId1813" Type="http://schemas.openxmlformats.org/officeDocument/2006/relationships/image" Target="../media/image-1-1813.png"/><Relationship Id="rId1814" Type="http://schemas.openxmlformats.org/officeDocument/2006/relationships/image" Target="../media/image-1-1814.png"/><Relationship Id="rId1815" Type="http://schemas.openxmlformats.org/officeDocument/2006/relationships/image" Target="../media/image-1-1815.png"/><Relationship Id="rId1816" Type="http://schemas.openxmlformats.org/officeDocument/2006/relationships/image" Target="../media/image-1-1816.png"/><Relationship Id="rId1817" Type="http://schemas.openxmlformats.org/officeDocument/2006/relationships/image" Target="../media/image-1-1817.png"/><Relationship Id="rId1818" Type="http://schemas.openxmlformats.org/officeDocument/2006/relationships/image" Target="../media/image-1-1818.png"/><Relationship Id="rId1819" Type="http://schemas.openxmlformats.org/officeDocument/2006/relationships/image" Target="../media/image-1-1819.png"/><Relationship Id="rId1820" Type="http://schemas.openxmlformats.org/officeDocument/2006/relationships/image" Target="../media/image-1-1820.png"/><Relationship Id="rId1821" Type="http://schemas.openxmlformats.org/officeDocument/2006/relationships/image" Target="../media/image-1-1821.png"/><Relationship Id="rId1822" Type="http://schemas.openxmlformats.org/officeDocument/2006/relationships/image" Target="../media/image-1-1822.png"/><Relationship Id="rId1823" Type="http://schemas.openxmlformats.org/officeDocument/2006/relationships/image" Target="../media/image-1-1823.png"/><Relationship Id="rId1824" Type="http://schemas.openxmlformats.org/officeDocument/2006/relationships/image" Target="../media/image-1-1824.png"/><Relationship Id="rId1825" Type="http://schemas.openxmlformats.org/officeDocument/2006/relationships/image" Target="../media/image-1-1825.png"/><Relationship Id="rId1826" Type="http://schemas.openxmlformats.org/officeDocument/2006/relationships/image" Target="../media/image-1-1826.png"/><Relationship Id="rId1827" Type="http://schemas.openxmlformats.org/officeDocument/2006/relationships/image" Target="../media/image-1-1827.png"/><Relationship Id="rId1828" Type="http://schemas.openxmlformats.org/officeDocument/2006/relationships/image" Target="../media/image-1-1828.png"/><Relationship Id="rId1829" Type="http://schemas.openxmlformats.org/officeDocument/2006/relationships/image" Target="../media/image-1-1829.png"/><Relationship Id="rId1830" Type="http://schemas.openxmlformats.org/officeDocument/2006/relationships/image" Target="../media/image-1-1830.png"/><Relationship Id="rId1831" Type="http://schemas.openxmlformats.org/officeDocument/2006/relationships/image" Target="../media/image-1-1831.png"/><Relationship Id="rId1832" Type="http://schemas.openxmlformats.org/officeDocument/2006/relationships/image" Target="../media/image-1-1832.png"/><Relationship Id="rId1833" Type="http://schemas.openxmlformats.org/officeDocument/2006/relationships/image" Target="../media/image-1-1833.png"/><Relationship Id="rId1834" Type="http://schemas.openxmlformats.org/officeDocument/2006/relationships/image" Target="../media/image-1-1834.png"/><Relationship Id="rId1835" Type="http://schemas.openxmlformats.org/officeDocument/2006/relationships/image" Target="../media/image-1-1835.png"/><Relationship Id="rId1836" Type="http://schemas.openxmlformats.org/officeDocument/2006/relationships/image" Target="../media/image-1-1836.png"/><Relationship Id="rId1837" Type="http://schemas.openxmlformats.org/officeDocument/2006/relationships/image" Target="../media/image-1-1837.png"/><Relationship Id="rId1838" Type="http://schemas.openxmlformats.org/officeDocument/2006/relationships/image" Target="../media/image-1-1838.png"/><Relationship Id="rId1839" Type="http://schemas.openxmlformats.org/officeDocument/2006/relationships/image" Target="../media/image-1-1839.png"/><Relationship Id="rId1840" Type="http://schemas.openxmlformats.org/officeDocument/2006/relationships/image" Target="../media/image-1-1840.png"/><Relationship Id="rId1841" Type="http://schemas.openxmlformats.org/officeDocument/2006/relationships/image" Target="../media/image-1-1841.png"/><Relationship Id="rId1842" Type="http://schemas.openxmlformats.org/officeDocument/2006/relationships/image" Target="../media/image-1-1842.png"/><Relationship Id="rId1843" Type="http://schemas.openxmlformats.org/officeDocument/2006/relationships/image" Target="../media/image-1-1843.png"/><Relationship Id="rId1844" Type="http://schemas.openxmlformats.org/officeDocument/2006/relationships/image" Target="../media/image-1-1844.png"/><Relationship Id="rId1845" Type="http://schemas.openxmlformats.org/officeDocument/2006/relationships/image" Target="../media/image-1-1845.png"/><Relationship Id="rId1846" Type="http://schemas.openxmlformats.org/officeDocument/2006/relationships/image" Target="../media/image-1-1846.png"/><Relationship Id="rId1847" Type="http://schemas.openxmlformats.org/officeDocument/2006/relationships/image" Target="../media/image-1-1847.png"/><Relationship Id="rId1848" Type="http://schemas.openxmlformats.org/officeDocument/2006/relationships/image" Target="../media/image-1-1848.png"/><Relationship Id="rId1849" Type="http://schemas.openxmlformats.org/officeDocument/2006/relationships/image" Target="../media/image-1-1849.png"/><Relationship Id="rId1850" Type="http://schemas.openxmlformats.org/officeDocument/2006/relationships/image" Target="../media/image-1-1850.png"/><Relationship Id="rId1851" Type="http://schemas.openxmlformats.org/officeDocument/2006/relationships/image" Target="../media/image-1-1851.png"/><Relationship Id="rId1852" Type="http://schemas.openxmlformats.org/officeDocument/2006/relationships/image" Target="../media/image-1-1852.png"/><Relationship Id="rId1853" Type="http://schemas.openxmlformats.org/officeDocument/2006/relationships/image" Target="../media/image-1-1853.png"/><Relationship Id="rId1854" Type="http://schemas.openxmlformats.org/officeDocument/2006/relationships/image" Target="../media/image-1-1854.png"/><Relationship Id="rId1855" Type="http://schemas.openxmlformats.org/officeDocument/2006/relationships/image" Target="../media/image-1-1855.png"/><Relationship Id="rId1856" Type="http://schemas.openxmlformats.org/officeDocument/2006/relationships/image" Target="../media/image-1-1856.png"/><Relationship Id="rId1857" Type="http://schemas.openxmlformats.org/officeDocument/2006/relationships/image" Target="../media/image-1-1857.png"/><Relationship Id="rId1858" Type="http://schemas.openxmlformats.org/officeDocument/2006/relationships/image" Target="../media/image-1-1858.png"/><Relationship Id="rId1859" Type="http://schemas.openxmlformats.org/officeDocument/2006/relationships/image" Target="../media/image-1-1859.png"/><Relationship Id="rId1860" Type="http://schemas.openxmlformats.org/officeDocument/2006/relationships/image" Target="../media/image-1-1860.png"/><Relationship Id="rId1861" Type="http://schemas.openxmlformats.org/officeDocument/2006/relationships/image" Target="../media/image-1-1861.png"/><Relationship Id="rId1862" Type="http://schemas.openxmlformats.org/officeDocument/2006/relationships/image" Target="../media/image-1-1862.png"/><Relationship Id="rId1863" Type="http://schemas.openxmlformats.org/officeDocument/2006/relationships/image" Target="../media/image-1-1863.png"/><Relationship Id="rId1864" Type="http://schemas.openxmlformats.org/officeDocument/2006/relationships/image" Target="../media/image-1-1864.png"/><Relationship Id="rId1865" Type="http://schemas.openxmlformats.org/officeDocument/2006/relationships/image" Target="../media/image-1-1865.png"/><Relationship Id="rId1866" Type="http://schemas.openxmlformats.org/officeDocument/2006/relationships/image" Target="../media/image-1-1866.png"/><Relationship Id="rId1867" Type="http://schemas.openxmlformats.org/officeDocument/2006/relationships/image" Target="../media/image-1-1867.png"/><Relationship Id="rId1868" Type="http://schemas.openxmlformats.org/officeDocument/2006/relationships/image" Target="../media/image-1-1868.png"/><Relationship Id="rId1869" Type="http://schemas.openxmlformats.org/officeDocument/2006/relationships/image" Target="../media/image-1-1869.png"/><Relationship Id="rId1870" Type="http://schemas.openxmlformats.org/officeDocument/2006/relationships/image" Target="../media/image-1-1870.png"/><Relationship Id="rId1871" Type="http://schemas.openxmlformats.org/officeDocument/2006/relationships/image" Target="../media/image-1-1871.png"/><Relationship Id="rId1872" Type="http://schemas.openxmlformats.org/officeDocument/2006/relationships/image" Target="../media/image-1-1872.png"/><Relationship Id="rId1873" Type="http://schemas.openxmlformats.org/officeDocument/2006/relationships/image" Target="../media/image-1-1873.png"/><Relationship Id="rId1874" Type="http://schemas.openxmlformats.org/officeDocument/2006/relationships/image" Target="../media/image-1-1874.png"/><Relationship Id="rId1875" Type="http://schemas.openxmlformats.org/officeDocument/2006/relationships/image" Target="../media/image-1-1875.png"/><Relationship Id="rId1876" Type="http://schemas.openxmlformats.org/officeDocument/2006/relationships/image" Target="../media/image-1-1876.png"/><Relationship Id="rId1877" Type="http://schemas.openxmlformats.org/officeDocument/2006/relationships/image" Target="../media/image-1-1877.png"/><Relationship Id="rId1878" Type="http://schemas.openxmlformats.org/officeDocument/2006/relationships/image" Target="../media/image-1-1878.png"/><Relationship Id="rId1879" Type="http://schemas.openxmlformats.org/officeDocument/2006/relationships/image" Target="../media/image-1-1879.png"/><Relationship Id="rId1880" Type="http://schemas.openxmlformats.org/officeDocument/2006/relationships/image" Target="../media/image-1-1880.png"/><Relationship Id="rId1881" Type="http://schemas.openxmlformats.org/officeDocument/2006/relationships/image" Target="../media/image-1-1881.png"/><Relationship Id="rId1882" Type="http://schemas.openxmlformats.org/officeDocument/2006/relationships/image" Target="../media/image-1-1882.png"/><Relationship Id="rId1883" Type="http://schemas.openxmlformats.org/officeDocument/2006/relationships/image" Target="../media/image-1-1883.png"/><Relationship Id="rId1884" Type="http://schemas.openxmlformats.org/officeDocument/2006/relationships/image" Target="../media/image-1-1884.png"/><Relationship Id="rId1885" Type="http://schemas.openxmlformats.org/officeDocument/2006/relationships/image" Target="../media/image-1-1885.png"/><Relationship Id="rId1886" Type="http://schemas.openxmlformats.org/officeDocument/2006/relationships/image" Target="../media/image-1-1886.png"/><Relationship Id="rId1887" Type="http://schemas.openxmlformats.org/officeDocument/2006/relationships/image" Target="../media/image-1-1887.png"/><Relationship Id="rId1888" Type="http://schemas.openxmlformats.org/officeDocument/2006/relationships/image" Target="../media/image-1-1888.png"/><Relationship Id="rId1889" Type="http://schemas.openxmlformats.org/officeDocument/2006/relationships/image" Target="../media/image-1-1889.png"/><Relationship Id="rId1890" Type="http://schemas.openxmlformats.org/officeDocument/2006/relationships/image" Target="../media/image-1-1890.png"/><Relationship Id="rId1891" Type="http://schemas.openxmlformats.org/officeDocument/2006/relationships/image" Target="../media/image-1-1891.png"/><Relationship Id="rId1892" Type="http://schemas.openxmlformats.org/officeDocument/2006/relationships/image" Target="../media/image-1-1892.png"/><Relationship Id="rId1893" Type="http://schemas.openxmlformats.org/officeDocument/2006/relationships/image" Target="../media/image-1-1893.png"/><Relationship Id="rId1894" Type="http://schemas.openxmlformats.org/officeDocument/2006/relationships/image" Target="../media/image-1-1894.png"/><Relationship Id="rId1895" Type="http://schemas.openxmlformats.org/officeDocument/2006/relationships/image" Target="../media/image-1-1895.png"/><Relationship Id="rId1896" Type="http://schemas.openxmlformats.org/officeDocument/2006/relationships/image" Target="../media/image-1-1896.png"/><Relationship Id="rId1897" Type="http://schemas.openxmlformats.org/officeDocument/2006/relationships/image" Target="../media/image-1-1897.png"/><Relationship Id="rId1898" Type="http://schemas.openxmlformats.org/officeDocument/2006/relationships/image" Target="../media/image-1-1898.png"/><Relationship Id="rId1899" Type="http://schemas.openxmlformats.org/officeDocument/2006/relationships/image" Target="../media/image-1-1899.png"/><Relationship Id="rId1900" Type="http://schemas.openxmlformats.org/officeDocument/2006/relationships/image" Target="../media/image-1-1900.png"/><Relationship Id="rId1901" Type="http://schemas.openxmlformats.org/officeDocument/2006/relationships/image" Target="../media/image-1-1901.png"/><Relationship Id="rId1902" Type="http://schemas.openxmlformats.org/officeDocument/2006/relationships/image" Target="../media/image-1-1902.png"/><Relationship Id="rId1903" Type="http://schemas.openxmlformats.org/officeDocument/2006/relationships/image" Target="../media/image-1-1903.png"/><Relationship Id="rId1904" Type="http://schemas.openxmlformats.org/officeDocument/2006/relationships/image" Target="../media/image-1-1904.png"/><Relationship Id="rId1905" Type="http://schemas.openxmlformats.org/officeDocument/2006/relationships/image" Target="../media/image-1-1905.png"/><Relationship Id="rId1906" Type="http://schemas.openxmlformats.org/officeDocument/2006/relationships/image" Target="../media/image-1-1906.png"/><Relationship Id="rId1907" Type="http://schemas.openxmlformats.org/officeDocument/2006/relationships/image" Target="../media/image-1-1907.png"/><Relationship Id="rId1908" Type="http://schemas.openxmlformats.org/officeDocument/2006/relationships/image" Target="../media/image-1-1908.png"/><Relationship Id="rId1909" Type="http://schemas.openxmlformats.org/officeDocument/2006/relationships/image" Target="../media/image-1-1909.png"/><Relationship Id="rId1910" Type="http://schemas.openxmlformats.org/officeDocument/2006/relationships/image" Target="../media/image-1-1910.png"/><Relationship Id="rId1911" Type="http://schemas.openxmlformats.org/officeDocument/2006/relationships/image" Target="../media/image-1-1911.png"/><Relationship Id="rId1912" Type="http://schemas.openxmlformats.org/officeDocument/2006/relationships/image" Target="../media/image-1-1912.png"/><Relationship Id="rId1913" Type="http://schemas.openxmlformats.org/officeDocument/2006/relationships/image" Target="../media/image-1-1913.png"/><Relationship Id="rId1914" Type="http://schemas.openxmlformats.org/officeDocument/2006/relationships/image" Target="../media/image-1-1914.png"/><Relationship Id="rId1915" Type="http://schemas.openxmlformats.org/officeDocument/2006/relationships/image" Target="../media/image-1-1915.png"/><Relationship Id="rId1916" Type="http://schemas.openxmlformats.org/officeDocument/2006/relationships/image" Target="../media/image-1-1916.png"/><Relationship Id="rId1917" Type="http://schemas.openxmlformats.org/officeDocument/2006/relationships/image" Target="../media/image-1-1917.png"/><Relationship Id="rId1918" Type="http://schemas.openxmlformats.org/officeDocument/2006/relationships/image" Target="../media/image-1-1918.png"/><Relationship Id="rId1919" Type="http://schemas.openxmlformats.org/officeDocument/2006/relationships/image" Target="../media/image-1-1919.png"/><Relationship Id="rId1920" Type="http://schemas.openxmlformats.org/officeDocument/2006/relationships/image" Target="../media/image-1-1920.png"/><Relationship Id="rId1921" Type="http://schemas.openxmlformats.org/officeDocument/2006/relationships/image" Target="../media/image-1-1921.png"/><Relationship Id="rId1922" Type="http://schemas.openxmlformats.org/officeDocument/2006/relationships/image" Target="../media/image-1-1922.png"/><Relationship Id="rId1923" Type="http://schemas.openxmlformats.org/officeDocument/2006/relationships/image" Target="../media/image-1-1923.png"/><Relationship Id="rId1924" Type="http://schemas.openxmlformats.org/officeDocument/2006/relationships/image" Target="../media/image-1-1924.png"/><Relationship Id="rId1925" Type="http://schemas.openxmlformats.org/officeDocument/2006/relationships/image" Target="../media/image-1-1925.png"/><Relationship Id="rId1926" Type="http://schemas.openxmlformats.org/officeDocument/2006/relationships/image" Target="../media/image-1-1926.png"/><Relationship Id="rId1927" Type="http://schemas.openxmlformats.org/officeDocument/2006/relationships/image" Target="../media/image-1-1927.png"/><Relationship Id="rId1928" Type="http://schemas.openxmlformats.org/officeDocument/2006/relationships/image" Target="../media/image-1-1928.png"/><Relationship Id="rId1929" Type="http://schemas.openxmlformats.org/officeDocument/2006/relationships/image" Target="../media/image-1-1929.png"/><Relationship Id="rId1930" Type="http://schemas.openxmlformats.org/officeDocument/2006/relationships/image" Target="../media/image-1-1930.png"/><Relationship Id="rId1931" Type="http://schemas.openxmlformats.org/officeDocument/2006/relationships/image" Target="../media/image-1-1931.png"/><Relationship Id="rId1932" Type="http://schemas.openxmlformats.org/officeDocument/2006/relationships/image" Target="../media/image-1-1932.png"/><Relationship Id="rId1933" Type="http://schemas.openxmlformats.org/officeDocument/2006/relationships/image" Target="../media/image-1-1933.png"/><Relationship Id="rId1934" Type="http://schemas.openxmlformats.org/officeDocument/2006/relationships/image" Target="../media/image-1-1934.png"/><Relationship Id="rId1935" Type="http://schemas.openxmlformats.org/officeDocument/2006/relationships/image" Target="../media/image-1-1935.png"/><Relationship Id="rId1936" Type="http://schemas.openxmlformats.org/officeDocument/2006/relationships/image" Target="../media/image-1-1936.png"/><Relationship Id="rId1937" Type="http://schemas.openxmlformats.org/officeDocument/2006/relationships/image" Target="../media/image-1-1937.png"/><Relationship Id="rId1938" Type="http://schemas.openxmlformats.org/officeDocument/2006/relationships/image" Target="../media/image-1-1938.png"/><Relationship Id="rId1939" Type="http://schemas.openxmlformats.org/officeDocument/2006/relationships/image" Target="../media/image-1-1939.png"/><Relationship Id="rId1940" Type="http://schemas.openxmlformats.org/officeDocument/2006/relationships/image" Target="../media/image-1-1940.png"/><Relationship Id="rId1941" Type="http://schemas.openxmlformats.org/officeDocument/2006/relationships/image" Target="../media/image-1-1941.png"/><Relationship Id="rId1942" Type="http://schemas.openxmlformats.org/officeDocument/2006/relationships/image" Target="../media/image-1-1942.png"/><Relationship Id="rId1943" Type="http://schemas.openxmlformats.org/officeDocument/2006/relationships/image" Target="../media/image-1-1943.png"/><Relationship Id="rId1944" Type="http://schemas.openxmlformats.org/officeDocument/2006/relationships/image" Target="../media/image-1-1944.png"/><Relationship Id="rId1945" Type="http://schemas.openxmlformats.org/officeDocument/2006/relationships/image" Target="../media/image-1-1945.png"/><Relationship Id="rId1946" Type="http://schemas.openxmlformats.org/officeDocument/2006/relationships/image" Target="../media/image-1-1946.png"/><Relationship Id="rId1947" Type="http://schemas.openxmlformats.org/officeDocument/2006/relationships/image" Target="../media/image-1-1947.png"/><Relationship Id="rId1948" Type="http://schemas.openxmlformats.org/officeDocument/2006/relationships/image" Target="../media/image-1-1948.png"/><Relationship Id="rId1949" Type="http://schemas.openxmlformats.org/officeDocument/2006/relationships/image" Target="../media/image-1-1949.png"/><Relationship Id="rId1950" Type="http://schemas.openxmlformats.org/officeDocument/2006/relationships/image" Target="../media/image-1-1950.png"/><Relationship Id="rId1951" Type="http://schemas.openxmlformats.org/officeDocument/2006/relationships/image" Target="../media/image-1-1951.png"/><Relationship Id="rId1952" Type="http://schemas.openxmlformats.org/officeDocument/2006/relationships/image" Target="../media/image-1-1952.png"/><Relationship Id="rId1953" Type="http://schemas.openxmlformats.org/officeDocument/2006/relationships/image" Target="../media/image-1-1953.png"/><Relationship Id="rId1954" Type="http://schemas.openxmlformats.org/officeDocument/2006/relationships/image" Target="../media/image-1-1954.png"/><Relationship Id="rId1955" Type="http://schemas.openxmlformats.org/officeDocument/2006/relationships/image" Target="../media/image-1-1955.png"/><Relationship Id="rId1956" Type="http://schemas.openxmlformats.org/officeDocument/2006/relationships/image" Target="../media/image-1-1956.png"/><Relationship Id="rId1957" Type="http://schemas.openxmlformats.org/officeDocument/2006/relationships/image" Target="../media/image-1-1957.png"/><Relationship Id="rId1958" Type="http://schemas.openxmlformats.org/officeDocument/2006/relationships/image" Target="../media/image-1-1958.png"/><Relationship Id="rId1959" Type="http://schemas.openxmlformats.org/officeDocument/2006/relationships/image" Target="../media/image-1-1959.png"/><Relationship Id="rId1960" Type="http://schemas.openxmlformats.org/officeDocument/2006/relationships/image" Target="../media/image-1-1960.png"/><Relationship Id="rId1961" Type="http://schemas.openxmlformats.org/officeDocument/2006/relationships/image" Target="../media/image-1-1961.png"/><Relationship Id="rId1962" Type="http://schemas.openxmlformats.org/officeDocument/2006/relationships/image" Target="../media/image-1-1962.png"/><Relationship Id="rId1963" Type="http://schemas.openxmlformats.org/officeDocument/2006/relationships/image" Target="../media/image-1-1963.png"/><Relationship Id="rId1964" Type="http://schemas.openxmlformats.org/officeDocument/2006/relationships/image" Target="../media/image-1-1964.png"/><Relationship Id="rId1965" Type="http://schemas.openxmlformats.org/officeDocument/2006/relationships/image" Target="../media/image-1-1965.png"/><Relationship Id="rId1966" Type="http://schemas.openxmlformats.org/officeDocument/2006/relationships/image" Target="../media/image-1-1966.png"/><Relationship Id="rId1967" Type="http://schemas.openxmlformats.org/officeDocument/2006/relationships/image" Target="../media/image-1-1967.png"/><Relationship Id="rId1968" Type="http://schemas.openxmlformats.org/officeDocument/2006/relationships/image" Target="../media/image-1-1968.png"/><Relationship Id="rId1969" Type="http://schemas.openxmlformats.org/officeDocument/2006/relationships/image" Target="../media/image-1-1969.png"/><Relationship Id="rId1970" Type="http://schemas.openxmlformats.org/officeDocument/2006/relationships/image" Target="../media/image-1-1970.png"/><Relationship Id="rId1971" Type="http://schemas.openxmlformats.org/officeDocument/2006/relationships/image" Target="../media/image-1-1971.png"/><Relationship Id="rId1972" Type="http://schemas.openxmlformats.org/officeDocument/2006/relationships/image" Target="../media/image-1-1972.png"/><Relationship Id="rId1973" Type="http://schemas.openxmlformats.org/officeDocument/2006/relationships/image" Target="../media/image-1-1973.png"/><Relationship Id="rId1974" Type="http://schemas.openxmlformats.org/officeDocument/2006/relationships/image" Target="../media/image-1-1974.png"/><Relationship Id="rId1975" Type="http://schemas.openxmlformats.org/officeDocument/2006/relationships/image" Target="../media/image-1-1975.png"/><Relationship Id="rId1976" Type="http://schemas.openxmlformats.org/officeDocument/2006/relationships/image" Target="../media/image-1-1976.png"/><Relationship Id="rId1977" Type="http://schemas.openxmlformats.org/officeDocument/2006/relationships/image" Target="../media/image-1-1977.png"/><Relationship Id="rId1978" Type="http://schemas.openxmlformats.org/officeDocument/2006/relationships/image" Target="../media/image-1-1978.png"/><Relationship Id="rId1979" Type="http://schemas.openxmlformats.org/officeDocument/2006/relationships/image" Target="../media/image-1-1979.png"/><Relationship Id="rId1980" Type="http://schemas.openxmlformats.org/officeDocument/2006/relationships/image" Target="../media/image-1-1980.png"/><Relationship Id="rId1981" Type="http://schemas.openxmlformats.org/officeDocument/2006/relationships/image" Target="../media/image-1-1981.png"/><Relationship Id="rId1982" Type="http://schemas.openxmlformats.org/officeDocument/2006/relationships/image" Target="../media/image-1-1982.png"/><Relationship Id="rId1983" Type="http://schemas.openxmlformats.org/officeDocument/2006/relationships/image" Target="../media/image-1-1983.png"/><Relationship Id="rId1984" Type="http://schemas.openxmlformats.org/officeDocument/2006/relationships/image" Target="../media/image-1-1984.png"/><Relationship Id="rId1985" Type="http://schemas.openxmlformats.org/officeDocument/2006/relationships/image" Target="../media/image-1-1985.png"/><Relationship Id="rId1986" Type="http://schemas.openxmlformats.org/officeDocument/2006/relationships/image" Target="../media/image-1-1986.png"/><Relationship Id="rId1987" Type="http://schemas.openxmlformats.org/officeDocument/2006/relationships/image" Target="../media/image-1-1987.png"/><Relationship Id="rId1988" Type="http://schemas.openxmlformats.org/officeDocument/2006/relationships/image" Target="../media/image-1-1988.png"/><Relationship Id="rId1989" Type="http://schemas.openxmlformats.org/officeDocument/2006/relationships/image" Target="../media/image-1-1989.png"/><Relationship Id="rId1990" Type="http://schemas.openxmlformats.org/officeDocument/2006/relationships/image" Target="../media/image-1-1990.png"/><Relationship Id="rId1991" Type="http://schemas.openxmlformats.org/officeDocument/2006/relationships/image" Target="../media/image-1-1991.png"/><Relationship Id="rId1992" Type="http://schemas.openxmlformats.org/officeDocument/2006/relationships/image" Target="../media/image-1-1992.png"/><Relationship Id="rId1993" Type="http://schemas.openxmlformats.org/officeDocument/2006/relationships/image" Target="../media/image-1-1993.png"/><Relationship Id="rId1994" Type="http://schemas.openxmlformats.org/officeDocument/2006/relationships/image" Target="../media/image-1-1994.png"/><Relationship Id="rId1995" Type="http://schemas.openxmlformats.org/officeDocument/2006/relationships/image" Target="../media/image-1-1995.png"/><Relationship Id="rId1996" Type="http://schemas.openxmlformats.org/officeDocument/2006/relationships/image" Target="../media/image-1-1996.png"/><Relationship Id="rId1997" Type="http://schemas.openxmlformats.org/officeDocument/2006/relationships/image" Target="../media/image-1-1997.png"/><Relationship Id="rId1998" Type="http://schemas.openxmlformats.org/officeDocument/2006/relationships/image" Target="../media/image-1-1998.png"/><Relationship Id="rId1999" Type="http://schemas.openxmlformats.org/officeDocument/2006/relationships/image" Target="../media/image-1-1999.png"/><Relationship Id="rId2000" Type="http://schemas.openxmlformats.org/officeDocument/2006/relationships/image" Target="../media/image-1-2000.png"/><Relationship Id="rId2001" Type="http://schemas.openxmlformats.org/officeDocument/2006/relationships/image" Target="../media/image-1-2001.png"/><Relationship Id="rId2002" Type="http://schemas.openxmlformats.org/officeDocument/2006/relationships/image" Target="../media/image-1-2002.png"/><Relationship Id="rId2003" Type="http://schemas.openxmlformats.org/officeDocument/2006/relationships/image" Target="../media/image-1-2003.png"/><Relationship Id="rId2004" Type="http://schemas.openxmlformats.org/officeDocument/2006/relationships/image" Target="../media/image-1-2004.png"/><Relationship Id="rId2005" Type="http://schemas.openxmlformats.org/officeDocument/2006/relationships/image" Target="../media/image-1-2005.png"/><Relationship Id="rId2006" Type="http://schemas.openxmlformats.org/officeDocument/2006/relationships/image" Target="../media/image-1-2006.png"/><Relationship Id="rId2007" Type="http://schemas.openxmlformats.org/officeDocument/2006/relationships/image" Target="../media/image-1-2007.png"/><Relationship Id="rId2008" Type="http://schemas.openxmlformats.org/officeDocument/2006/relationships/image" Target="../media/image-1-2008.png"/><Relationship Id="rId2009" Type="http://schemas.openxmlformats.org/officeDocument/2006/relationships/image" Target="../media/image-1-2009.png"/><Relationship Id="rId2010" Type="http://schemas.openxmlformats.org/officeDocument/2006/relationships/image" Target="../media/image-1-2010.png"/><Relationship Id="rId2011" Type="http://schemas.openxmlformats.org/officeDocument/2006/relationships/image" Target="../media/image-1-2011.png"/><Relationship Id="rId2012" Type="http://schemas.openxmlformats.org/officeDocument/2006/relationships/image" Target="../media/image-1-2012.png"/><Relationship Id="rId2013" Type="http://schemas.openxmlformats.org/officeDocument/2006/relationships/image" Target="../media/image-1-2013.png"/><Relationship Id="rId2014" Type="http://schemas.openxmlformats.org/officeDocument/2006/relationships/image" Target="../media/image-1-2014.png"/><Relationship Id="rId2015" Type="http://schemas.openxmlformats.org/officeDocument/2006/relationships/image" Target="../media/image-1-2015.png"/><Relationship Id="rId2016" Type="http://schemas.openxmlformats.org/officeDocument/2006/relationships/image" Target="../media/image-1-2016.png"/><Relationship Id="rId2017" Type="http://schemas.openxmlformats.org/officeDocument/2006/relationships/image" Target="../media/image-1-2017.png"/><Relationship Id="rId2018" Type="http://schemas.openxmlformats.org/officeDocument/2006/relationships/image" Target="../media/image-1-2018.png"/><Relationship Id="rId2019" Type="http://schemas.openxmlformats.org/officeDocument/2006/relationships/image" Target="../media/image-1-2019.png"/><Relationship Id="rId2020" Type="http://schemas.openxmlformats.org/officeDocument/2006/relationships/image" Target="../media/image-1-2020.png"/><Relationship Id="rId2021" Type="http://schemas.openxmlformats.org/officeDocument/2006/relationships/image" Target="../media/image-1-2021.png"/><Relationship Id="rId2022" Type="http://schemas.openxmlformats.org/officeDocument/2006/relationships/image" Target="../media/image-1-2022.png"/><Relationship Id="rId2023" Type="http://schemas.openxmlformats.org/officeDocument/2006/relationships/image" Target="../media/image-1-2023.png"/><Relationship Id="rId2024" Type="http://schemas.openxmlformats.org/officeDocument/2006/relationships/image" Target="../media/image-1-2024.png"/><Relationship Id="rId2025" Type="http://schemas.openxmlformats.org/officeDocument/2006/relationships/image" Target="../media/image-1-2025.png"/><Relationship Id="rId2026" Type="http://schemas.openxmlformats.org/officeDocument/2006/relationships/image" Target="../media/image-1-2026.png"/><Relationship Id="rId2027" Type="http://schemas.openxmlformats.org/officeDocument/2006/relationships/image" Target="../media/image-1-2027.png"/><Relationship Id="rId2028" Type="http://schemas.openxmlformats.org/officeDocument/2006/relationships/image" Target="../media/image-1-2028.png"/><Relationship Id="rId2029" Type="http://schemas.openxmlformats.org/officeDocument/2006/relationships/image" Target="../media/image-1-2029.png"/><Relationship Id="rId2030" Type="http://schemas.openxmlformats.org/officeDocument/2006/relationships/image" Target="../media/image-1-2030.png"/><Relationship Id="rId2031" Type="http://schemas.openxmlformats.org/officeDocument/2006/relationships/image" Target="../media/image-1-2031.png"/><Relationship Id="rId2032" Type="http://schemas.openxmlformats.org/officeDocument/2006/relationships/image" Target="../media/image-1-2032.png"/><Relationship Id="rId2033" Type="http://schemas.openxmlformats.org/officeDocument/2006/relationships/image" Target="../media/image-1-2033.png"/><Relationship Id="rId2034" Type="http://schemas.openxmlformats.org/officeDocument/2006/relationships/image" Target="../media/image-1-2034.png"/><Relationship Id="rId2035" Type="http://schemas.openxmlformats.org/officeDocument/2006/relationships/image" Target="../media/image-1-2035.png"/><Relationship Id="rId2036" Type="http://schemas.openxmlformats.org/officeDocument/2006/relationships/image" Target="../media/image-1-2036.png"/><Relationship Id="rId2037" Type="http://schemas.openxmlformats.org/officeDocument/2006/relationships/image" Target="../media/image-1-2037.png"/><Relationship Id="rId2038" Type="http://schemas.openxmlformats.org/officeDocument/2006/relationships/image" Target="../media/image-1-2038.png"/><Relationship Id="rId2039" Type="http://schemas.openxmlformats.org/officeDocument/2006/relationships/image" Target="../media/image-1-2039.png"/><Relationship Id="rId2040" Type="http://schemas.openxmlformats.org/officeDocument/2006/relationships/image" Target="../media/image-1-2040.png"/><Relationship Id="rId2041" Type="http://schemas.openxmlformats.org/officeDocument/2006/relationships/image" Target="../media/image-1-2041.png"/><Relationship Id="rId2042" Type="http://schemas.openxmlformats.org/officeDocument/2006/relationships/image" Target="../media/image-1-2042.png"/><Relationship Id="rId2043" Type="http://schemas.openxmlformats.org/officeDocument/2006/relationships/image" Target="../media/image-1-2043.png"/><Relationship Id="rId2044" Type="http://schemas.openxmlformats.org/officeDocument/2006/relationships/image" Target="../media/image-1-2044.png"/><Relationship Id="rId2045" Type="http://schemas.openxmlformats.org/officeDocument/2006/relationships/image" Target="../media/image-1-2045.png"/><Relationship Id="rId2046" Type="http://schemas.openxmlformats.org/officeDocument/2006/relationships/image" Target="../media/image-1-2046.png"/><Relationship Id="rId2047" Type="http://schemas.openxmlformats.org/officeDocument/2006/relationships/image" Target="../media/image-1-2047.png"/><Relationship Id="rId2048" Type="http://schemas.openxmlformats.org/officeDocument/2006/relationships/image" Target="../media/image-1-2048.png"/><Relationship Id="rId2049" Type="http://schemas.openxmlformats.org/officeDocument/2006/relationships/image" Target="../media/image-1-2049.png"/><Relationship Id="rId2050" Type="http://schemas.openxmlformats.org/officeDocument/2006/relationships/image" Target="../media/image-1-2050.png"/><Relationship Id="rId2051" Type="http://schemas.openxmlformats.org/officeDocument/2006/relationships/image" Target="../media/image-1-2051.png"/><Relationship Id="rId2052" Type="http://schemas.openxmlformats.org/officeDocument/2006/relationships/image" Target="../media/image-1-2052.png"/><Relationship Id="rId2053" Type="http://schemas.openxmlformats.org/officeDocument/2006/relationships/image" Target="../media/image-1-2053.png"/><Relationship Id="rId2054" Type="http://schemas.openxmlformats.org/officeDocument/2006/relationships/image" Target="../media/image-1-2054.png"/><Relationship Id="rId2055" Type="http://schemas.openxmlformats.org/officeDocument/2006/relationships/image" Target="../media/image-1-2055.png"/><Relationship Id="rId2056" Type="http://schemas.openxmlformats.org/officeDocument/2006/relationships/image" Target="../media/image-1-2056.png"/><Relationship Id="rId2057" Type="http://schemas.openxmlformats.org/officeDocument/2006/relationships/image" Target="../media/image-1-2057.png"/><Relationship Id="rId2058" Type="http://schemas.openxmlformats.org/officeDocument/2006/relationships/image" Target="../media/image-1-2058.png"/><Relationship Id="rId2059" Type="http://schemas.openxmlformats.org/officeDocument/2006/relationships/image" Target="../media/image-1-2059.png"/><Relationship Id="rId2060" Type="http://schemas.openxmlformats.org/officeDocument/2006/relationships/image" Target="../media/image-1-2060.png"/><Relationship Id="rId2061" Type="http://schemas.openxmlformats.org/officeDocument/2006/relationships/image" Target="../media/image-1-2061.png"/><Relationship Id="rId2062" Type="http://schemas.openxmlformats.org/officeDocument/2006/relationships/image" Target="../media/image-1-2062.png"/><Relationship Id="rId2063" Type="http://schemas.openxmlformats.org/officeDocument/2006/relationships/image" Target="../media/image-1-2063.png"/><Relationship Id="rId2064" Type="http://schemas.openxmlformats.org/officeDocument/2006/relationships/image" Target="../media/image-1-2064.png"/><Relationship Id="rId2065" Type="http://schemas.openxmlformats.org/officeDocument/2006/relationships/image" Target="../media/image-1-2065.png"/><Relationship Id="rId2066" Type="http://schemas.openxmlformats.org/officeDocument/2006/relationships/image" Target="../media/image-1-2066.png"/><Relationship Id="rId2067" Type="http://schemas.openxmlformats.org/officeDocument/2006/relationships/image" Target="../media/image-1-2067.png"/><Relationship Id="rId2068" Type="http://schemas.openxmlformats.org/officeDocument/2006/relationships/image" Target="../media/image-1-2068.png"/><Relationship Id="rId2069" Type="http://schemas.openxmlformats.org/officeDocument/2006/relationships/image" Target="../media/image-1-2069.png"/><Relationship Id="rId2070" Type="http://schemas.openxmlformats.org/officeDocument/2006/relationships/image" Target="../media/image-1-2070.png"/><Relationship Id="rId2071" Type="http://schemas.openxmlformats.org/officeDocument/2006/relationships/image" Target="../media/image-1-2071.png"/><Relationship Id="rId2072" Type="http://schemas.openxmlformats.org/officeDocument/2006/relationships/image" Target="../media/image-1-2072.png"/><Relationship Id="rId2073" Type="http://schemas.openxmlformats.org/officeDocument/2006/relationships/image" Target="../media/image-1-2073.png"/><Relationship Id="rId2074" Type="http://schemas.openxmlformats.org/officeDocument/2006/relationships/image" Target="../media/image-1-2074.png"/><Relationship Id="rId2075" Type="http://schemas.openxmlformats.org/officeDocument/2006/relationships/image" Target="../media/image-1-2075.png"/><Relationship Id="rId2076" Type="http://schemas.openxmlformats.org/officeDocument/2006/relationships/image" Target="../media/image-1-2076.png"/><Relationship Id="rId2077" Type="http://schemas.openxmlformats.org/officeDocument/2006/relationships/image" Target="../media/image-1-2077.png"/><Relationship Id="rId2078" Type="http://schemas.openxmlformats.org/officeDocument/2006/relationships/image" Target="../media/image-1-2078.png"/><Relationship Id="rId2079" Type="http://schemas.openxmlformats.org/officeDocument/2006/relationships/image" Target="../media/image-1-2079.png"/><Relationship Id="rId2080" Type="http://schemas.openxmlformats.org/officeDocument/2006/relationships/image" Target="../media/image-1-2080.png"/><Relationship Id="rId2081" Type="http://schemas.openxmlformats.org/officeDocument/2006/relationships/image" Target="../media/image-1-2081.png"/><Relationship Id="rId2082" Type="http://schemas.openxmlformats.org/officeDocument/2006/relationships/image" Target="../media/image-1-2082.png"/><Relationship Id="rId2083" Type="http://schemas.openxmlformats.org/officeDocument/2006/relationships/image" Target="../media/image-1-2083.png"/><Relationship Id="rId2084" Type="http://schemas.openxmlformats.org/officeDocument/2006/relationships/image" Target="../media/image-1-2084.png"/><Relationship Id="rId2085" Type="http://schemas.openxmlformats.org/officeDocument/2006/relationships/image" Target="../media/image-1-2085.png"/><Relationship Id="rId2086" Type="http://schemas.openxmlformats.org/officeDocument/2006/relationships/image" Target="../media/image-1-2086.png"/><Relationship Id="rId2087" Type="http://schemas.openxmlformats.org/officeDocument/2006/relationships/image" Target="../media/image-1-2087.png"/><Relationship Id="rId2088" Type="http://schemas.openxmlformats.org/officeDocument/2006/relationships/image" Target="../media/image-1-2088.png"/><Relationship Id="rId2089" Type="http://schemas.openxmlformats.org/officeDocument/2006/relationships/image" Target="../media/image-1-2089.png"/><Relationship Id="rId2090" Type="http://schemas.openxmlformats.org/officeDocument/2006/relationships/image" Target="../media/image-1-2090.png"/><Relationship Id="rId2091" Type="http://schemas.openxmlformats.org/officeDocument/2006/relationships/image" Target="../media/image-1-2091.png"/><Relationship Id="rId2092" Type="http://schemas.openxmlformats.org/officeDocument/2006/relationships/image" Target="../media/image-1-2092.png"/><Relationship Id="rId2093" Type="http://schemas.openxmlformats.org/officeDocument/2006/relationships/image" Target="../media/image-1-2093.png"/><Relationship Id="rId2094" Type="http://schemas.openxmlformats.org/officeDocument/2006/relationships/image" Target="../media/image-1-2094.png"/><Relationship Id="rId2095" Type="http://schemas.openxmlformats.org/officeDocument/2006/relationships/image" Target="../media/image-1-2095.png"/><Relationship Id="rId2096" Type="http://schemas.openxmlformats.org/officeDocument/2006/relationships/image" Target="../media/image-1-2096.png"/><Relationship Id="rId2097" Type="http://schemas.openxmlformats.org/officeDocument/2006/relationships/image" Target="../media/image-1-2097.png"/><Relationship Id="rId2098" Type="http://schemas.openxmlformats.org/officeDocument/2006/relationships/image" Target="../media/image-1-2098.png"/><Relationship Id="rId2099" Type="http://schemas.openxmlformats.org/officeDocument/2006/relationships/image" Target="../media/image-1-2099.png"/><Relationship Id="rId2100" Type="http://schemas.openxmlformats.org/officeDocument/2006/relationships/image" Target="../media/image-1-2100.png"/><Relationship Id="rId2101" Type="http://schemas.openxmlformats.org/officeDocument/2006/relationships/image" Target="../media/image-1-2101.png"/><Relationship Id="rId2102" Type="http://schemas.openxmlformats.org/officeDocument/2006/relationships/image" Target="../media/image-1-2102.png"/><Relationship Id="rId2103" Type="http://schemas.openxmlformats.org/officeDocument/2006/relationships/image" Target="../media/image-1-2103.png"/><Relationship Id="rId2104" Type="http://schemas.openxmlformats.org/officeDocument/2006/relationships/image" Target="../media/image-1-2104.png"/><Relationship Id="rId2105" Type="http://schemas.openxmlformats.org/officeDocument/2006/relationships/image" Target="../media/image-1-2105.png"/><Relationship Id="rId2106" Type="http://schemas.openxmlformats.org/officeDocument/2006/relationships/image" Target="../media/image-1-2106.png"/><Relationship Id="rId2107" Type="http://schemas.openxmlformats.org/officeDocument/2006/relationships/image" Target="../media/image-1-2107.png"/><Relationship Id="rId2108" Type="http://schemas.openxmlformats.org/officeDocument/2006/relationships/image" Target="../media/image-1-2108.png"/><Relationship Id="rId2109" Type="http://schemas.openxmlformats.org/officeDocument/2006/relationships/image" Target="../media/image-1-2109.png"/><Relationship Id="rId2110" Type="http://schemas.openxmlformats.org/officeDocument/2006/relationships/image" Target="../media/image-1-2110.png"/><Relationship Id="rId2111" Type="http://schemas.openxmlformats.org/officeDocument/2006/relationships/image" Target="../media/image-1-2111.png"/><Relationship Id="rId2112" Type="http://schemas.openxmlformats.org/officeDocument/2006/relationships/image" Target="../media/image-1-2112.png"/><Relationship Id="rId2113" Type="http://schemas.openxmlformats.org/officeDocument/2006/relationships/image" Target="../media/image-1-2113.png"/><Relationship Id="rId2114" Type="http://schemas.openxmlformats.org/officeDocument/2006/relationships/image" Target="../media/image-1-2114.png"/><Relationship Id="rId2115" Type="http://schemas.openxmlformats.org/officeDocument/2006/relationships/image" Target="../media/image-1-2115.png"/><Relationship Id="rId2116" Type="http://schemas.openxmlformats.org/officeDocument/2006/relationships/image" Target="../media/image-1-2116.png"/><Relationship Id="rId2117" Type="http://schemas.openxmlformats.org/officeDocument/2006/relationships/image" Target="../media/image-1-2117.png"/><Relationship Id="rId2118" Type="http://schemas.openxmlformats.org/officeDocument/2006/relationships/image" Target="../media/image-1-2118.png"/><Relationship Id="rId2119" Type="http://schemas.openxmlformats.org/officeDocument/2006/relationships/image" Target="../media/image-1-2119.png"/><Relationship Id="rId2120" Type="http://schemas.openxmlformats.org/officeDocument/2006/relationships/image" Target="../media/image-1-2120.png"/><Relationship Id="rId2121" Type="http://schemas.openxmlformats.org/officeDocument/2006/relationships/image" Target="../media/image-1-2121.png"/><Relationship Id="rId2122" Type="http://schemas.openxmlformats.org/officeDocument/2006/relationships/image" Target="../media/image-1-2122.png"/><Relationship Id="rId2123" Type="http://schemas.openxmlformats.org/officeDocument/2006/relationships/image" Target="../media/image-1-2123.png"/><Relationship Id="rId2124" Type="http://schemas.openxmlformats.org/officeDocument/2006/relationships/image" Target="../media/image-1-2124.png"/><Relationship Id="rId2125" Type="http://schemas.openxmlformats.org/officeDocument/2006/relationships/image" Target="../media/image-1-2125.png"/><Relationship Id="rId2126" Type="http://schemas.openxmlformats.org/officeDocument/2006/relationships/image" Target="../media/image-1-2126.png"/><Relationship Id="rId2127" Type="http://schemas.openxmlformats.org/officeDocument/2006/relationships/image" Target="../media/image-1-2127.png"/><Relationship Id="rId2128" Type="http://schemas.openxmlformats.org/officeDocument/2006/relationships/image" Target="../media/image-1-2128.png"/><Relationship Id="rId2129" Type="http://schemas.openxmlformats.org/officeDocument/2006/relationships/image" Target="../media/image-1-2129.png"/><Relationship Id="rId2130" Type="http://schemas.openxmlformats.org/officeDocument/2006/relationships/image" Target="../media/image-1-2130.png"/><Relationship Id="rId2131" Type="http://schemas.openxmlformats.org/officeDocument/2006/relationships/image" Target="../media/image-1-2131.png"/><Relationship Id="rId2132" Type="http://schemas.openxmlformats.org/officeDocument/2006/relationships/image" Target="../media/image-1-2132.png"/><Relationship Id="rId2133" Type="http://schemas.openxmlformats.org/officeDocument/2006/relationships/image" Target="../media/image-1-2133.png"/><Relationship Id="rId2134" Type="http://schemas.openxmlformats.org/officeDocument/2006/relationships/image" Target="../media/image-1-2134.png"/><Relationship Id="rId2135" Type="http://schemas.openxmlformats.org/officeDocument/2006/relationships/image" Target="../media/image-1-2135.png"/><Relationship Id="rId2136" Type="http://schemas.openxmlformats.org/officeDocument/2006/relationships/image" Target="../media/image-1-2136.png"/><Relationship Id="rId2137" Type="http://schemas.openxmlformats.org/officeDocument/2006/relationships/image" Target="../media/image-1-2137.png"/><Relationship Id="rId2138" Type="http://schemas.openxmlformats.org/officeDocument/2006/relationships/image" Target="../media/image-1-2138.png"/><Relationship Id="rId2139" Type="http://schemas.openxmlformats.org/officeDocument/2006/relationships/image" Target="../media/image-1-2139.png"/><Relationship Id="rId2140" Type="http://schemas.openxmlformats.org/officeDocument/2006/relationships/image" Target="../media/image-1-2140.png"/><Relationship Id="rId2141" Type="http://schemas.openxmlformats.org/officeDocument/2006/relationships/image" Target="../media/image-1-2141.png"/><Relationship Id="rId2142" Type="http://schemas.openxmlformats.org/officeDocument/2006/relationships/image" Target="../media/image-1-2142.png"/><Relationship Id="rId2143" Type="http://schemas.openxmlformats.org/officeDocument/2006/relationships/image" Target="../media/image-1-2143.png"/><Relationship Id="rId2144" Type="http://schemas.openxmlformats.org/officeDocument/2006/relationships/image" Target="../media/image-1-2144.png"/><Relationship Id="rId2145" Type="http://schemas.openxmlformats.org/officeDocument/2006/relationships/image" Target="../media/image-1-2145.png"/><Relationship Id="rId2146" Type="http://schemas.openxmlformats.org/officeDocument/2006/relationships/image" Target="../media/image-1-2146.png"/><Relationship Id="rId2147" Type="http://schemas.openxmlformats.org/officeDocument/2006/relationships/image" Target="../media/image-1-2147.png"/><Relationship Id="rId2148" Type="http://schemas.openxmlformats.org/officeDocument/2006/relationships/image" Target="../media/image-1-2148.png"/><Relationship Id="rId2149" Type="http://schemas.openxmlformats.org/officeDocument/2006/relationships/image" Target="../media/image-1-2149.png"/><Relationship Id="rId2150" Type="http://schemas.openxmlformats.org/officeDocument/2006/relationships/image" Target="../media/image-1-2150.png"/><Relationship Id="rId2151" Type="http://schemas.openxmlformats.org/officeDocument/2006/relationships/image" Target="../media/image-1-2151.png"/><Relationship Id="rId2152" Type="http://schemas.openxmlformats.org/officeDocument/2006/relationships/image" Target="../media/image-1-2152.png"/><Relationship Id="rId2153" Type="http://schemas.openxmlformats.org/officeDocument/2006/relationships/image" Target="../media/image-1-2153.png"/><Relationship Id="rId2154" Type="http://schemas.openxmlformats.org/officeDocument/2006/relationships/image" Target="../media/image-1-2154.png"/><Relationship Id="rId2155" Type="http://schemas.openxmlformats.org/officeDocument/2006/relationships/image" Target="../media/image-1-2155.png"/><Relationship Id="rId2156" Type="http://schemas.openxmlformats.org/officeDocument/2006/relationships/image" Target="../media/image-1-2156.png"/><Relationship Id="rId2157" Type="http://schemas.openxmlformats.org/officeDocument/2006/relationships/image" Target="../media/image-1-2157.png"/><Relationship Id="rId2158" Type="http://schemas.openxmlformats.org/officeDocument/2006/relationships/image" Target="../media/image-1-2158.png"/><Relationship Id="rId2159" Type="http://schemas.openxmlformats.org/officeDocument/2006/relationships/image" Target="../media/image-1-2159.png"/><Relationship Id="rId2160" Type="http://schemas.openxmlformats.org/officeDocument/2006/relationships/image" Target="../media/image-1-2160.png"/><Relationship Id="rId2161" Type="http://schemas.openxmlformats.org/officeDocument/2006/relationships/image" Target="../media/image-1-2161.png"/><Relationship Id="rId2162" Type="http://schemas.openxmlformats.org/officeDocument/2006/relationships/image" Target="../media/image-1-2162.png"/><Relationship Id="rId2163" Type="http://schemas.openxmlformats.org/officeDocument/2006/relationships/image" Target="../media/image-1-2163.png"/><Relationship Id="rId2164" Type="http://schemas.openxmlformats.org/officeDocument/2006/relationships/image" Target="../media/image-1-2164.png"/><Relationship Id="rId2165" Type="http://schemas.openxmlformats.org/officeDocument/2006/relationships/image" Target="../media/image-1-2165.png"/><Relationship Id="rId2166" Type="http://schemas.openxmlformats.org/officeDocument/2006/relationships/image" Target="../media/image-1-2166.png"/><Relationship Id="rId2167" Type="http://schemas.openxmlformats.org/officeDocument/2006/relationships/image" Target="../media/image-1-2167.png"/><Relationship Id="rId2168" Type="http://schemas.openxmlformats.org/officeDocument/2006/relationships/image" Target="../media/image-1-2168.png"/><Relationship Id="rId2169" Type="http://schemas.openxmlformats.org/officeDocument/2006/relationships/image" Target="../media/image-1-2169.png"/><Relationship Id="rId2170" Type="http://schemas.openxmlformats.org/officeDocument/2006/relationships/image" Target="../media/image-1-2170.png"/><Relationship Id="rId2171" Type="http://schemas.openxmlformats.org/officeDocument/2006/relationships/image" Target="../media/image-1-2171.png"/><Relationship Id="rId2172" Type="http://schemas.openxmlformats.org/officeDocument/2006/relationships/image" Target="../media/image-1-2172.png"/><Relationship Id="rId2173" Type="http://schemas.openxmlformats.org/officeDocument/2006/relationships/image" Target="../media/image-1-2173.png"/><Relationship Id="rId2174" Type="http://schemas.openxmlformats.org/officeDocument/2006/relationships/image" Target="../media/image-1-2174.png"/><Relationship Id="rId2175" Type="http://schemas.openxmlformats.org/officeDocument/2006/relationships/image" Target="../media/image-1-2175.png"/><Relationship Id="rId2176" Type="http://schemas.openxmlformats.org/officeDocument/2006/relationships/image" Target="../media/image-1-2176.png"/><Relationship Id="rId2177" Type="http://schemas.openxmlformats.org/officeDocument/2006/relationships/image" Target="../media/image-1-2177.png"/><Relationship Id="rId2178" Type="http://schemas.openxmlformats.org/officeDocument/2006/relationships/image" Target="../media/image-1-2178.png"/><Relationship Id="rId2179" Type="http://schemas.openxmlformats.org/officeDocument/2006/relationships/image" Target="../media/image-1-2179.png"/><Relationship Id="rId2180" Type="http://schemas.openxmlformats.org/officeDocument/2006/relationships/image" Target="../media/image-1-2180.png"/><Relationship Id="rId2181" Type="http://schemas.openxmlformats.org/officeDocument/2006/relationships/image" Target="../media/image-1-2181.png"/><Relationship Id="rId2182" Type="http://schemas.openxmlformats.org/officeDocument/2006/relationships/image" Target="../media/image-1-2182.png"/><Relationship Id="rId2183" Type="http://schemas.openxmlformats.org/officeDocument/2006/relationships/image" Target="../media/image-1-2183.png"/><Relationship Id="rId2184" Type="http://schemas.openxmlformats.org/officeDocument/2006/relationships/image" Target="../media/image-1-2184.png"/><Relationship Id="rId2185" Type="http://schemas.openxmlformats.org/officeDocument/2006/relationships/image" Target="../media/image-1-2185.png"/><Relationship Id="rId2186" Type="http://schemas.openxmlformats.org/officeDocument/2006/relationships/image" Target="../media/image-1-2186.png"/><Relationship Id="rId2187" Type="http://schemas.openxmlformats.org/officeDocument/2006/relationships/image" Target="../media/image-1-2187.png"/><Relationship Id="rId2188" Type="http://schemas.openxmlformats.org/officeDocument/2006/relationships/image" Target="../media/image-1-2188.png"/><Relationship Id="rId2189" Type="http://schemas.openxmlformats.org/officeDocument/2006/relationships/image" Target="../media/image-1-2189.png"/><Relationship Id="rId2190" Type="http://schemas.openxmlformats.org/officeDocument/2006/relationships/image" Target="../media/image-1-2190.png"/><Relationship Id="rId2191" Type="http://schemas.openxmlformats.org/officeDocument/2006/relationships/image" Target="../media/image-1-2191.png"/><Relationship Id="rId2192" Type="http://schemas.openxmlformats.org/officeDocument/2006/relationships/image" Target="../media/image-1-2192.png"/><Relationship Id="rId2193" Type="http://schemas.openxmlformats.org/officeDocument/2006/relationships/image" Target="../media/image-1-2193.png"/><Relationship Id="rId2194" Type="http://schemas.openxmlformats.org/officeDocument/2006/relationships/image" Target="../media/image-1-2194.png"/><Relationship Id="rId2195" Type="http://schemas.openxmlformats.org/officeDocument/2006/relationships/image" Target="../media/image-1-2195.png"/><Relationship Id="rId2196" Type="http://schemas.openxmlformats.org/officeDocument/2006/relationships/image" Target="../media/image-1-2196.png"/><Relationship Id="rId2197" Type="http://schemas.openxmlformats.org/officeDocument/2006/relationships/image" Target="../media/image-1-2197.png"/><Relationship Id="rId2198" Type="http://schemas.openxmlformats.org/officeDocument/2006/relationships/image" Target="../media/image-1-2198.png"/><Relationship Id="rId2199" Type="http://schemas.openxmlformats.org/officeDocument/2006/relationships/image" Target="../media/image-1-2199.png"/><Relationship Id="rId2200" Type="http://schemas.openxmlformats.org/officeDocument/2006/relationships/image" Target="../media/image-1-2200.png"/><Relationship Id="rId2201" Type="http://schemas.openxmlformats.org/officeDocument/2006/relationships/image" Target="../media/image-1-2201.png"/><Relationship Id="rId2202" Type="http://schemas.openxmlformats.org/officeDocument/2006/relationships/image" Target="../media/image-1-2202.png"/><Relationship Id="rId2203" Type="http://schemas.openxmlformats.org/officeDocument/2006/relationships/image" Target="../media/image-1-2203.png"/><Relationship Id="rId2204" Type="http://schemas.openxmlformats.org/officeDocument/2006/relationships/image" Target="../media/image-1-2204.png"/><Relationship Id="rId2205" Type="http://schemas.openxmlformats.org/officeDocument/2006/relationships/image" Target="../media/image-1-2205.png"/><Relationship Id="rId2206" Type="http://schemas.openxmlformats.org/officeDocument/2006/relationships/image" Target="../media/image-1-2206.png"/><Relationship Id="rId2207" Type="http://schemas.openxmlformats.org/officeDocument/2006/relationships/image" Target="../media/image-1-2207.png"/><Relationship Id="rId2208" Type="http://schemas.openxmlformats.org/officeDocument/2006/relationships/image" Target="../media/image-1-2208.png"/><Relationship Id="rId2209" Type="http://schemas.openxmlformats.org/officeDocument/2006/relationships/image" Target="../media/image-1-2209.png"/><Relationship Id="rId2210" Type="http://schemas.openxmlformats.org/officeDocument/2006/relationships/image" Target="../media/image-1-2210.png"/><Relationship Id="rId2211" Type="http://schemas.openxmlformats.org/officeDocument/2006/relationships/image" Target="../media/image-1-2211.png"/><Relationship Id="rId2212" Type="http://schemas.openxmlformats.org/officeDocument/2006/relationships/image" Target="../media/image-1-2212.png"/><Relationship Id="rId2213" Type="http://schemas.openxmlformats.org/officeDocument/2006/relationships/image" Target="../media/image-1-2213.png"/><Relationship Id="rId2214" Type="http://schemas.openxmlformats.org/officeDocument/2006/relationships/image" Target="../media/image-1-2214.png"/><Relationship Id="rId2215" Type="http://schemas.openxmlformats.org/officeDocument/2006/relationships/image" Target="../media/image-1-2215.png"/><Relationship Id="rId2216" Type="http://schemas.openxmlformats.org/officeDocument/2006/relationships/image" Target="../media/image-1-2216.png"/><Relationship Id="rId2217" Type="http://schemas.openxmlformats.org/officeDocument/2006/relationships/image" Target="../media/image-1-2217.png"/><Relationship Id="rId2218" Type="http://schemas.openxmlformats.org/officeDocument/2006/relationships/image" Target="../media/image-1-2218.png"/><Relationship Id="rId2219" Type="http://schemas.openxmlformats.org/officeDocument/2006/relationships/image" Target="../media/image-1-2219.png"/><Relationship Id="rId2220" Type="http://schemas.openxmlformats.org/officeDocument/2006/relationships/image" Target="../media/image-1-2220.png"/><Relationship Id="rId2221" Type="http://schemas.openxmlformats.org/officeDocument/2006/relationships/image" Target="../media/image-1-2221.png"/><Relationship Id="rId2222" Type="http://schemas.openxmlformats.org/officeDocument/2006/relationships/image" Target="../media/image-1-2222.png"/><Relationship Id="rId2223" Type="http://schemas.openxmlformats.org/officeDocument/2006/relationships/image" Target="../media/image-1-2223.png"/><Relationship Id="rId2224" Type="http://schemas.openxmlformats.org/officeDocument/2006/relationships/image" Target="../media/image-1-2224.png"/><Relationship Id="rId2225" Type="http://schemas.openxmlformats.org/officeDocument/2006/relationships/image" Target="../media/image-1-2225.png"/><Relationship Id="rId2226" Type="http://schemas.openxmlformats.org/officeDocument/2006/relationships/image" Target="../media/image-1-2226.png"/><Relationship Id="rId2227" Type="http://schemas.openxmlformats.org/officeDocument/2006/relationships/image" Target="../media/image-1-2227.png"/><Relationship Id="rId2228" Type="http://schemas.openxmlformats.org/officeDocument/2006/relationships/image" Target="../media/image-1-2228.png"/><Relationship Id="rId2229" Type="http://schemas.openxmlformats.org/officeDocument/2006/relationships/image" Target="../media/image-1-2229.png"/><Relationship Id="rId2230" Type="http://schemas.openxmlformats.org/officeDocument/2006/relationships/image" Target="../media/image-1-2230.png"/><Relationship Id="rId2231" Type="http://schemas.openxmlformats.org/officeDocument/2006/relationships/image" Target="../media/image-1-2231.png"/><Relationship Id="rId2232" Type="http://schemas.openxmlformats.org/officeDocument/2006/relationships/image" Target="../media/image-1-2232.png"/><Relationship Id="rId2233" Type="http://schemas.openxmlformats.org/officeDocument/2006/relationships/image" Target="../media/image-1-2233.png"/><Relationship Id="rId2234" Type="http://schemas.openxmlformats.org/officeDocument/2006/relationships/image" Target="../media/image-1-2234.png"/><Relationship Id="rId2235" Type="http://schemas.openxmlformats.org/officeDocument/2006/relationships/image" Target="../media/image-1-2235.png"/><Relationship Id="rId2236" Type="http://schemas.openxmlformats.org/officeDocument/2006/relationships/image" Target="../media/image-1-2236.png"/><Relationship Id="rId2237" Type="http://schemas.openxmlformats.org/officeDocument/2006/relationships/image" Target="../media/image-1-2237.png"/><Relationship Id="rId2238" Type="http://schemas.openxmlformats.org/officeDocument/2006/relationships/image" Target="../media/image-1-2238.png"/><Relationship Id="rId2239" Type="http://schemas.openxmlformats.org/officeDocument/2006/relationships/image" Target="../media/image-1-2239.png"/><Relationship Id="rId2240" Type="http://schemas.openxmlformats.org/officeDocument/2006/relationships/image" Target="../media/image-1-2240.png"/><Relationship Id="rId2241" Type="http://schemas.openxmlformats.org/officeDocument/2006/relationships/image" Target="../media/image-1-2241.png"/><Relationship Id="rId2242" Type="http://schemas.openxmlformats.org/officeDocument/2006/relationships/image" Target="../media/image-1-2242.png"/><Relationship Id="rId2243" Type="http://schemas.openxmlformats.org/officeDocument/2006/relationships/image" Target="../media/image-1-2243.png"/><Relationship Id="rId2244" Type="http://schemas.openxmlformats.org/officeDocument/2006/relationships/image" Target="../media/image-1-2244.png"/><Relationship Id="rId2245" Type="http://schemas.openxmlformats.org/officeDocument/2006/relationships/image" Target="../media/image-1-2245.png"/><Relationship Id="rId2246" Type="http://schemas.openxmlformats.org/officeDocument/2006/relationships/image" Target="../media/image-1-2246.png"/><Relationship Id="rId2247" Type="http://schemas.openxmlformats.org/officeDocument/2006/relationships/image" Target="../media/image-1-2247.png"/><Relationship Id="rId2248" Type="http://schemas.openxmlformats.org/officeDocument/2006/relationships/image" Target="../media/image-1-2248.png"/><Relationship Id="rId2249" Type="http://schemas.openxmlformats.org/officeDocument/2006/relationships/image" Target="../media/image-1-2249.png"/><Relationship Id="rId2250" Type="http://schemas.openxmlformats.org/officeDocument/2006/relationships/image" Target="../media/image-1-2250.png"/><Relationship Id="rId2251" Type="http://schemas.openxmlformats.org/officeDocument/2006/relationships/image" Target="../media/image-1-2251.png"/><Relationship Id="rId2252" Type="http://schemas.openxmlformats.org/officeDocument/2006/relationships/image" Target="../media/image-1-2252.png"/><Relationship Id="rId2253" Type="http://schemas.openxmlformats.org/officeDocument/2006/relationships/image" Target="../media/image-1-2253.png"/><Relationship Id="rId2254" Type="http://schemas.openxmlformats.org/officeDocument/2006/relationships/image" Target="../media/image-1-2254.png"/><Relationship Id="rId2255" Type="http://schemas.openxmlformats.org/officeDocument/2006/relationships/image" Target="../media/image-1-2255.png"/><Relationship Id="rId2256" Type="http://schemas.openxmlformats.org/officeDocument/2006/relationships/image" Target="../media/image-1-2256.png"/><Relationship Id="rId2257" Type="http://schemas.openxmlformats.org/officeDocument/2006/relationships/image" Target="../media/image-1-2257.png"/><Relationship Id="rId2258" Type="http://schemas.openxmlformats.org/officeDocument/2006/relationships/image" Target="../media/image-1-2258.png"/><Relationship Id="rId2259" Type="http://schemas.openxmlformats.org/officeDocument/2006/relationships/image" Target="../media/image-1-2259.png"/><Relationship Id="rId2260" Type="http://schemas.openxmlformats.org/officeDocument/2006/relationships/image" Target="../media/image-1-2260.png"/><Relationship Id="rId2261" Type="http://schemas.openxmlformats.org/officeDocument/2006/relationships/image" Target="../media/image-1-2261.png"/><Relationship Id="rId2262" Type="http://schemas.openxmlformats.org/officeDocument/2006/relationships/image" Target="../media/image-1-2262.png"/><Relationship Id="rId2263" Type="http://schemas.openxmlformats.org/officeDocument/2006/relationships/image" Target="../media/image-1-2263.png"/><Relationship Id="rId2264" Type="http://schemas.openxmlformats.org/officeDocument/2006/relationships/image" Target="../media/image-1-2264.png"/><Relationship Id="rId2265" Type="http://schemas.openxmlformats.org/officeDocument/2006/relationships/image" Target="../media/image-1-2265.png"/><Relationship Id="rId2266" Type="http://schemas.openxmlformats.org/officeDocument/2006/relationships/image" Target="../media/image-1-2266.png"/><Relationship Id="rId2267" Type="http://schemas.openxmlformats.org/officeDocument/2006/relationships/image" Target="../media/image-1-2267.png"/><Relationship Id="rId2268" Type="http://schemas.openxmlformats.org/officeDocument/2006/relationships/image" Target="../media/image-1-2268.png"/><Relationship Id="rId2269" Type="http://schemas.openxmlformats.org/officeDocument/2006/relationships/image" Target="../media/image-1-2269.png"/><Relationship Id="rId2270" Type="http://schemas.openxmlformats.org/officeDocument/2006/relationships/image" Target="../media/image-1-2270.png"/><Relationship Id="rId2271" Type="http://schemas.openxmlformats.org/officeDocument/2006/relationships/image" Target="../media/image-1-2271.png"/><Relationship Id="rId2272" Type="http://schemas.openxmlformats.org/officeDocument/2006/relationships/image" Target="../media/image-1-2272.png"/><Relationship Id="rId2273" Type="http://schemas.openxmlformats.org/officeDocument/2006/relationships/image" Target="../media/image-1-2273.png"/><Relationship Id="rId2274" Type="http://schemas.openxmlformats.org/officeDocument/2006/relationships/image" Target="../media/image-1-2274.png"/><Relationship Id="rId2275" Type="http://schemas.openxmlformats.org/officeDocument/2006/relationships/image" Target="../media/image-1-2275.png"/><Relationship Id="rId2276" Type="http://schemas.openxmlformats.org/officeDocument/2006/relationships/image" Target="../media/image-1-2276.png"/><Relationship Id="rId2277" Type="http://schemas.openxmlformats.org/officeDocument/2006/relationships/image" Target="../media/image-1-2277.png"/><Relationship Id="rId2278" Type="http://schemas.openxmlformats.org/officeDocument/2006/relationships/image" Target="../media/image-1-2278.png"/><Relationship Id="rId2279" Type="http://schemas.openxmlformats.org/officeDocument/2006/relationships/image" Target="../media/image-1-2279.png"/><Relationship Id="rId2280" Type="http://schemas.openxmlformats.org/officeDocument/2006/relationships/image" Target="../media/image-1-2280.png"/><Relationship Id="rId2281" Type="http://schemas.openxmlformats.org/officeDocument/2006/relationships/image" Target="../media/image-1-2281.png"/><Relationship Id="rId2282" Type="http://schemas.openxmlformats.org/officeDocument/2006/relationships/image" Target="../media/image-1-2282.png"/><Relationship Id="rId2283" Type="http://schemas.openxmlformats.org/officeDocument/2006/relationships/image" Target="../media/image-1-2283.png"/><Relationship Id="rId2284" Type="http://schemas.openxmlformats.org/officeDocument/2006/relationships/image" Target="../media/image-1-2284.png"/><Relationship Id="rId2285" Type="http://schemas.openxmlformats.org/officeDocument/2006/relationships/image" Target="../media/image-1-2285.png"/><Relationship Id="rId2286" Type="http://schemas.openxmlformats.org/officeDocument/2006/relationships/image" Target="../media/image-1-2286.png"/><Relationship Id="rId2287" Type="http://schemas.openxmlformats.org/officeDocument/2006/relationships/image" Target="../media/image-1-2287.png"/><Relationship Id="rId2288" Type="http://schemas.openxmlformats.org/officeDocument/2006/relationships/image" Target="../media/image-1-2288.png"/><Relationship Id="rId2289" Type="http://schemas.openxmlformats.org/officeDocument/2006/relationships/slideLayout" Target="../slideLayouts/slideLayout1.xml"/><Relationship Id="rId229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image" Target="../media/image-2-38.png"/><Relationship Id="rId39" Type="http://schemas.openxmlformats.org/officeDocument/2006/relationships/slideLayout" Target="../slideLayouts/slideLayout1.xml"/><Relationship Id="rId4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4725" y="609600"/>
            <a:ext cx="7194550" cy="3924300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55" y="2851796"/>
            <a:ext cx="2299555" cy="168082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545" y="4361216"/>
            <a:ext cx="10220" cy="13004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672" y="4384381"/>
            <a:ext cx="50993" cy="67334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0355" y="4356335"/>
            <a:ext cx="140519" cy="107305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068" y="4361133"/>
            <a:ext cx="68982" cy="13086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3499" y="4361445"/>
            <a:ext cx="13087" cy="12774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4307" y="4361445"/>
            <a:ext cx="12774" cy="12774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0416" y="4361445"/>
            <a:ext cx="12774" cy="86866"/>
          </a:xfrm>
          <a:prstGeom prst="rect">
            <a:avLst/>
          </a:prstGeom>
        </p:spPr>
      </p:pic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0916" y="4361231"/>
            <a:ext cx="12297" cy="12988"/>
          </a:xfrm>
          <a:prstGeom prst="rect">
            <a:avLst/>
          </a:prstGeom>
        </p:spPr>
      </p:pic>
      <p:pic>
        <p:nvPicPr>
          <p:cNvPr id="1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2233" y="4361445"/>
            <a:ext cx="10466" cy="12774"/>
          </a:xfrm>
          <a:prstGeom prst="rect">
            <a:avLst/>
          </a:prstGeom>
        </p:spPr>
      </p:pic>
      <p:pic>
        <p:nvPicPr>
          <p:cNvPr id="1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03067" y="4361445"/>
            <a:ext cx="13076" cy="89667"/>
          </a:xfrm>
          <a:prstGeom prst="rect">
            <a:avLst/>
          </a:prstGeom>
        </p:spPr>
      </p:pic>
      <p:pic>
        <p:nvPicPr>
          <p:cNvPr id="1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54750" y="4361445"/>
            <a:ext cx="10220" cy="15329"/>
          </a:xfrm>
          <a:prstGeom prst="rect">
            <a:avLst/>
          </a:prstGeom>
        </p:spPr>
      </p:pic>
      <p:pic>
        <p:nvPicPr>
          <p:cNvPr id="1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49418" y="4361445"/>
            <a:ext cx="10479" cy="15559"/>
          </a:xfrm>
          <a:prstGeom prst="rect">
            <a:avLst/>
          </a:prstGeom>
        </p:spPr>
      </p:pic>
      <p:pic>
        <p:nvPicPr>
          <p:cNvPr id="1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93868" y="4364000"/>
            <a:ext cx="10220" cy="22994"/>
          </a:xfrm>
          <a:prstGeom prst="rect">
            <a:avLst/>
          </a:prstGeom>
        </p:spPr>
      </p:pic>
      <p:pic>
        <p:nvPicPr>
          <p:cNvPr id="1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94189" y="4358546"/>
            <a:ext cx="35768" cy="89766"/>
          </a:xfrm>
          <a:prstGeom prst="rect">
            <a:avLst/>
          </a:prstGeom>
        </p:spPr>
      </p:pic>
      <p:pic>
        <p:nvPicPr>
          <p:cNvPr id="1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24129" y="4363809"/>
            <a:ext cx="15329" cy="23185"/>
          </a:xfrm>
          <a:prstGeom prst="rect">
            <a:avLst/>
          </a:prstGeom>
        </p:spPr>
      </p:pic>
      <p:pic>
        <p:nvPicPr>
          <p:cNvPr id="1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29201" y="4364000"/>
            <a:ext cx="7665" cy="84311"/>
          </a:xfrm>
          <a:prstGeom prst="rect">
            <a:avLst/>
          </a:prstGeom>
        </p:spPr>
      </p:pic>
      <p:pic>
        <p:nvPicPr>
          <p:cNvPr id="2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05488" y="4363889"/>
            <a:ext cx="30659" cy="87361"/>
          </a:xfrm>
          <a:prstGeom prst="rect">
            <a:avLst/>
          </a:prstGeom>
        </p:spPr>
      </p:pic>
      <p:pic>
        <p:nvPicPr>
          <p:cNvPr id="2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21177" y="4361216"/>
            <a:ext cx="10220" cy="89880"/>
          </a:xfrm>
          <a:prstGeom prst="rect">
            <a:avLst/>
          </a:prstGeom>
        </p:spPr>
      </p:pic>
      <p:pic>
        <p:nvPicPr>
          <p:cNvPr id="2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11133" y="4366556"/>
            <a:ext cx="30880" cy="84695"/>
          </a:xfrm>
          <a:prstGeom prst="rect">
            <a:avLst/>
          </a:prstGeom>
        </p:spPr>
      </p:pic>
      <p:pic>
        <p:nvPicPr>
          <p:cNvPr id="23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30355" y="4384727"/>
            <a:ext cx="51479" cy="66296"/>
          </a:xfrm>
          <a:prstGeom prst="rect">
            <a:avLst/>
          </a:prstGeom>
        </p:spPr>
      </p:pic>
      <p:pic>
        <p:nvPicPr>
          <p:cNvPr id="2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49874" y="4386929"/>
            <a:ext cx="36042" cy="64094"/>
          </a:xfrm>
          <a:prstGeom prst="rect">
            <a:avLst/>
          </a:prstGeom>
        </p:spPr>
      </p:pic>
      <p:pic>
        <p:nvPicPr>
          <p:cNvPr id="2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508838" y="4384082"/>
            <a:ext cx="48543" cy="64229"/>
          </a:xfrm>
          <a:prstGeom prst="rect">
            <a:avLst/>
          </a:prstGeom>
        </p:spPr>
      </p:pic>
      <p:pic>
        <p:nvPicPr>
          <p:cNvPr id="26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43175" y="4394658"/>
            <a:ext cx="35151" cy="46113"/>
          </a:xfrm>
          <a:prstGeom prst="rect">
            <a:avLst/>
          </a:prstGeom>
        </p:spPr>
      </p:pic>
      <p:pic>
        <p:nvPicPr>
          <p:cNvPr id="27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31048" y="4384439"/>
            <a:ext cx="59228" cy="67006"/>
          </a:xfrm>
          <a:prstGeom prst="rect">
            <a:avLst/>
          </a:prstGeom>
        </p:spPr>
      </p:pic>
      <p:pic>
        <p:nvPicPr>
          <p:cNvPr id="28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54068" y="4364000"/>
            <a:ext cx="66427" cy="87023"/>
          </a:xfrm>
          <a:prstGeom prst="rect">
            <a:avLst/>
          </a:prstGeom>
        </p:spPr>
      </p:pic>
      <p:pic>
        <p:nvPicPr>
          <p:cNvPr id="29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43812" y="4386994"/>
            <a:ext cx="12774" cy="64118"/>
          </a:xfrm>
          <a:prstGeom prst="rect">
            <a:avLst/>
          </a:prstGeom>
        </p:spPr>
      </p:pic>
      <p:pic>
        <p:nvPicPr>
          <p:cNvPr id="30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355545" y="4386994"/>
            <a:ext cx="10220" cy="63866"/>
          </a:xfrm>
          <a:prstGeom prst="rect">
            <a:avLst/>
          </a:prstGeom>
        </p:spPr>
      </p:pic>
      <p:pic>
        <p:nvPicPr>
          <p:cNvPr id="31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76741" y="4394541"/>
            <a:ext cx="30659" cy="18002"/>
          </a:xfrm>
          <a:prstGeom prst="rect">
            <a:avLst/>
          </a:prstGeom>
        </p:spPr>
      </p:pic>
      <p:pic>
        <p:nvPicPr>
          <p:cNvPr id="32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968717" y="4384152"/>
            <a:ext cx="50925" cy="66463"/>
          </a:xfrm>
          <a:prstGeom prst="rect">
            <a:avLst/>
          </a:prstGeom>
        </p:spPr>
      </p:pic>
      <p:pic>
        <p:nvPicPr>
          <p:cNvPr id="33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379441" y="4394594"/>
            <a:ext cx="33359" cy="46207"/>
          </a:xfrm>
          <a:prstGeom prst="rect">
            <a:avLst/>
          </a:prstGeom>
        </p:spPr>
      </p:pic>
      <p:pic>
        <p:nvPicPr>
          <p:cNvPr id="34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769436" y="4386775"/>
            <a:ext cx="30659" cy="61536"/>
          </a:xfrm>
          <a:prstGeom prst="rect">
            <a:avLst/>
          </a:prstGeom>
        </p:spPr>
      </p:pic>
      <p:pic>
        <p:nvPicPr>
          <p:cNvPr id="35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126646" y="4361445"/>
            <a:ext cx="12774" cy="89421"/>
          </a:xfrm>
          <a:prstGeom prst="rect">
            <a:avLst/>
          </a:prstGeom>
        </p:spPr>
      </p:pic>
      <p:pic>
        <p:nvPicPr>
          <p:cNvPr id="36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790916" y="4386994"/>
            <a:ext cx="12774" cy="63943"/>
          </a:xfrm>
          <a:prstGeom prst="rect">
            <a:avLst/>
          </a:prstGeom>
        </p:spPr>
      </p:pic>
      <p:pic>
        <p:nvPicPr>
          <p:cNvPr id="37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872857" y="4384270"/>
            <a:ext cx="53519" cy="66310"/>
          </a:xfrm>
          <a:prstGeom prst="rect">
            <a:avLst/>
          </a:prstGeom>
        </p:spPr>
      </p:pic>
      <p:pic>
        <p:nvPicPr>
          <p:cNvPr id="38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766568" y="4386994"/>
            <a:ext cx="13086" cy="64118"/>
          </a:xfrm>
          <a:prstGeom prst="rect">
            <a:avLst/>
          </a:prstGeom>
        </p:spPr>
      </p:pic>
      <p:pic>
        <p:nvPicPr>
          <p:cNvPr id="39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187880" y="4394519"/>
            <a:ext cx="30748" cy="45726"/>
          </a:xfrm>
          <a:prstGeom prst="rect">
            <a:avLst/>
          </a:prstGeom>
        </p:spPr>
      </p:pic>
      <p:pic>
        <p:nvPicPr>
          <p:cNvPr id="40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174449" y="4420205"/>
            <a:ext cx="30357" cy="20700"/>
          </a:xfrm>
          <a:prstGeom prst="rect">
            <a:avLst/>
          </a:prstGeom>
        </p:spPr>
      </p:pic>
      <p:pic>
        <p:nvPicPr>
          <p:cNvPr id="41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161112" y="4383866"/>
            <a:ext cx="56469" cy="66934"/>
          </a:xfrm>
          <a:prstGeom prst="rect">
            <a:avLst/>
          </a:prstGeom>
        </p:spPr>
      </p:pic>
      <p:pic>
        <p:nvPicPr>
          <p:cNvPr id="42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932948" y="4385007"/>
            <a:ext cx="32988" cy="63305"/>
          </a:xfrm>
          <a:prstGeom prst="rect">
            <a:avLst/>
          </a:prstGeom>
        </p:spPr>
      </p:pic>
      <p:pic>
        <p:nvPicPr>
          <p:cNvPr id="43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154750" y="4386994"/>
            <a:ext cx="13086" cy="64118"/>
          </a:xfrm>
          <a:prstGeom prst="rect">
            <a:avLst/>
          </a:prstGeom>
        </p:spPr>
      </p:pic>
      <p:pic>
        <p:nvPicPr>
          <p:cNvPr id="44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366861" y="4384524"/>
            <a:ext cx="58723" cy="66308"/>
          </a:xfrm>
          <a:prstGeom prst="rect">
            <a:avLst/>
          </a:prstGeom>
        </p:spPr>
      </p:pic>
      <p:pic>
        <p:nvPicPr>
          <p:cNvPr id="45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16862" y="4386994"/>
            <a:ext cx="7665" cy="61317"/>
          </a:xfrm>
          <a:prstGeom prst="rect">
            <a:avLst/>
          </a:prstGeom>
        </p:spPr>
      </p:pic>
      <p:pic>
        <p:nvPicPr>
          <p:cNvPr id="46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47161" y="4402323"/>
            <a:ext cx="13076" cy="48543"/>
          </a:xfrm>
          <a:prstGeom prst="rect">
            <a:avLst/>
          </a:prstGeom>
        </p:spPr>
      </p:pic>
      <p:pic>
        <p:nvPicPr>
          <p:cNvPr id="47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849678" y="4386994"/>
            <a:ext cx="12774" cy="61317"/>
          </a:xfrm>
          <a:prstGeom prst="rect">
            <a:avLst/>
          </a:prstGeom>
        </p:spPr>
      </p:pic>
      <p:pic>
        <p:nvPicPr>
          <p:cNvPr id="48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50114" y="4397078"/>
            <a:ext cx="33678" cy="43787"/>
          </a:xfrm>
          <a:prstGeom prst="rect">
            <a:avLst/>
          </a:prstGeom>
        </p:spPr>
      </p:pic>
      <p:pic>
        <p:nvPicPr>
          <p:cNvPr id="49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05970" y="4386994"/>
            <a:ext cx="13086" cy="63872"/>
          </a:xfrm>
          <a:prstGeom prst="rect">
            <a:avLst/>
          </a:prstGeom>
        </p:spPr>
      </p:pic>
      <p:pic>
        <p:nvPicPr>
          <p:cNvPr id="50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873995" y="4420208"/>
            <a:ext cx="46179" cy="7665"/>
          </a:xfrm>
          <a:prstGeom prst="rect">
            <a:avLst/>
          </a:prstGeom>
        </p:spPr>
      </p:pic>
      <p:pic>
        <p:nvPicPr>
          <p:cNvPr id="51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346366" y="4386994"/>
            <a:ext cx="10220" cy="61317"/>
          </a:xfrm>
          <a:prstGeom prst="rect">
            <a:avLst/>
          </a:prstGeom>
        </p:spPr>
      </p:pic>
      <p:pic>
        <p:nvPicPr>
          <p:cNvPr id="52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438342" y="4384692"/>
            <a:ext cx="48706" cy="63619"/>
          </a:xfrm>
          <a:prstGeom prst="rect">
            <a:avLst/>
          </a:prstGeom>
        </p:spPr>
      </p:pic>
      <p:pic>
        <p:nvPicPr>
          <p:cNvPr id="53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615827" y="4384439"/>
            <a:ext cx="5496" cy="63872"/>
          </a:xfrm>
          <a:prstGeom prst="rect">
            <a:avLst/>
          </a:prstGeom>
        </p:spPr>
      </p:pic>
      <p:pic>
        <p:nvPicPr>
          <p:cNvPr id="54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710722" y="4420208"/>
            <a:ext cx="30610" cy="20980"/>
          </a:xfrm>
          <a:prstGeom prst="rect">
            <a:avLst/>
          </a:prstGeom>
        </p:spPr>
      </p:pic>
      <p:pic>
        <p:nvPicPr>
          <p:cNvPr id="55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7697899" y="4384058"/>
            <a:ext cx="56371" cy="67919"/>
          </a:xfrm>
          <a:prstGeom prst="rect">
            <a:avLst/>
          </a:prstGeom>
        </p:spPr>
      </p:pic>
      <p:pic>
        <p:nvPicPr>
          <p:cNvPr id="56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435475" y="4386994"/>
            <a:ext cx="13086" cy="64118"/>
          </a:xfrm>
          <a:prstGeom prst="rect">
            <a:avLst/>
          </a:prstGeom>
        </p:spPr>
      </p:pic>
      <p:pic>
        <p:nvPicPr>
          <p:cNvPr id="57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7932948" y="4404879"/>
            <a:ext cx="12774" cy="46234"/>
          </a:xfrm>
          <a:prstGeom prst="rect">
            <a:avLst/>
          </a:prstGeom>
        </p:spPr>
      </p:pic>
      <p:pic>
        <p:nvPicPr>
          <p:cNvPr id="58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375983" y="4364000"/>
            <a:ext cx="30659" cy="87250"/>
          </a:xfrm>
          <a:prstGeom prst="rect">
            <a:avLst/>
          </a:prstGeom>
        </p:spPr>
      </p:pic>
      <p:pic>
        <p:nvPicPr>
          <p:cNvPr id="59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7863961" y="4384575"/>
            <a:ext cx="56790" cy="67238"/>
          </a:xfrm>
          <a:prstGeom prst="rect">
            <a:avLst/>
          </a:prstGeom>
        </p:spPr>
      </p:pic>
      <p:pic>
        <p:nvPicPr>
          <p:cNvPr id="60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6946757" y="4420208"/>
            <a:ext cx="28110" cy="20646"/>
          </a:xfrm>
          <a:prstGeom prst="rect">
            <a:avLst/>
          </a:prstGeom>
        </p:spPr>
      </p:pic>
      <p:pic>
        <p:nvPicPr>
          <p:cNvPr id="61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6933506" y="4384192"/>
            <a:ext cx="54503" cy="66950"/>
          </a:xfrm>
          <a:prstGeom prst="rect">
            <a:avLst/>
          </a:prstGeom>
        </p:spPr>
      </p:pic>
      <p:pic>
        <p:nvPicPr>
          <p:cNvPr id="62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7125606" y="4384439"/>
            <a:ext cx="33698" cy="66583"/>
          </a:xfrm>
          <a:prstGeom prst="rect">
            <a:avLst/>
          </a:prstGeom>
        </p:spPr>
      </p:pic>
      <p:pic>
        <p:nvPicPr>
          <p:cNvPr id="63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7413995" y="4386994"/>
            <a:ext cx="13399" cy="63872"/>
          </a:xfrm>
          <a:prstGeom prst="rect">
            <a:avLst/>
          </a:prstGeom>
        </p:spPr>
      </p:pic>
      <p:pic>
        <p:nvPicPr>
          <p:cNvPr id="64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6070433" y="4420208"/>
            <a:ext cx="30665" cy="20511"/>
          </a:xfrm>
          <a:prstGeom prst="rect">
            <a:avLst/>
          </a:prstGeom>
        </p:spPr>
      </p:pic>
      <p:pic>
        <p:nvPicPr>
          <p:cNvPr id="65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6154750" y="4386994"/>
            <a:ext cx="10220" cy="61317"/>
          </a:xfrm>
          <a:prstGeom prst="rect">
            <a:avLst/>
          </a:prstGeom>
        </p:spPr>
      </p:pic>
      <p:pic>
        <p:nvPicPr>
          <p:cNvPr id="66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6254781" y="4420208"/>
            <a:ext cx="30267" cy="20511"/>
          </a:xfrm>
          <a:prstGeom prst="rect">
            <a:avLst/>
          </a:prstGeom>
        </p:spPr>
      </p:pic>
      <p:pic>
        <p:nvPicPr>
          <p:cNvPr id="67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6601854" y="4397214"/>
            <a:ext cx="12774" cy="53898"/>
          </a:xfrm>
          <a:prstGeom prst="rect">
            <a:avLst/>
          </a:prstGeom>
        </p:spPr>
      </p:pic>
      <p:pic>
        <p:nvPicPr>
          <p:cNvPr id="68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6057972" y="4384439"/>
            <a:ext cx="56063" cy="66292"/>
          </a:xfrm>
          <a:prstGeom prst="rect">
            <a:avLst/>
          </a:prstGeom>
        </p:spPr>
      </p:pic>
      <p:pic>
        <p:nvPicPr>
          <p:cNvPr id="69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6175692" y="4364000"/>
            <a:ext cx="53150" cy="85584"/>
          </a:xfrm>
          <a:prstGeom prst="rect">
            <a:avLst/>
          </a:prstGeom>
        </p:spPr>
      </p:pic>
      <p:pic>
        <p:nvPicPr>
          <p:cNvPr id="70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7605923" y="4361162"/>
            <a:ext cx="81756" cy="89705"/>
          </a:xfrm>
          <a:prstGeom prst="rect">
            <a:avLst/>
          </a:prstGeom>
        </p:spPr>
      </p:pic>
      <p:pic>
        <p:nvPicPr>
          <p:cNvPr id="71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7436651" y="4384439"/>
            <a:ext cx="59877" cy="66895"/>
          </a:xfrm>
          <a:prstGeom prst="rect">
            <a:avLst/>
          </a:prstGeom>
        </p:spPr>
      </p:pic>
      <p:pic>
        <p:nvPicPr>
          <p:cNvPr id="72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6241813" y="4384375"/>
            <a:ext cx="56026" cy="66305"/>
          </a:xfrm>
          <a:prstGeom prst="rect">
            <a:avLst/>
          </a:prstGeom>
        </p:spPr>
      </p:pic>
      <p:pic>
        <p:nvPicPr>
          <p:cNvPr id="73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6664034" y="4360187"/>
            <a:ext cx="75784" cy="91329"/>
          </a:xfrm>
          <a:prstGeom prst="rect">
            <a:avLst/>
          </a:prstGeom>
        </p:spPr>
      </p:pic>
      <p:pic>
        <p:nvPicPr>
          <p:cNvPr id="74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6977422" y="4440646"/>
            <a:ext cx="13004" cy="10466"/>
          </a:xfrm>
          <a:prstGeom prst="rect">
            <a:avLst/>
          </a:prstGeom>
        </p:spPr>
      </p:pic>
      <p:pic>
        <p:nvPicPr>
          <p:cNvPr id="75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7743887" y="4438092"/>
            <a:ext cx="13020" cy="13020"/>
          </a:xfrm>
          <a:prstGeom prst="rect">
            <a:avLst/>
          </a:prstGeom>
        </p:spPr>
      </p:pic>
      <p:pic>
        <p:nvPicPr>
          <p:cNvPr id="76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5986128" y="4320671"/>
            <a:ext cx="2120553" cy="206841"/>
          </a:xfrm>
          <a:prstGeom prst="rect">
            <a:avLst/>
          </a:prstGeom>
        </p:spPr>
      </p:pic>
      <p:pic>
        <p:nvPicPr>
          <p:cNvPr id="77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1550851" y="4361445"/>
            <a:ext cx="12775" cy="12774"/>
          </a:xfrm>
          <a:prstGeom prst="rect">
            <a:avLst/>
          </a:prstGeom>
        </p:spPr>
      </p:pic>
      <p:pic>
        <p:nvPicPr>
          <p:cNvPr id="78" name="Image 75" descr="preencoded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2220230" y="4361445"/>
            <a:ext cx="10219" cy="12774"/>
          </a:xfrm>
          <a:prstGeom prst="rect">
            <a:avLst/>
          </a:prstGeom>
        </p:spPr>
      </p:pic>
      <p:pic>
        <p:nvPicPr>
          <p:cNvPr id="79" name="Image 76" descr="preencoded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2631567" y="4361445"/>
            <a:ext cx="10219" cy="15329"/>
          </a:xfrm>
          <a:prstGeom prst="rect">
            <a:avLst/>
          </a:prstGeom>
        </p:spPr>
      </p:pic>
      <p:pic>
        <p:nvPicPr>
          <p:cNvPr id="80" name="Image 77" descr="preencoded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1525302" y="4361445"/>
            <a:ext cx="10219" cy="89421"/>
          </a:xfrm>
          <a:prstGeom prst="rect">
            <a:avLst/>
          </a:prstGeom>
        </p:spPr>
      </p:pic>
      <p:pic>
        <p:nvPicPr>
          <p:cNvPr id="81" name="Image 78" descr="preencoded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2690329" y="4361445"/>
            <a:ext cx="13582" cy="15482"/>
          </a:xfrm>
          <a:prstGeom prst="rect">
            <a:avLst/>
          </a:prstGeom>
        </p:spPr>
      </p:pic>
      <p:pic>
        <p:nvPicPr>
          <p:cNvPr id="82" name="Image 79" descr="preencoded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1859992" y="4373449"/>
            <a:ext cx="46158" cy="64957"/>
          </a:xfrm>
          <a:prstGeom prst="rect">
            <a:avLst/>
          </a:prstGeom>
        </p:spPr>
      </p:pic>
      <p:pic>
        <p:nvPicPr>
          <p:cNvPr id="83" name="Image 80" descr="preencoded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1847058" y="4361282"/>
            <a:ext cx="71018" cy="90140"/>
          </a:xfrm>
          <a:prstGeom prst="rect">
            <a:avLst/>
          </a:prstGeom>
        </p:spPr>
      </p:pic>
      <p:pic>
        <p:nvPicPr>
          <p:cNvPr id="84" name="Image 81" descr="preencoded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2505588" y="4361580"/>
            <a:ext cx="74881" cy="90554"/>
          </a:xfrm>
          <a:prstGeom prst="rect">
            <a:avLst/>
          </a:prstGeom>
        </p:spPr>
      </p:pic>
      <p:pic>
        <p:nvPicPr>
          <p:cNvPr id="85" name="Image 82" descr="preencoded.png">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2417576" y="4371611"/>
            <a:ext cx="17132" cy="19216"/>
          </a:xfrm>
          <a:prstGeom prst="rect">
            <a:avLst/>
          </a:prstGeom>
        </p:spPr>
      </p:pic>
      <p:pic>
        <p:nvPicPr>
          <p:cNvPr id="86" name="Image 83" descr="preencoded.png">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2669890" y="4366556"/>
            <a:ext cx="10219" cy="20439"/>
          </a:xfrm>
          <a:prstGeom prst="rect">
            <a:avLst/>
          </a:prstGeom>
        </p:spPr>
      </p:pic>
      <p:pic>
        <p:nvPicPr>
          <p:cNvPr id="87" name="Image 84" descr="preencoded.png">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2123145" y="4384511"/>
            <a:ext cx="81756" cy="66355"/>
          </a:xfrm>
          <a:prstGeom prst="rect">
            <a:avLst/>
          </a:prstGeom>
        </p:spPr>
      </p:pic>
      <p:pic>
        <p:nvPicPr>
          <p:cNvPr id="88" name="Image 85" descr="preencoded.png">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2652006" y="4366532"/>
            <a:ext cx="30659" cy="84874"/>
          </a:xfrm>
          <a:prstGeom prst="rect">
            <a:avLst/>
          </a:prstGeom>
        </p:spPr>
      </p:pic>
      <p:pic>
        <p:nvPicPr>
          <p:cNvPr id="89" name="Image 86" descr="preencoded.png">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2220230" y="4386994"/>
            <a:ext cx="12934" cy="64029"/>
          </a:xfrm>
          <a:prstGeom prst="rect">
            <a:avLst/>
          </a:prstGeom>
        </p:spPr>
      </p:pic>
      <p:pic>
        <p:nvPicPr>
          <p:cNvPr id="90" name="Image 87" descr="preencoded.png">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1458875" y="4384611"/>
            <a:ext cx="51098" cy="63700"/>
          </a:xfrm>
          <a:prstGeom prst="rect">
            <a:avLst/>
          </a:prstGeom>
        </p:spPr>
      </p:pic>
      <p:pic>
        <p:nvPicPr>
          <p:cNvPr id="91" name="Image 88" descr="preencoded.png">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2407102" y="4409988"/>
            <a:ext cx="30293" cy="30472"/>
          </a:xfrm>
          <a:prstGeom prst="rect">
            <a:avLst/>
          </a:prstGeom>
        </p:spPr>
      </p:pic>
      <p:pic>
        <p:nvPicPr>
          <p:cNvPr id="92" name="Image 89" descr="preencoded.png">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2394306" y="4360266"/>
            <a:ext cx="71193" cy="90942"/>
          </a:xfrm>
          <a:prstGeom prst="rect">
            <a:avLst/>
          </a:prstGeom>
        </p:spPr>
      </p:pic>
      <p:pic>
        <p:nvPicPr>
          <p:cNvPr id="93" name="Image 90" descr="preencoded.png">    </p:cNvPr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1652932" y="4394541"/>
            <a:ext cx="30773" cy="18002"/>
          </a:xfrm>
          <a:prstGeom prst="rect">
            <a:avLst/>
          </a:prstGeom>
        </p:spPr>
      </p:pic>
      <p:pic>
        <p:nvPicPr>
          <p:cNvPr id="94" name="Image 91" descr="preencoded.png">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2590530" y="4386610"/>
            <a:ext cx="33372" cy="64412"/>
          </a:xfrm>
          <a:prstGeom prst="rect">
            <a:avLst/>
          </a:prstGeom>
        </p:spPr>
      </p:pic>
      <p:pic>
        <p:nvPicPr>
          <p:cNvPr id="95" name="Image 92" descr="preencoded.png">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1990291" y="4384271"/>
            <a:ext cx="51098" cy="64040"/>
          </a:xfrm>
          <a:prstGeom prst="rect">
            <a:avLst/>
          </a:prstGeom>
        </p:spPr>
      </p:pic>
      <p:pic>
        <p:nvPicPr>
          <p:cNvPr id="96" name="Image 93" descr="preencoded.png">    </p:cNvPr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2713311" y="4384627"/>
            <a:ext cx="53664" cy="64873"/>
          </a:xfrm>
          <a:prstGeom prst="rect">
            <a:avLst/>
          </a:prstGeom>
        </p:spPr>
      </p:pic>
      <p:pic>
        <p:nvPicPr>
          <p:cNvPr id="97" name="Image 94" descr="preencoded.png">    </p:cNvPr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1307825" y="4361445"/>
            <a:ext cx="10531" cy="89650"/>
          </a:xfrm>
          <a:prstGeom prst="rect">
            <a:avLst/>
          </a:prstGeom>
        </p:spPr>
      </p:pic>
      <p:pic>
        <p:nvPicPr>
          <p:cNvPr id="98" name="Image 95" descr="preencoded.png">    </p:cNvPr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1402710" y="4394658"/>
            <a:ext cx="33598" cy="46205"/>
          </a:xfrm>
          <a:prstGeom prst="rect">
            <a:avLst/>
          </a:prstGeom>
        </p:spPr>
      </p:pic>
      <p:pic>
        <p:nvPicPr>
          <p:cNvPr id="99" name="Image 96" descr="preencoded.png">    </p:cNvPr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1772967" y="4384020"/>
            <a:ext cx="35927" cy="67003"/>
          </a:xfrm>
          <a:prstGeom prst="rect">
            <a:avLst/>
          </a:prstGeom>
        </p:spPr>
      </p:pic>
      <p:pic>
        <p:nvPicPr>
          <p:cNvPr id="100" name="Image 97" descr="preencoded.png">    </p:cNvPr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1310692" y="4361245"/>
            <a:ext cx="63872" cy="87066"/>
          </a:xfrm>
          <a:prstGeom prst="rect">
            <a:avLst/>
          </a:prstGeom>
        </p:spPr>
      </p:pic>
      <p:pic>
        <p:nvPicPr>
          <p:cNvPr id="101" name="Image 98" descr="preencoded.png">    </p:cNvPr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2784859" y="4420208"/>
            <a:ext cx="30659" cy="20582"/>
          </a:xfrm>
          <a:prstGeom prst="rect">
            <a:avLst/>
          </a:prstGeom>
        </p:spPr>
      </p:pic>
      <p:pic>
        <p:nvPicPr>
          <p:cNvPr id="102" name="Image 99" descr="preencoded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2772370" y="4383515"/>
            <a:ext cx="56081" cy="67504"/>
          </a:xfrm>
          <a:prstGeom prst="rect">
            <a:avLst/>
          </a:prstGeom>
        </p:spPr>
      </p:pic>
      <p:pic>
        <p:nvPicPr>
          <p:cNvPr id="103" name="Image 100" descr="preencoded.png">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2242709" y="4384439"/>
            <a:ext cx="54168" cy="65801"/>
          </a:xfrm>
          <a:prstGeom prst="rect">
            <a:avLst/>
          </a:prstGeom>
        </p:spPr>
      </p:pic>
      <p:pic>
        <p:nvPicPr>
          <p:cNvPr id="104" name="Image 101" descr="preencoded.png">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2120281" y="4386994"/>
            <a:ext cx="13084" cy="63872"/>
          </a:xfrm>
          <a:prstGeom prst="rect">
            <a:avLst/>
          </a:prstGeom>
        </p:spPr>
      </p:pic>
      <p:pic>
        <p:nvPicPr>
          <p:cNvPr id="105" name="Image 102" descr="preencoded.png">    </p:cNvPr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1639128" y="4384986"/>
            <a:ext cx="57352" cy="65652"/>
          </a:xfrm>
          <a:prstGeom prst="rect">
            <a:avLst/>
          </a:prstGeom>
        </p:spPr>
      </p:pic>
      <p:pic>
        <p:nvPicPr>
          <p:cNvPr id="106" name="Image 103" descr="preencoded.png">    </p:cNvPr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1650303" y="4420208"/>
            <a:ext cx="46177" cy="7665"/>
          </a:xfrm>
          <a:prstGeom prst="rect">
            <a:avLst/>
          </a:prstGeom>
        </p:spPr>
      </p:pic>
      <p:pic>
        <p:nvPicPr>
          <p:cNvPr id="107" name="Image 104" descr="preencoded.png">    </p:cNvPr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1458875" y="4392104"/>
            <a:ext cx="12775" cy="58762"/>
          </a:xfrm>
          <a:prstGeom prst="rect">
            <a:avLst/>
          </a:prstGeom>
        </p:spPr>
      </p:pic>
      <p:pic>
        <p:nvPicPr>
          <p:cNvPr id="108" name="Image 105" descr="preencoded.png">    </p:cNvPr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2064382" y="4420208"/>
            <a:ext cx="30659" cy="20511"/>
          </a:xfrm>
          <a:prstGeom prst="rect">
            <a:avLst/>
          </a:prstGeom>
        </p:spPr>
      </p:pic>
      <p:pic>
        <p:nvPicPr>
          <p:cNvPr id="109" name="Image 106" descr="preencoded.png">    </p:cNvPr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2051813" y="4384060"/>
            <a:ext cx="56162" cy="66670"/>
          </a:xfrm>
          <a:prstGeom prst="rect">
            <a:avLst/>
          </a:prstGeom>
        </p:spPr>
      </p:pic>
      <p:pic>
        <p:nvPicPr>
          <p:cNvPr id="110" name="Image 107" descr="preencoded.png">    </p:cNvPr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1578955" y="4384647"/>
            <a:ext cx="48543" cy="66219"/>
          </a:xfrm>
          <a:prstGeom prst="rect">
            <a:avLst/>
          </a:prstGeom>
        </p:spPr>
      </p:pic>
      <p:pic>
        <p:nvPicPr>
          <p:cNvPr id="111" name="Image 108" descr="preencoded.png">    </p:cNvPr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1614723" y="4399769"/>
            <a:ext cx="15635" cy="51097"/>
          </a:xfrm>
          <a:prstGeom prst="rect">
            <a:avLst/>
          </a:prstGeom>
        </p:spPr>
      </p:pic>
      <p:pic>
        <p:nvPicPr>
          <p:cNvPr id="112" name="Image 109" descr="preencoded.png">    </p:cNvPr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1990291" y="4404879"/>
            <a:ext cx="12775" cy="46234"/>
          </a:xfrm>
          <a:prstGeom prst="rect">
            <a:avLst/>
          </a:prstGeom>
        </p:spPr>
      </p:pic>
      <p:pic>
        <p:nvPicPr>
          <p:cNvPr id="113" name="Image 110" descr="preencoded.png">    </p:cNvPr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2301921" y="4384179"/>
            <a:ext cx="50972" cy="66610"/>
          </a:xfrm>
          <a:prstGeom prst="rect">
            <a:avLst/>
          </a:prstGeom>
        </p:spPr>
      </p:pic>
      <p:pic>
        <p:nvPicPr>
          <p:cNvPr id="114" name="Image 111" descr="preencoded.png">    </p:cNvPr>
          <p:cNvPicPr>
            <a:picLocks noChangeAspect="1"/>
          </p:cNvPicPr>
          <p:nvPr/>
        </p:nvPicPr>
        <p:blipFill>
          <a:blip r:embed="rId112"/>
          <a:stretch>
            <a:fillRect/>
          </a:stretch>
        </p:blipFill>
        <p:spPr>
          <a:xfrm>
            <a:off x="2869171" y="4386994"/>
            <a:ext cx="10219" cy="64102"/>
          </a:xfrm>
          <a:prstGeom prst="rect">
            <a:avLst/>
          </a:prstGeom>
        </p:spPr>
      </p:pic>
      <p:pic>
        <p:nvPicPr>
          <p:cNvPr id="115" name="Image 112" descr="preencoded.png">    </p:cNvPr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1719486" y="4420208"/>
            <a:ext cx="27131" cy="20372"/>
          </a:xfrm>
          <a:prstGeom prst="rect">
            <a:avLst/>
          </a:prstGeom>
        </p:spPr>
      </p:pic>
      <p:pic>
        <p:nvPicPr>
          <p:cNvPr id="116" name="Image 113" descr="preencoded.png">    </p:cNvPr>
          <p:cNvPicPr>
            <a:picLocks noChangeAspect="1"/>
          </p:cNvPicPr>
          <p:nvPr/>
        </p:nvPicPr>
        <p:blipFill>
          <a:blip r:embed="rId114"/>
          <a:stretch>
            <a:fillRect/>
          </a:stretch>
        </p:blipFill>
        <p:spPr>
          <a:xfrm>
            <a:off x="1704894" y="4384039"/>
            <a:ext cx="55617" cy="66834"/>
          </a:xfrm>
          <a:prstGeom prst="rect">
            <a:avLst/>
          </a:prstGeom>
        </p:spPr>
      </p:pic>
      <p:pic>
        <p:nvPicPr>
          <p:cNvPr id="117" name="Image 114" descr="preencoded.png">    </p:cNvPr>
          <p:cNvPicPr>
            <a:picLocks noChangeAspect="1"/>
          </p:cNvPicPr>
          <p:nvPr/>
        </p:nvPicPr>
        <p:blipFill>
          <a:blip r:embed="rId115"/>
          <a:stretch>
            <a:fillRect/>
          </a:stretch>
        </p:blipFill>
        <p:spPr>
          <a:xfrm>
            <a:off x="1926419" y="4386738"/>
            <a:ext cx="56207" cy="89665"/>
          </a:xfrm>
          <a:prstGeom prst="rect">
            <a:avLst/>
          </a:prstGeom>
        </p:spPr>
      </p:pic>
      <p:pic>
        <p:nvPicPr>
          <p:cNvPr id="118" name="Image 115" descr="preencoded.png">    </p:cNvPr>
          <p:cNvPicPr>
            <a:picLocks noChangeAspect="1"/>
          </p:cNvPicPr>
          <p:nvPr/>
        </p:nvPicPr>
        <p:blipFill>
          <a:blip r:embed="rId116"/>
          <a:stretch>
            <a:fillRect/>
          </a:stretch>
        </p:blipFill>
        <p:spPr>
          <a:xfrm>
            <a:off x="1364345" y="4361445"/>
            <a:ext cx="12775" cy="89667"/>
          </a:xfrm>
          <a:prstGeom prst="rect">
            <a:avLst/>
          </a:prstGeom>
        </p:spPr>
      </p:pic>
      <p:pic>
        <p:nvPicPr>
          <p:cNvPr id="119" name="Image 116" descr="preencoded.png">    </p:cNvPr>
          <p:cNvPicPr>
            <a:picLocks noChangeAspect="1"/>
          </p:cNvPicPr>
          <p:nvPr/>
        </p:nvPicPr>
        <p:blipFill>
          <a:blip r:embed="rId117"/>
          <a:stretch>
            <a:fillRect/>
          </a:stretch>
        </p:blipFill>
        <p:spPr>
          <a:xfrm>
            <a:off x="1388571" y="4384439"/>
            <a:ext cx="59469" cy="67059"/>
          </a:xfrm>
          <a:prstGeom prst="rect">
            <a:avLst/>
          </a:prstGeom>
        </p:spPr>
      </p:pic>
      <p:pic>
        <p:nvPicPr>
          <p:cNvPr id="120" name="Image 117" descr="preencoded.png">    </p:cNvPr>
          <p:cNvPicPr>
            <a:picLocks noChangeAspect="1"/>
          </p:cNvPicPr>
          <p:nvPr/>
        </p:nvPicPr>
        <p:blipFill>
          <a:blip r:embed="rId118"/>
          <a:stretch>
            <a:fillRect/>
          </a:stretch>
        </p:blipFill>
        <p:spPr>
          <a:xfrm>
            <a:off x="1550692" y="4386994"/>
            <a:ext cx="12934" cy="63872"/>
          </a:xfrm>
          <a:prstGeom prst="rect">
            <a:avLst/>
          </a:prstGeom>
        </p:spPr>
      </p:pic>
      <p:pic>
        <p:nvPicPr>
          <p:cNvPr id="121" name="Image 118" descr="preencoded.png">    </p:cNvPr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2690329" y="4386994"/>
            <a:ext cx="12934" cy="64029"/>
          </a:xfrm>
          <a:prstGeom prst="rect">
            <a:avLst/>
          </a:prstGeom>
        </p:spPr>
      </p:pic>
      <p:pic>
        <p:nvPicPr>
          <p:cNvPr id="122" name="Image 119" descr="preencoded.png">    </p:cNvPr>
          <p:cNvPicPr>
            <a:picLocks noChangeAspect="1"/>
          </p:cNvPicPr>
          <p:nvPr/>
        </p:nvPicPr>
        <p:blipFill>
          <a:blip r:embed="rId120"/>
          <a:stretch>
            <a:fillRect/>
          </a:stretch>
        </p:blipFill>
        <p:spPr>
          <a:xfrm>
            <a:off x="2028614" y="4402323"/>
            <a:ext cx="12775" cy="48789"/>
          </a:xfrm>
          <a:prstGeom prst="rect">
            <a:avLst/>
          </a:prstGeom>
        </p:spPr>
      </p:pic>
      <p:pic>
        <p:nvPicPr>
          <p:cNvPr id="123" name="Image 120" descr="preencoded.png">    </p:cNvPr>
          <p:cNvPicPr>
            <a:picLocks noChangeAspect="1"/>
          </p:cNvPicPr>
          <p:nvPr/>
        </p:nvPicPr>
        <p:blipFill>
          <a:blip r:embed="rId121"/>
          <a:stretch>
            <a:fillRect/>
          </a:stretch>
        </p:blipFill>
        <p:spPr>
          <a:xfrm>
            <a:off x="2631567" y="4386994"/>
            <a:ext cx="10219" cy="63872"/>
          </a:xfrm>
          <a:prstGeom prst="rect">
            <a:avLst/>
          </a:prstGeom>
        </p:spPr>
      </p:pic>
      <p:pic>
        <p:nvPicPr>
          <p:cNvPr id="124" name="Image 121" descr="preencoded.png">    </p:cNvPr>
          <p:cNvPicPr>
            <a:picLocks noChangeAspect="1"/>
          </p:cNvPicPr>
          <p:nvPr/>
        </p:nvPicPr>
        <p:blipFill>
          <a:blip r:embed="rId122"/>
          <a:stretch>
            <a:fillRect/>
          </a:stretch>
        </p:blipFill>
        <p:spPr>
          <a:xfrm>
            <a:off x="1497199" y="4402323"/>
            <a:ext cx="12775" cy="48789"/>
          </a:xfrm>
          <a:prstGeom prst="rect">
            <a:avLst/>
          </a:prstGeom>
        </p:spPr>
      </p:pic>
      <p:pic>
        <p:nvPicPr>
          <p:cNvPr id="125" name="Image 122" descr="preencoded.png">    </p:cNvPr>
          <p:cNvPicPr>
            <a:picLocks noChangeAspect="1"/>
          </p:cNvPicPr>
          <p:nvPr/>
        </p:nvPicPr>
        <p:blipFill>
          <a:blip r:embed="rId123"/>
          <a:stretch>
            <a:fillRect/>
          </a:stretch>
        </p:blipFill>
        <p:spPr>
          <a:xfrm>
            <a:off x="988777" y="4316266"/>
            <a:ext cx="2026993" cy="211248"/>
          </a:xfrm>
          <a:prstGeom prst="rect">
            <a:avLst/>
          </a:prstGeom>
        </p:spPr>
      </p:pic>
      <p:pic>
        <p:nvPicPr>
          <p:cNvPr id="126" name="Image 123" descr="preencoded.png">    </p:cNvPr>
          <p:cNvPicPr>
            <a:picLocks noChangeAspect="1"/>
          </p:cNvPicPr>
          <p:nvPr/>
        </p:nvPicPr>
        <p:blipFill>
          <a:blip r:embed="rId124"/>
          <a:stretch>
            <a:fillRect/>
          </a:stretch>
        </p:blipFill>
        <p:spPr>
          <a:xfrm>
            <a:off x="4624562" y="4360528"/>
            <a:ext cx="73904" cy="91418"/>
          </a:xfrm>
          <a:prstGeom prst="rect">
            <a:avLst/>
          </a:prstGeom>
        </p:spPr>
      </p:pic>
      <p:pic>
        <p:nvPicPr>
          <p:cNvPr id="127" name="Image 124" descr="preencoded.png">    </p:cNvPr>
          <p:cNvPicPr>
            <a:picLocks noChangeAspect="1"/>
          </p:cNvPicPr>
          <p:nvPr/>
        </p:nvPicPr>
        <p:blipFill>
          <a:blip r:embed="rId125"/>
          <a:stretch>
            <a:fillRect/>
          </a:stretch>
        </p:blipFill>
        <p:spPr>
          <a:xfrm>
            <a:off x="4987169" y="4361445"/>
            <a:ext cx="10220" cy="12774"/>
          </a:xfrm>
          <a:prstGeom prst="rect">
            <a:avLst/>
          </a:prstGeom>
        </p:spPr>
      </p:pic>
      <p:pic>
        <p:nvPicPr>
          <p:cNvPr id="128" name="Image 125" descr="preencoded.png">    </p:cNvPr>
          <p:cNvPicPr>
            <a:picLocks noChangeAspect="1"/>
          </p:cNvPicPr>
          <p:nvPr/>
        </p:nvPicPr>
        <p:blipFill>
          <a:blip r:embed="rId126"/>
          <a:stretch>
            <a:fillRect/>
          </a:stretch>
        </p:blipFill>
        <p:spPr>
          <a:xfrm>
            <a:off x="5503255" y="4361445"/>
            <a:ext cx="10220" cy="12774"/>
          </a:xfrm>
          <a:prstGeom prst="rect">
            <a:avLst/>
          </a:prstGeom>
        </p:spPr>
      </p:pic>
      <p:pic>
        <p:nvPicPr>
          <p:cNvPr id="129" name="Image 126" descr="preencoded.png">    </p:cNvPr>
          <p:cNvPicPr>
            <a:picLocks noChangeAspect="1"/>
          </p:cNvPicPr>
          <p:nvPr/>
        </p:nvPicPr>
        <p:blipFill>
          <a:blip r:embed="rId127"/>
          <a:stretch>
            <a:fillRect/>
          </a:stretch>
        </p:blipFill>
        <p:spPr>
          <a:xfrm>
            <a:off x="4984354" y="4361445"/>
            <a:ext cx="13034" cy="15575"/>
          </a:xfrm>
          <a:prstGeom prst="rect">
            <a:avLst/>
          </a:prstGeom>
        </p:spPr>
      </p:pic>
      <p:pic>
        <p:nvPicPr>
          <p:cNvPr id="130" name="Image 127" descr="preencoded.png">    </p:cNvPr>
          <p:cNvPicPr>
            <a:picLocks noChangeAspect="1"/>
          </p:cNvPicPr>
          <p:nvPr/>
        </p:nvPicPr>
        <p:blipFill>
          <a:blip r:embed="rId128"/>
          <a:stretch>
            <a:fillRect/>
          </a:stretch>
        </p:blipFill>
        <p:spPr>
          <a:xfrm>
            <a:off x="5181340" y="4374056"/>
            <a:ext cx="35586" cy="23321"/>
          </a:xfrm>
          <a:prstGeom prst="rect">
            <a:avLst/>
          </a:prstGeom>
        </p:spPr>
      </p:pic>
      <p:pic>
        <p:nvPicPr>
          <p:cNvPr id="131" name="Image 128" descr="preencoded.png">    </p:cNvPr>
          <p:cNvPicPr>
            <a:picLocks noChangeAspect="1"/>
          </p:cNvPicPr>
          <p:nvPr/>
        </p:nvPicPr>
        <p:blipFill>
          <a:blip r:embed="rId129"/>
          <a:stretch>
            <a:fillRect/>
          </a:stretch>
        </p:blipFill>
        <p:spPr>
          <a:xfrm>
            <a:off x="4984613" y="4386994"/>
            <a:ext cx="12774" cy="63943"/>
          </a:xfrm>
          <a:prstGeom prst="rect">
            <a:avLst/>
          </a:prstGeom>
        </p:spPr>
      </p:pic>
      <p:pic>
        <p:nvPicPr>
          <p:cNvPr id="132" name="Image 129" descr="preencoded.png">    </p:cNvPr>
          <p:cNvPicPr>
            <a:picLocks noChangeAspect="1"/>
          </p:cNvPicPr>
          <p:nvPr/>
        </p:nvPicPr>
        <p:blipFill>
          <a:blip r:embed="rId130"/>
          <a:stretch>
            <a:fillRect/>
          </a:stretch>
        </p:blipFill>
        <p:spPr>
          <a:xfrm>
            <a:off x="4501824" y="4394658"/>
            <a:ext cx="34694" cy="46142"/>
          </a:xfrm>
          <a:prstGeom prst="rect">
            <a:avLst/>
          </a:prstGeom>
        </p:spPr>
      </p:pic>
      <p:pic>
        <p:nvPicPr>
          <p:cNvPr id="133" name="Image 130" descr="preencoded.png">    </p:cNvPr>
          <p:cNvPicPr>
            <a:picLocks noChangeAspect="1"/>
          </p:cNvPicPr>
          <p:nvPr/>
        </p:nvPicPr>
        <p:blipFill>
          <a:blip r:embed="rId131"/>
          <a:stretch>
            <a:fillRect/>
          </a:stretch>
        </p:blipFill>
        <p:spPr>
          <a:xfrm>
            <a:off x="4488641" y="4385709"/>
            <a:ext cx="59857" cy="65913"/>
          </a:xfrm>
          <a:prstGeom prst="rect">
            <a:avLst/>
          </a:prstGeom>
        </p:spPr>
      </p:pic>
      <p:pic>
        <p:nvPicPr>
          <p:cNvPr id="134" name="Image 131" descr="preencoded.png">    </p:cNvPr>
          <p:cNvPicPr>
            <a:picLocks noChangeAspect="1"/>
          </p:cNvPicPr>
          <p:nvPr/>
        </p:nvPicPr>
        <p:blipFill>
          <a:blip r:embed="rId132"/>
          <a:stretch>
            <a:fillRect/>
          </a:stretch>
        </p:blipFill>
        <p:spPr>
          <a:xfrm>
            <a:off x="4946069" y="4363911"/>
            <a:ext cx="31386" cy="74180"/>
          </a:xfrm>
          <a:prstGeom prst="rect">
            <a:avLst/>
          </a:prstGeom>
        </p:spPr>
      </p:pic>
      <p:pic>
        <p:nvPicPr>
          <p:cNvPr id="135" name="Image 132" descr="preencoded.png">    </p:cNvPr>
          <p:cNvPicPr>
            <a:picLocks noChangeAspect="1"/>
          </p:cNvPicPr>
          <p:nvPr/>
        </p:nvPicPr>
        <p:blipFill>
          <a:blip r:embed="rId133"/>
          <a:stretch>
            <a:fillRect/>
          </a:stretch>
        </p:blipFill>
        <p:spPr>
          <a:xfrm>
            <a:off x="4838985" y="4394665"/>
            <a:ext cx="28104" cy="15323"/>
          </a:xfrm>
          <a:prstGeom prst="rect">
            <a:avLst/>
          </a:prstGeom>
        </p:spPr>
      </p:pic>
      <p:pic>
        <p:nvPicPr>
          <p:cNvPr id="136" name="Image 133" descr="preencoded.png">    </p:cNvPr>
          <p:cNvPicPr>
            <a:picLocks noChangeAspect="1"/>
          </p:cNvPicPr>
          <p:nvPr/>
        </p:nvPicPr>
        <p:blipFill>
          <a:blip r:embed="rId134"/>
          <a:stretch>
            <a:fillRect/>
          </a:stretch>
        </p:blipFill>
        <p:spPr>
          <a:xfrm>
            <a:off x="5255432" y="4396791"/>
            <a:ext cx="30659" cy="13728"/>
          </a:xfrm>
          <a:prstGeom prst="rect">
            <a:avLst/>
          </a:prstGeom>
        </p:spPr>
      </p:pic>
      <p:pic>
        <p:nvPicPr>
          <p:cNvPr id="137" name="Image 134" descr="preencoded.png">    </p:cNvPr>
          <p:cNvPicPr>
            <a:picLocks noChangeAspect="1"/>
          </p:cNvPicPr>
          <p:nvPr/>
        </p:nvPicPr>
        <p:blipFill>
          <a:blip r:embed="rId135"/>
          <a:stretch>
            <a:fillRect/>
          </a:stretch>
        </p:blipFill>
        <p:spPr>
          <a:xfrm>
            <a:off x="4335674" y="4384524"/>
            <a:ext cx="51097" cy="63787"/>
          </a:xfrm>
          <a:prstGeom prst="rect">
            <a:avLst/>
          </a:prstGeom>
        </p:spPr>
      </p:pic>
      <p:pic>
        <p:nvPicPr>
          <p:cNvPr id="138" name="Image 135" descr="preencoded.png">    </p:cNvPr>
          <p:cNvPicPr>
            <a:picLocks noChangeAspect="1"/>
          </p:cNvPicPr>
          <p:nvPr/>
        </p:nvPicPr>
        <p:blipFill>
          <a:blip r:embed="rId136"/>
          <a:stretch>
            <a:fillRect/>
          </a:stretch>
        </p:blipFill>
        <p:spPr>
          <a:xfrm>
            <a:off x="5081699" y="4394860"/>
            <a:ext cx="28140" cy="15128"/>
          </a:xfrm>
          <a:prstGeom prst="rect">
            <a:avLst/>
          </a:prstGeom>
        </p:spPr>
      </p:pic>
      <p:pic>
        <p:nvPicPr>
          <p:cNvPr id="139" name="Image 136" descr="preencoded.png">    </p:cNvPr>
          <p:cNvPicPr>
            <a:picLocks noChangeAspect="1"/>
          </p:cNvPicPr>
          <p:nvPr/>
        </p:nvPicPr>
        <p:blipFill>
          <a:blip r:embed="rId137"/>
          <a:stretch>
            <a:fillRect/>
          </a:stretch>
        </p:blipFill>
        <p:spPr>
          <a:xfrm>
            <a:off x="4399545" y="4384049"/>
            <a:ext cx="51097" cy="66883"/>
          </a:xfrm>
          <a:prstGeom prst="rect">
            <a:avLst/>
          </a:prstGeom>
        </p:spPr>
      </p:pic>
      <p:pic>
        <p:nvPicPr>
          <p:cNvPr id="140" name="Image 137" descr="preencoded.png">    </p:cNvPr>
          <p:cNvPicPr>
            <a:picLocks noChangeAspect="1"/>
          </p:cNvPicPr>
          <p:nvPr/>
        </p:nvPicPr>
        <p:blipFill>
          <a:blip r:embed="rId138"/>
          <a:stretch>
            <a:fillRect/>
          </a:stretch>
        </p:blipFill>
        <p:spPr>
          <a:xfrm>
            <a:off x="5078953" y="4404879"/>
            <a:ext cx="33595" cy="7665"/>
          </a:xfrm>
          <a:prstGeom prst="rect">
            <a:avLst/>
          </a:prstGeom>
        </p:spPr>
      </p:pic>
      <p:pic>
        <p:nvPicPr>
          <p:cNvPr id="141" name="Image 138" descr="preencoded.png">    </p:cNvPr>
          <p:cNvPicPr>
            <a:picLocks noChangeAspect="1"/>
          </p:cNvPicPr>
          <p:nvPr/>
        </p:nvPicPr>
        <p:blipFill>
          <a:blip r:embed="rId139"/>
          <a:stretch>
            <a:fillRect/>
          </a:stretch>
        </p:blipFill>
        <p:spPr>
          <a:xfrm>
            <a:off x="5066813" y="4384400"/>
            <a:ext cx="58358" cy="66115"/>
          </a:xfrm>
          <a:prstGeom prst="rect">
            <a:avLst/>
          </a:prstGeom>
        </p:spPr>
      </p:pic>
      <p:pic>
        <p:nvPicPr>
          <p:cNvPr id="142" name="Image 139" descr="preencoded.png">    </p:cNvPr>
          <p:cNvPicPr>
            <a:picLocks noChangeAspect="1"/>
          </p:cNvPicPr>
          <p:nvPr/>
        </p:nvPicPr>
        <p:blipFill>
          <a:blip r:embed="rId140"/>
          <a:stretch>
            <a:fillRect/>
          </a:stretch>
        </p:blipFill>
        <p:spPr>
          <a:xfrm>
            <a:off x="4836240" y="4404879"/>
            <a:ext cx="33595" cy="7665"/>
          </a:xfrm>
          <a:prstGeom prst="rect">
            <a:avLst/>
          </a:prstGeom>
        </p:spPr>
      </p:pic>
      <p:pic>
        <p:nvPicPr>
          <p:cNvPr id="143" name="Image 140" descr="preencoded.png">    </p:cNvPr>
          <p:cNvPicPr>
            <a:picLocks noChangeAspect="1"/>
          </p:cNvPicPr>
          <p:nvPr/>
        </p:nvPicPr>
        <p:blipFill>
          <a:blip r:embed="rId141"/>
          <a:stretch>
            <a:fillRect/>
          </a:stretch>
        </p:blipFill>
        <p:spPr>
          <a:xfrm>
            <a:off x="4823410" y="4384411"/>
            <a:ext cx="59009" cy="66364"/>
          </a:xfrm>
          <a:prstGeom prst="rect">
            <a:avLst/>
          </a:prstGeom>
        </p:spPr>
      </p:pic>
      <p:pic>
        <p:nvPicPr>
          <p:cNvPr id="144" name="Image 141" descr="preencoded.png">    </p:cNvPr>
          <p:cNvPicPr>
            <a:picLocks noChangeAspect="1"/>
          </p:cNvPicPr>
          <p:nvPr/>
        </p:nvPicPr>
        <p:blipFill>
          <a:blip r:embed="rId142"/>
          <a:stretch>
            <a:fillRect/>
          </a:stretch>
        </p:blipFill>
        <p:spPr>
          <a:xfrm>
            <a:off x="5255432" y="4404879"/>
            <a:ext cx="33404" cy="7963"/>
          </a:xfrm>
          <a:prstGeom prst="rect">
            <a:avLst/>
          </a:prstGeom>
        </p:spPr>
      </p:pic>
      <p:pic>
        <p:nvPicPr>
          <p:cNvPr id="145" name="Image 142" descr="preencoded.png">    </p:cNvPr>
          <p:cNvPicPr>
            <a:picLocks noChangeAspect="1"/>
          </p:cNvPicPr>
          <p:nvPr/>
        </p:nvPicPr>
        <p:blipFill>
          <a:blip r:embed="rId143"/>
          <a:stretch>
            <a:fillRect/>
          </a:stretch>
        </p:blipFill>
        <p:spPr>
          <a:xfrm>
            <a:off x="5311639" y="4361199"/>
            <a:ext cx="51097" cy="89823"/>
          </a:xfrm>
          <a:prstGeom prst="rect">
            <a:avLst/>
          </a:prstGeom>
        </p:spPr>
      </p:pic>
      <p:pic>
        <p:nvPicPr>
          <p:cNvPr id="146" name="Image 143" descr="preencoded.png">    </p:cNvPr>
          <p:cNvPicPr>
            <a:picLocks noChangeAspect="1"/>
          </p:cNvPicPr>
          <p:nvPr/>
        </p:nvPicPr>
        <p:blipFill>
          <a:blip r:embed="rId144"/>
          <a:stretch>
            <a:fillRect/>
          </a:stretch>
        </p:blipFill>
        <p:spPr>
          <a:xfrm>
            <a:off x="5436827" y="4386994"/>
            <a:ext cx="56208" cy="61172"/>
          </a:xfrm>
          <a:prstGeom prst="rect">
            <a:avLst/>
          </a:prstGeom>
        </p:spPr>
      </p:pic>
      <p:pic>
        <p:nvPicPr>
          <p:cNvPr id="147" name="Image 144" descr="preencoded.png">    </p:cNvPr>
          <p:cNvPicPr>
            <a:picLocks noChangeAspect="1"/>
          </p:cNvPicPr>
          <p:nvPr/>
        </p:nvPicPr>
        <p:blipFill>
          <a:blip r:embed="rId145"/>
          <a:stretch>
            <a:fillRect/>
          </a:stretch>
        </p:blipFill>
        <p:spPr>
          <a:xfrm>
            <a:off x="4718899" y="4394658"/>
            <a:ext cx="33283" cy="45657"/>
          </a:xfrm>
          <a:prstGeom prst="rect">
            <a:avLst/>
          </a:prstGeom>
        </p:spPr>
      </p:pic>
      <p:pic>
        <p:nvPicPr>
          <p:cNvPr id="148" name="Image 145" descr="preencoded.png">    </p:cNvPr>
          <p:cNvPicPr>
            <a:picLocks noChangeAspect="1"/>
          </p:cNvPicPr>
          <p:nvPr/>
        </p:nvPicPr>
        <p:blipFill>
          <a:blip r:embed="rId146"/>
          <a:stretch>
            <a:fillRect/>
          </a:stretch>
        </p:blipFill>
        <p:spPr>
          <a:xfrm>
            <a:off x="5168253" y="4361445"/>
            <a:ext cx="43745" cy="86866"/>
          </a:xfrm>
          <a:prstGeom prst="rect">
            <a:avLst/>
          </a:prstGeom>
        </p:spPr>
      </p:pic>
      <p:pic>
        <p:nvPicPr>
          <p:cNvPr id="149" name="Image 146" descr="preencoded.png">    </p:cNvPr>
          <p:cNvPicPr>
            <a:picLocks noChangeAspect="1"/>
          </p:cNvPicPr>
          <p:nvPr/>
        </p:nvPicPr>
        <p:blipFill>
          <a:blip r:embed="rId147"/>
          <a:stretch>
            <a:fillRect/>
          </a:stretch>
        </p:blipFill>
        <p:spPr>
          <a:xfrm>
            <a:off x="5243085" y="4384560"/>
            <a:ext cx="55779" cy="65423"/>
          </a:xfrm>
          <a:prstGeom prst="rect">
            <a:avLst/>
          </a:prstGeom>
        </p:spPr>
      </p:pic>
      <p:pic>
        <p:nvPicPr>
          <p:cNvPr id="150" name="Image 147" descr="preencoded.png">    </p:cNvPr>
          <p:cNvPicPr>
            <a:picLocks noChangeAspect="1"/>
          </p:cNvPicPr>
          <p:nvPr/>
        </p:nvPicPr>
        <p:blipFill>
          <a:blip r:embed="rId148"/>
          <a:stretch>
            <a:fillRect/>
          </a:stretch>
        </p:blipFill>
        <p:spPr>
          <a:xfrm>
            <a:off x="4076065" y="4364000"/>
            <a:ext cx="52826" cy="84493"/>
          </a:xfrm>
          <a:prstGeom prst="rect">
            <a:avLst/>
          </a:prstGeom>
        </p:spPr>
      </p:pic>
      <p:pic>
        <p:nvPicPr>
          <p:cNvPr id="151" name="Image 148" descr="preencoded.png">    </p:cNvPr>
          <p:cNvPicPr>
            <a:picLocks noChangeAspect="1"/>
          </p:cNvPicPr>
          <p:nvPr/>
        </p:nvPicPr>
        <p:blipFill>
          <a:blip r:embed="rId149"/>
          <a:stretch>
            <a:fillRect/>
          </a:stretch>
        </p:blipFill>
        <p:spPr>
          <a:xfrm>
            <a:off x="4246252" y="4386994"/>
            <a:ext cx="10220" cy="61317"/>
          </a:xfrm>
          <a:prstGeom prst="rect">
            <a:avLst/>
          </a:prstGeom>
        </p:spPr>
      </p:pic>
      <p:pic>
        <p:nvPicPr>
          <p:cNvPr id="152" name="Image 149" descr="preencoded.png">    </p:cNvPr>
          <p:cNvPicPr>
            <a:picLocks noChangeAspect="1"/>
          </p:cNvPicPr>
          <p:nvPr/>
        </p:nvPicPr>
        <p:blipFill>
          <a:blip r:embed="rId150"/>
          <a:stretch>
            <a:fillRect/>
          </a:stretch>
        </p:blipFill>
        <p:spPr>
          <a:xfrm>
            <a:off x="5255432" y="4407433"/>
            <a:ext cx="46218" cy="15901"/>
          </a:xfrm>
          <a:prstGeom prst="rect">
            <a:avLst/>
          </a:prstGeom>
        </p:spPr>
      </p:pic>
      <p:pic>
        <p:nvPicPr>
          <p:cNvPr id="153" name="Image 150" descr="preencoded.png">    </p:cNvPr>
          <p:cNvPicPr>
            <a:picLocks noChangeAspect="1"/>
          </p:cNvPicPr>
          <p:nvPr/>
        </p:nvPicPr>
        <p:blipFill>
          <a:blip r:embed="rId151"/>
          <a:stretch>
            <a:fillRect/>
          </a:stretch>
        </p:blipFill>
        <p:spPr>
          <a:xfrm>
            <a:off x="5386190" y="4420208"/>
            <a:ext cx="30199" cy="20618"/>
          </a:xfrm>
          <a:prstGeom prst="rect">
            <a:avLst/>
          </a:prstGeom>
        </p:spPr>
      </p:pic>
      <p:pic>
        <p:nvPicPr>
          <p:cNvPr id="154" name="Image 151" descr="preencoded.png">    </p:cNvPr>
          <p:cNvPicPr>
            <a:picLocks noChangeAspect="1"/>
          </p:cNvPicPr>
          <p:nvPr/>
        </p:nvPicPr>
        <p:blipFill>
          <a:blip r:embed="rId152"/>
          <a:stretch>
            <a:fillRect/>
          </a:stretch>
        </p:blipFill>
        <p:spPr>
          <a:xfrm>
            <a:off x="5375510" y="4384335"/>
            <a:ext cx="56208" cy="65254"/>
          </a:xfrm>
          <a:prstGeom prst="rect">
            <a:avLst/>
          </a:prstGeom>
        </p:spPr>
      </p:pic>
      <p:pic>
        <p:nvPicPr>
          <p:cNvPr id="155" name="Image 152" descr="preencoded.png">    </p:cNvPr>
          <p:cNvPicPr>
            <a:picLocks noChangeAspect="1"/>
          </p:cNvPicPr>
          <p:nvPr/>
        </p:nvPicPr>
        <p:blipFill>
          <a:blip r:embed="rId153"/>
          <a:stretch>
            <a:fillRect/>
          </a:stretch>
        </p:blipFill>
        <p:spPr>
          <a:xfrm>
            <a:off x="4279504" y="4397035"/>
            <a:ext cx="34010" cy="44095"/>
          </a:xfrm>
          <a:prstGeom prst="rect">
            <a:avLst/>
          </a:prstGeom>
        </p:spPr>
      </p:pic>
      <p:pic>
        <p:nvPicPr>
          <p:cNvPr id="156" name="Image 153" descr="preencoded.png">    </p:cNvPr>
          <p:cNvPicPr>
            <a:picLocks noChangeAspect="1"/>
          </p:cNvPicPr>
          <p:nvPr/>
        </p:nvPicPr>
        <p:blipFill>
          <a:blip r:embed="rId154"/>
          <a:stretch>
            <a:fillRect/>
          </a:stretch>
        </p:blipFill>
        <p:spPr>
          <a:xfrm>
            <a:off x="5181052" y="4409690"/>
            <a:ext cx="30946" cy="28402"/>
          </a:xfrm>
          <a:prstGeom prst="rect">
            <a:avLst/>
          </a:prstGeom>
        </p:spPr>
      </p:pic>
      <p:pic>
        <p:nvPicPr>
          <p:cNvPr id="157" name="Image 154" descr="preencoded.png">    </p:cNvPr>
          <p:cNvPicPr>
            <a:picLocks noChangeAspect="1"/>
          </p:cNvPicPr>
          <p:nvPr/>
        </p:nvPicPr>
        <p:blipFill>
          <a:blip r:embed="rId155"/>
          <a:stretch>
            <a:fillRect/>
          </a:stretch>
        </p:blipFill>
        <p:spPr>
          <a:xfrm>
            <a:off x="5183894" y="4412543"/>
            <a:ext cx="38213" cy="25712"/>
          </a:xfrm>
          <a:prstGeom prst="rect">
            <a:avLst/>
          </a:prstGeom>
        </p:spPr>
      </p:pic>
      <p:pic>
        <p:nvPicPr>
          <p:cNvPr id="158" name="Image 155" descr="preencoded.png">    </p:cNvPr>
          <p:cNvPicPr>
            <a:picLocks noChangeAspect="1"/>
          </p:cNvPicPr>
          <p:nvPr/>
        </p:nvPicPr>
        <p:blipFill>
          <a:blip r:embed="rId156"/>
          <a:stretch>
            <a:fillRect/>
          </a:stretch>
        </p:blipFill>
        <p:spPr>
          <a:xfrm>
            <a:off x="4154271" y="4420208"/>
            <a:ext cx="30665" cy="21197"/>
          </a:xfrm>
          <a:prstGeom prst="rect">
            <a:avLst/>
          </a:prstGeom>
        </p:spPr>
      </p:pic>
      <p:pic>
        <p:nvPicPr>
          <p:cNvPr id="159" name="Image 156" descr="preencoded.png">    </p:cNvPr>
          <p:cNvPicPr>
            <a:picLocks noChangeAspect="1"/>
          </p:cNvPicPr>
          <p:nvPr/>
        </p:nvPicPr>
        <p:blipFill>
          <a:blip r:embed="rId157"/>
          <a:stretch>
            <a:fillRect/>
          </a:stretch>
        </p:blipFill>
        <p:spPr>
          <a:xfrm>
            <a:off x="4141479" y="4384120"/>
            <a:ext cx="56612" cy="66765"/>
          </a:xfrm>
          <a:prstGeom prst="rect">
            <a:avLst/>
          </a:prstGeom>
        </p:spPr>
      </p:pic>
      <p:pic>
        <p:nvPicPr>
          <p:cNvPr id="160" name="Image 157" descr="preencoded.png">    </p:cNvPr>
          <p:cNvPicPr>
            <a:picLocks noChangeAspect="1"/>
          </p:cNvPicPr>
          <p:nvPr/>
        </p:nvPicPr>
        <p:blipFill>
          <a:blip r:embed="rId158"/>
          <a:stretch>
            <a:fillRect/>
          </a:stretch>
        </p:blipFill>
        <p:spPr>
          <a:xfrm>
            <a:off x="4243385" y="4386994"/>
            <a:ext cx="13086" cy="64118"/>
          </a:xfrm>
          <a:prstGeom prst="rect">
            <a:avLst/>
          </a:prstGeom>
        </p:spPr>
      </p:pic>
      <p:pic>
        <p:nvPicPr>
          <p:cNvPr id="161" name="Image 158" descr="preencoded.png">    </p:cNvPr>
          <p:cNvPicPr>
            <a:picLocks noChangeAspect="1"/>
          </p:cNvPicPr>
          <p:nvPr/>
        </p:nvPicPr>
        <p:blipFill>
          <a:blip r:embed="rId159"/>
          <a:stretch>
            <a:fillRect/>
          </a:stretch>
        </p:blipFill>
        <p:spPr>
          <a:xfrm>
            <a:off x="4775113" y="4361445"/>
            <a:ext cx="10220" cy="89414"/>
          </a:xfrm>
          <a:prstGeom prst="rect">
            <a:avLst/>
          </a:prstGeom>
        </p:spPr>
      </p:pic>
      <p:pic>
        <p:nvPicPr>
          <p:cNvPr id="162" name="Image 159" descr="preencoded.png">    </p:cNvPr>
          <p:cNvPicPr>
            <a:picLocks noChangeAspect="1"/>
          </p:cNvPicPr>
          <p:nvPr/>
        </p:nvPicPr>
        <p:blipFill>
          <a:blip r:embed="rId160"/>
          <a:stretch>
            <a:fillRect/>
          </a:stretch>
        </p:blipFill>
        <p:spPr>
          <a:xfrm>
            <a:off x="4889637" y="4384439"/>
            <a:ext cx="54164" cy="65628"/>
          </a:xfrm>
          <a:prstGeom prst="rect">
            <a:avLst/>
          </a:prstGeom>
        </p:spPr>
      </p:pic>
      <p:pic>
        <p:nvPicPr>
          <p:cNvPr id="163" name="Image 160" descr="preencoded.png">    </p:cNvPr>
          <p:cNvPicPr>
            <a:picLocks noChangeAspect="1"/>
          </p:cNvPicPr>
          <p:nvPr/>
        </p:nvPicPr>
        <p:blipFill>
          <a:blip r:embed="rId161"/>
          <a:stretch>
            <a:fillRect/>
          </a:stretch>
        </p:blipFill>
        <p:spPr>
          <a:xfrm>
            <a:off x="4016313" y="4384607"/>
            <a:ext cx="48706" cy="66416"/>
          </a:xfrm>
          <a:prstGeom prst="rect">
            <a:avLst/>
          </a:prstGeom>
        </p:spPr>
      </p:pic>
      <p:pic>
        <p:nvPicPr>
          <p:cNvPr id="164" name="Image 161" descr="preencoded.png">    </p:cNvPr>
          <p:cNvPicPr>
            <a:picLocks noChangeAspect="1"/>
          </p:cNvPicPr>
          <p:nvPr/>
        </p:nvPicPr>
        <p:blipFill>
          <a:blip r:embed="rId162"/>
          <a:stretch>
            <a:fillRect/>
          </a:stretch>
        </p:blipFill>
        <p:spPr>
          <a:xfrm>
            <a:off x="4087897" y="4395400"/>
            <a:ext cx="30775" cy="45485"/>
          </a:xfrm>
          <a:prstGeom prst="rect">
            <a:avLst/>
          </a:prstGeom>
        </p:spPr>
      </p:pic>
      <p:pic>
        <p:nvPicPr>
          <p:cNvPr id="165" name="Image 162" descr="preencoded.png">    </p:cNvPr>
          <p:cNvPicPr>
            <a:picLocks noChangeAspect="1"/>
          </p:cNvPicPr>
          <p:nvPr/>
        </p:nvPicPr>
        <p:blipFill>
          <a:blip r:embed="rId163"/>
          <a:stretch>
            <a:fillRect/>
          </a:stretch>
        </p:blipFill>
        <p:spPr>
          <a:xfrm>
            <a:off x="4705333" y="4386412"/>
            <a:ext cx="60039" cy="65191"/>
          </a:xfrm>
          <a:prstGeom prst="rect">
            <a:avLst/>
          </a:prstGeom>
        </p:spPr>
      </p:pic>
      <p:pic>
        <p:nvPicPr>
          <p:cNvPr id="166" name="Image 163" descr="preencoded.png">    </p:cNvPr>
          <p:cNvPicPr>
            <a:picLocks noChangeAspect="1"/>
          </p:cNvPicPr>
          <p:nvPr/>
        </p:nvPicPr>
        <p:blipFill>
          <a:blip r:embed="rId164"/>
          <a:stretch>
            <a:fillRect/>
          </a:stretch>
        </p:blipFill>
        <p:spPr>
          <a:xfrm>
            <a:off x="5005053" y="4386994"/>
            <a:ext cx="56208" cy="64029"/>
          </a:xfrm>
          <a:prstGeom prst="rect">
            <a:avLst/>
          </a:prstGeom>
        </p:spPr>
      </p:pic>
      <p:pic>
        <p:nvPicPr>
          <p:cNvPr id="167" name="Image 164" descr="preencoded.png">    </p:cNvPr>
          <p:cNvPicPr>
            <a:picLocks noChangeAspect="1"/>
          </p:cNvPicPr>
          <p:nvPr/>
        </p:nvPicPr>
        <p:blipFill>
          <a:blip r:embed="rId165"/>
          <a:stretch>
            <a:fillRect/>
          </a:stretch>
        </p:blipFill>
        <p:spPr>
          <a:xfrm>
            <a:off x="4013446" y="4386994"/>
            <a:ext cx="13086" cy="63872"/>
          </a:xfrm>
          <a:prstGeom prst="rect">
            <a:avLst/>
          </a:prstGeom>
        </p:spPr>
      </p:pic>
      <p:pic>
        <p:nvPicPr>
          <p:cNvPr id="168" name="Image 165" descr="preencoded.png">    </p:cNvPr>
          <p:cNvPicPr>
            <a:picLocks noChangeAspect="1"/>
          </p:cNvPicPr>
          <p:nvPr/>
        </p:nvPicPr>
        <p:blipFill>
          <a:blip r:embed="rId166"/>
          <a:stretch>
            <a:fillRect/>
          </a:stretch>
        </p:blipFill>
        <p:spPr>
          <a:xfrm>
            <a:off x="4205375" y="4366556"/>
            <a:ext cx="30784" cy="84695"/>
          </a:xfrm>
          <a:prstGeom prst="rect">
            <a:avLst/>
          </a:prstGeom>
        </p:spPr>
      </p:pic>
      <p:pic>
        <p:nvPicPr>
          <p:cNvPr id="169" name="Image 166" descr="preencoded.png">    </p:cNvPr>
          <p:cNvPicPr>
            <a:picLocks noChangeAspect="1"/>
          </p:cNvPicPr>
          <p:nvPr/>
        </p:nvPicPr>
        <p:blipFill>
          <a:blip r:embed="rId167"/>
          <a:stretch>
            <a:fillRect/>
          </a:stretch>
        </p:blipFill>
        <p:spPr>
          <a:xfrm>
            <a:off x="4800662" y="4361445"/>
            <a:ext cx="12938" cy="89577"/>
          </a:xfrm>
          <a:prstGeom prst="rect">
            <a:avLst/>
          </a:prstGeom>
        </p:spPr>
      </p:pic>
      <p:pic>
        <p:nvPicPr>
          <p:cNvPr id="170" name="Image 167" descr="preencoded.png">    </p:cNvPr>
          <p:cNvPicPr>
            <a:picLocks noChangeAspect="1"/>
          </p:cNvPicPr>
          <p:nvPr/>
        </p:nvPicPr>
        <p:blipFill>
          <a:blip r:embed="rId168"/>
          <a:stretch>
            <a:fillRect/>
          </a:stretch>
        </p:blipFill>
        <p:spPr>
          <a:xfrm>
            <a:off x="4953792" y="4397214"/>
            <a:ext cx="23157" cy="54037"/>
          </a:xfrm>
          <a:prstGeom prst="rect">
            <a:avLst/>
          </a:prstGeom>
        </p:spPr>
      </p:pic>
      <p:pic>
        <p:nvPicPr>
          <p:cNvPr id="171" name="Image 168" descr="preencoded.png">    </p:cNvPr>
          <p:cNvPicPr>
            <a:picLocks noChangeAspect="1"/>
          </p:cNvPicPr>
          <p:nvPr/>
        </p:nvPicPr>
        <p:blipFill>
          <a:blip r:embed="rId169"/>
          <a:stretch>
            <a:fillRect/>
          </a:stretch>
        </p:blipFill>
        <p:spPr>
          <a:xfrm>
            <a:off x="4266616" y="4384439"/>
            <a:ext cx="58635" cy="65572"/>
          </a:xfrm>
          <a:prstGeom prst="rect">
            <a:avLst/>
          </a:prstGeom>
        </p:spPr>
      </p:pic>
      <p:pic>
        <p:nvPicPr>
          <p:cNvPr id="172" name="Image 169" descr="preencoded.png">    </p:cNvPr>
          <p:cNvPicPr>
            <a:picLocks noChangeAspect="1"/>
          </p:cNvPicPr>
          <p:nvPr/>
        </p:nvPicPr>
        <p:blipFill>
          <a:blip r:embed="rId170"/>
          <a:stretch>
            <a:fillRect/>
          </a:stretch>
        </p:blipFill>
        <p:spPr>
          <a:xfrm>
            <a:off x="5171120" y="4363865"/>
            <a:ext cx="63783" cy="86746"/>
          </a:xfrm>
          <a:prstGeom prst="rect">
            <a:avLst/>
          </a:prstGeom>
        </p:spPr>
      </p:pic>
      <p:pic>
        <p:nvPicPr>
          <p:cNvPr id="173" name="Image 170" descr="preencoded.png">    </p:cNvPr>
          <p:cNvPicPr>
            <a:picLocks noChangeAspect="1"/>
          </p:cNvPicPr>
          <p:nvPr/>
        </p:nvPicPr>
        <p:blipFill>
          <a:blip r:embed="rId171"/>
          <a:stretch>
            <a:fillRect/>
          </a:stretch>
        </p:blipFill>
        <p:spPr>
          <a:xfrm>
            <a:off x="4335674" y="4407433"/>
            <a:ext cx="12774" cy="43679"/>
          </a:xfrm>
          <a:prstGeom prst="rect">
            <a:avLst/>
          </a:prstGeom>
        </p:spPr>
      </p:pic>
      <p:pic>
        <p:nvPicPr>
          <p:cNvPr id="174" name="Image 171" descr="preencoded.png">    </p:cNvPr>
          <p:cNvPicPr>
            <a:picLocks noChangeAspect="1"/>
          </p:cNvPicPr>
          <p:nvPr/>
        </p:nvPicPr>
        <p:blipFill>
          <a:blip r:embed="rId172"/>
          <a:stretch>
            <a:fillRect/>
          </a:stretch>
        </p:blipFill>
        <p:spPr>
          <a:xfrm>
            <a:off x="4373997" y="4402323"/>
            <a:ext cx="12774" cy="48789"/>
          </a:xfrm>
          <a:prstGeom prst="rect">
            <a:avLst/>
          </a:prstGeom>
        </p:spPr>
      </p:pic>
      <p:pic>
        <p:nvPicPr>
          <p:cNvPr id="175" name="Image 172" descr="preencoded.png">    </p:cNvPr>
          <p:cNvPicPr>
            <a:picLocks noChangeAspect="1"/>
          </p:cNvPicPr>
          <p:nvPr/>
        </p:nvPicPr>
        <p:blipFill>
          <a:blip r:embed="rId173"/>
          <a:stretch>
            <a:fillRect/>
          </a:stretch>
        </p:blipFill>
        <p:spPr>
          <a:xfrm>
            <a:off x="3763380" y="4336457"/>
            <a:ext cx="1780754" cy="191055"/>
          </a:xfrm>
          <a:prstGeom prst="rect">
            <a:avLst/>
          </a:prstGeom>
        </p:spPr>
      </p:pic>
      <p:pic>
        <p:nvPicPr>
          <p:cNvPr id="176" name="Image 173" descr="preencoded.png">    </p:cNvPr>
          <p:cNvPicPr>
            <a:picLocks noChangeAspect="1"/>
          </p:cNvPicPr>
          <p:nvPr/>
        </p:nvPicPr>
        <p:blipFill>
          <a:blip r:embed="rId174"/>
          <a:stretch>
            <a:fillRect/>
          </a:stretch>
        </p:blipFill>
        <p:spPr>
          <a:xfrm>
            <a:off x="4092959" y="4361216"/>
            <a:ext cx="38487" cy="88609"/>
          </a:xfrm>
          <a:prstGeom prst="rect">
            <a:avLst/>
          </a:prstGeom>
        </p:spPr>
      </p:pic>
      <p:pic>
        <p:nvPicPr>
          <p:cNvPr id="177" name="Image 174" descr="preencoded.png">    </p:cNvPr>
          <p:cNvPicPr>
            <a:picLocks noChangeAspect="1"/>
          </p:cNvPicPr>
          <p:nvPr/>
        </p:nvPicPr>
        <p:blipFill>
          <a:blip r:embed="rId175"/>
          <a:stretch>
            <a:fillRect/>
          </a:stretch>
        </p:blipFill>
        <p:spPr>
          <a:xfrm>
            <a:off x="2889610" y="4364000"/>
            <a:ext cx="30659" cy="87191"/>
          </a:xfrm>
          <a:prstGeom prst="rect">
            <a:avLst/>
          </a:prstGeom>
        </p:spPr>
      </p:pic>
      <p:pic>
        <p:nvPicPr>
          <p:cNvPr id="178" name="Image 175" descr="preencoded.png">    </p:cNvPr>
          <p:cNvPicPr>
            <a:picLocks noChangeAspect="1"/>
          </p:cNvPicPr>
          <p:nvPr/>
        </p:nvPicPr>
        <p:blipFill>
          <a:blip r:embed="rId176"/>
          <a:stretch>
            <a:fillRect/>
          </a:stretch>
        </p:blipFill>
        <p:spPr>
          <a:xfrm>
            <a:off x="3620306" y="4386994"/>
            <a:ext cx="12775" cy="63872"/>
          </a:xfrm>
          <a:prstGeom prst="rect">
            <a:avLst/>
          </a:prstGeom>
        </p:spPr>
      </p:pic>
      <p:pic>
        <p:nvPicPr>
          <p:cNvPr id="179" name="Image 176" descr="preencoded.png">    </p:cNvPr>
          <p:cNvPicPr>
            <a:picLocks noChangeAspect="1"/>
          </p:cNvPicPr>
          <p:nvPr/>
        </p:nvPicPr>
        <p:blipFill>
          <a:blip r:embed="rId177"/>
          <a:stretch>
            <a:fillRect/>
          </a:stretch>
        </p:blipFill>
        <p:spPr>
          <a:xfrm>
            <a:off x="3643317" y="4383627"/>
            <a:ext cx="53635" cy="67922"/>
          </a:xfrm>
          <a:prstGeom prst="rect">
            <a:avLst/>
          </a:prstGeom>
        </p:spPr>
      </p:pic>
      <p:pic>
        <p:nvPicPr>
          <p:cNvPr id="180" name="Image 177" descr="preencoded.png">    </p:cNvPr>
          <p:cNvPicPr>
            <a:picLocks noChangeAspect="1"/>
          </p:cNvPicPr>
          <p:nvPr/>
        </p:nvPicPr>
        <p:blipFill>
          <a:blip r:embed="rId178"/>
          <a:stretch>
            <a:fillRect/>
          </a:stretch>
        </p:blipFill>
        <p:spPr>
          <a:xfrm>
            <a:off x="5983573" y="4361189"/>
            <a:ext cx="79202" cy="89871"/>
          </a:xfrm>
          <a:prstGeom prst="rect">
            <a:avLst/>
          </a:prstGeom>
        </p:spPr>
      </p:pic>
      <p:pic>
        <p:nvPicPr>
          <p:cNvPr id="181" name="Image 178" descr="preencoded.png">    </p:cNvPr>
          <p:cNvPicPr>
            <a:picLocks noChangeAspect="1"/>
          </p:cNvPicPr>
          <p:nvPr/>
        </p:nvPicPr>
        <p:blipFill>
          <a:blip r:embed="rId179"/>
          <a:stretch>
            <a:fillRect/>
          </a:stretch>
        </p:blipFill>
        <p:spPr>
          <a:xfrm>
            <a:off x="3891207" y="4394658"/>
            <a:ext cx="35669" cy="46059"/>
          </a:xfrm>
          <a:prstGeom prst="rect">
            <a:avLst/>
          </a:prstGeom>
        </p:spPr>
      </p:pic>
      <p:pic>
        <p:nvPicPr>
          <p:cNvPr id="182" name="Image 179" descr="preencoded.png">    </p:cNvPr>
          <p:cNvPicPr>
            <a:picLocks noChangeAspect="1"/>
          </p:cNvPicPr>
          <p:nvPr/>
        </p:nvPicPr>
        <p:blipFill>
          <a:blip r:embed="rId180"/>
          <a:stretch>
            <a:fillRect/>
          </a:stretch>
        </p:blipFill>
        <p:spPr>
          <a:xfrm>
            <a:off x="3877849" y="4385171"/>
            <a:ext cx="60760" cy="65116"/>
          </a:xfrm>
          <a:prstGeom prst="rect">
            <a:avLst/>
          </a:prstGeom>
        </p:spPr>
      </p:pic>
      <p:pic>
        <p:nvPicPr>
          <p:cNvPr id="183" name="Image 180" descr="preencoded.png">    </p:cNvPr>
          <p:cNvPicPr>
            <a:picLocks noChangeAspect="1"/>
          </p:cNvPicPr>
          <p:nvPr/>
        </p:nvPicPr>
        <p:blipFill>
          <a:blip r:embed="rId181"/>
          <a:stretch>
            <a:fillRect/>
          </a:stretch>
        </p:blipFill>
        <p:spPr>
          <a:xfrm>
            <a:off x="3589647" y="4381885"/>
            <a:ext cx="15329" cy="69228"/>
          </a:xfrm>
          <a:prstGeom prst="rect">
            <a:avLst/>
          </a:prstGeom>
        </p:spPr>
      </p:pic>
      <p:pic>
        <p:nvPicPr>
          <p:cNvPr id="184" name="Image 181" descr="preencoded.png">    </p:cNvPr>
          <p:cNvPicPr>
            <a:picLocks noChangeAspect="1"/>
          </p:cNvPicPr>
          <p:nvPr/>
        </p:nvPicPr>
        <p:blipFill>
          <a:blip r:embed="rId182"/>
          <a:stretch>
            <a:fillRect/>
          </a:stretch>
        </p:blipFill>
        <p:spPr>
          <a:xfrm>
            <a:off x="3753021" y="4394519"/>
            <a:ext cx="33359" cy="46281"/>
          </a:xfrm>
          <a:prstGeom prst="rect">
            <a:avLst/>
          </a:prstGeom>
        </p:spPr>
      </p:pic>
      <p:pic>
        <p:nvPicPr>
          <p:cNvPr id="185" name="Image 182" descr="preencoded.png">    </p:cNvPr>
          <p:cNvPicPr>
            <a:picLocks noChangeAspect="1"/>
          </p:cNvPicPr>
          <p:nvPr/>
        </p:nvPicPr>
        <p:blipFill>
          <a:blip r:embed="rId183"/>
          <a:stretch>
            <a:fillRect/>
          </a:stretch>
        </p:blipFill>
        <p:spPr>
          <a:xfrm>
            <a:off x="3704305" y="4386994"/>
            <a:ext cx="13087" cy="64118"/>
          </a:xfrm>
          <a:prstGeom prst="rect">
            <a:avLst/>
          </a:prstGeom>
        </p:spPr>
      </p:pic>
      <p:pic>
        <p:nvPicPr>
          <p:cNvPr id="186" name="Image 183" descr="preencoded.png">    </p:cNvPr>
          <p:cNvPicPr>
            <a:picLocks noChangeAspect="1"/>
          </p:cNvPicPr>
          <p:nvPr/>
        </p:nvPicPr>
        <p:blipFill>
          <a:blip r:embed="rId184"/>
          <a:stretch>
            <a:fillRect/>
          </a:stretch>
        </p:blipFill>
        <p:spPr>
          <a:xfrm>
            <a:off x="3533277" y="4381885"/>
            <a:ext cx="5279" cy="66427"/>
          </a:xfrm>
          <a:prstGeom prst="rect">
            <a:avLst/>
          </a:prstGeom>
        </p:spPr>
      </p:pic>
      <p:pic>
        <p:nvPicPr>
          <p:cNvPr id="187" name="Image 184" descr="preencoded.png">    </p:cNvPr>
          <p:cNvPicPr>
            <a:picLocks noChangeAspect="1"/>
          </p:cNvPicPr>
          <p:nvPr/>
        </p:nvPicPr>
        <p:blipFill>
          <a:blip r:embed="rId185"/>
          <a:stretch>
            <a:fillRect/>
          </a:stretch>
        </p:blipFill>
        <p:spPr>
          <a:xfrm>
            <a:off x="3523221" y="4361162"/>
            <a:ext cx="81756" cy="89935"/>
          </a:xfrm>
          <a:prstGeom prst="rect">
            <a:avLst/>
          </a:prstGeom>
        </p:spPr>
      </p:pic>
      <p:pic>
        <p:nvPicPr>
          <p:cNvPr id="188" name="Image 185" descr="preencoded.png">    </p:cNvPr>
          <p:cNvPicPr>
            <a:picLocks noChangeAspect="1"/>
          </p:cNvPicPr>
          <p:nvPr/>
        </p:nvPicPr>
        <p:blipFill>
          <a:blip r:embed="rId186"/>
          <a:stretch>
            <a:fillRect/>
          </a:stretch>
        </p:blipFill>
        <p:spPr>
          <a:xfrm>
            <a:off x="7807759" y="4361199"/>
            <a:ext cx="51097" cy="89823"/>
          </a:xfrm>
          <a:prstGeom prst="rect">
            <a:avLst/>
          </a:prstGeom>
        </p:spPr>
      </p:pic>
      <p:pic>
        <p:nvPicPr>
          <p:cNvPr id="189" name="Image 186" descr="preencoded.png">    </p:cNvPr>
          <p:cNvPicPr>
            <a:picLocks noChangeAspect="1"/>
          </p:cNvPicPr>
          <p:nvPr/>
        </p:nvPicPr>
        <p:blipFill>
          <a:blip r:embed="rId187"/>
          <a:stretch>
            <a:fillRect/>
          </a:stretch>
        </p:blipFill>
        <p:spPr>
          <a:xfrm>
            <a:off x="5595231" y="4404879"/>
            <a:ext cx="12774" cy="46234"/>
          </a:xfrm>
          <a:prstGeom prst="rect">
            <a:avLst/>
          </a:prstGeom>
        </p:spPr>
      </p:pic>
      <p:pic>
        <p:nvPicPr>
          <p:cNvPr id="190" name="Image 187" descr="preencoded.png">    </p:cNvPr>
          <p:cNvPicPr>
            <a:picLocks noChangeAspect="1"/>
          </p:cNvPicPr>
          <p:nvPr/>
        </p:nvPicPr>
        <p:blipFill>
          <a:blip r:embed="rId188"/>
          <a:stretch>
            <a:fillRect/>
          </a:stretch>
        </p:blipFill>
        <p:spPr>
          <a:xfrm>
            <a:off x="5503255" y="4386994"/>
            <a:ext cx="10220" cy="61317"/>
          </a:xfrm>
          <a:prstGeom prst="rect">
            <a:avLst/>
          </a:prstGeom>
        </p:spPr>
      </p:pic>
      <p:pic>
        <p:nvPicPr>
          <p:cNvPr id="191" name="Image 188" descr="preencoded.png">    </p:cNvPr>
          <p:cNvPicPr>
            <a:picLocks noChangeAspect="1"/>
          </p:cNvPicPr>
          <p:nvPr/>
        </p:nvPicPr>
        <p:blipFill>
          <a:blip r:embed="rId189"/>
          <a:stretch>
            <a:fillRect/>
          </a:stretch>
        </p:blipFill>
        <p:spPr>
          <a:xfrm>
            <a:off x="4552838" y="4358422"/>
            <a:ext cx="35769" cy="92380"/>
          </a:xfrm>
          <a:prstGeom prst="rect">
            <a:avLst/>
          </a:prstGeom>
        </p:spPr>
      </p:pic>
      <p:pic>
        <p:nvPicPr>
          <p:cNvPr id="192" name="Image 189" descr="preencoded.png">    </p:cNvPr>
          <p:cNvPicPr>
            <a:picLocks noChangeAspect="1"/>
          </p:cNvPicPr>
          <p:nvPr/>
        </p:nvPicPr>
        <p:blipFill>
          <a:blip r:embed="rId190"/>
          <a:stretch>
            <a:fillRect/>
          </a:stretch>
        </p:blipFill>
        <p:spPr>
          <a:xfrm>
            <a:off x="2922823" y="4386775"/>
            <a:ext cx="56207" cy="89628"/>
          </a:xfrm>
          <a:prstGeom prst="rect">
            <a:avLst/>
          </a:prstGeom>
        </p:spPr>
      </p:pic>
      <p:pic>
        <p:nvPicPr>
          <p:cNvPr id="193" name="Image 190" descr="preencoded.png">    </p:cNvPr>
          <p:cNvPicPr>
            <a:picLocks noChangeAspect="1"/>
          </p:cNvPicPr>
          <p:nvPr/>
        </p:nvPicPr>
        <p:blipFill>
          <a:blip r:embed="rId191"/>
          <a:stretch>
            <a:fillRect/>
          </a:stretch>
        </p:blipFill>
        <p:spPr>
          <a:xfrm>
            <a:off x="5536330" y="4394658"/>
            <a:ext cx="35970" cy="46059"/>
          </a:xfrm>
          <a:prstGeom prst="rect">
            <a:avLst/>
          </a:prstGeom>
        </p:spPr>
      </p:pic>
      <p:pic>
        <p:nvPicPr>
          <p:cNvPr id="194" name="Image 191" descr="preencoded.png">    </p:cNvPr>
          <p:cNvPicPr>
            <a:picLocks noChangeAspect="1"/>
          </p:cNvPicPr>
          <p:nvPr/>
        </p:nvPicPr>
        <p:blipFill>
          <a:blip r:embed="rId192"/>
          <a:stretch>
            <a:fillRect/>
          </a:stretch>
        </p:blipFill>
        <p:spPr>
          <a:xfrm>
            <a:off x="3806813" y="4412543"/>
            <a:ext cx="33214" cy="10220"/>
          </a:xfrm>
          <a:prstGeom prst="rect">
            <a:avLst/>
          </a:prstGeom>
        </p:spPr>
      </p:pic>
      <p:pic>
        <p:nvPicPr>
          <p:cNvPr id="195" name="Image 192" descr="preencoded.png">    </p:cNvPr>
          <p:cNvPicPr>
            <a:picLocks noChangeAspect="1"/>
          </p:cNvPicPr>
          <p:nvPr/>
        </p:nvPicPr>
        <p:blipFill>
          <a:blip r:embed="rId193"/>
          <a:stretch>
            <a:fillRect/>
          </a:stretch>
        </p:blipFill>
        <p:spPr>
          <a:xfrm>
            <a:off x="2841067" y="4361445"/>
            <a:ext cx="12934" cy="89577"/>
          </a:xfrm>
          <a:prstGeom prst="rect">
            <a:avLst/>
          </a:prstGeom>
        </p:spPr>
      </p:pic>
      <p:pic>
        <p:nvPicPr>
          <p:cNvPr id="196" name="Image 193" descr="preencoded.png">    </p:cNvPr>
          <p:cNvPicPr>
            <a:picLocks noChangeAspect="1"/>
          </p:cNvPicPr>
          <p:nvPr/>
        </p:nvPicPr>
        <p:blipFill>
          <a:blip r:embed="rId194"/>
          <a:stretch>
            <a:fillRect/>
          </a:stretch>
        </p:blipFill>
        <p:spPr>
          <a:xfrm>
            <a:off x="3947030" y="4386994"/>
            <a:ext cx="51399" cy="64206"/>
          </a:xfrm>
          <a:prstGeom prst="rect">
            <a:avLst/>
          </a:prstGeom>
        </p:spPr>
      </p:pic>
      <p:pic>
        <p:nvPicPr>
          <p:cNvPr id="197" name="Image 194" descr="preencoded.png">    </p:cNvPr>
          <p:cNvPicPr>
            <a:picLocks noChangeAspect="1"/>
          </p:cNvPicPr>
          <p:nvPr/>
        </p:nvPicPr>
        <p:blipFill>
          <a:blip r:embed="rId195"/>
          <a:stretch>
            <a:fillRect/>
          </a:stretch>
        </p:blipFill>
        <p:spPr>
          <a:xfrm>
            <a:off x="5592363" y="4386660"/>
            <a:ext cx="36191" cy="61651"/>
          </a:xfrm>
          <a:prstGeom prst="rect">
            <a:avLst/>
          </a:prstGeom>
        </p:spPr>
      </p:pic>
      <p:pic>
        <p:nvPicPr>
          <p:cNvPr id="198" name="Image 195" descr="preencoded.png">    </p:cNvPr>
          <p:cNvPicPr>
            <a:picLocks noChangeAspect="1"/>
          </p:cNvPicPr>
          <p:nvPr/>
        </p:nvPicPr>
        <p:blipFill>
          <a:blip r:embed="rId196"/>
          <a:stretch>
            <a:fillRect/>
          </a:stretch>
        </p:blipFill>
        <p:spPr>
          <a:xfrm>
            <a:off x="5503255" y="4386994"/>
            <a:ext cx="12774" cy="64118"/>
          </a:xfrm>
          <a:prstGeom prst="rect">
            <a:avLst/>
          </a:prstGeom>
        </p:spPr>
      </p:pic>
      <p:pic>
        <p:nvPicPr>
          <p:cNvPr id="199" name="Image 196" descr="preencoded.png">    </p:cNvPr>
          <p:cNvPicPr>
            <a:picLocks noChangeAspect="1"/>
          </p:cNvPicPr>
          <p:nvPr/>
        </p:nvPicPr>
        <p:blipFill>
          <a:blip r:embed="rId197"/>
          <a:stretch>
            <a:fillRect/>
          </a:stretch>
        </p:blipFill>
        <p:spPr>
          <a:xfrm>
            <a:off x="5524380" y="4384439"/>
            <a:ext cx="58082" cy="67482"/>
          </a:xfrm>
          <a:prstGeom prst="rect">
            <a:avLst/>
          </a:prstGeom>
        </p:spPr>
      </p:pic>
      <p:pic>
        <p:nvPicPr>
          <p:cNvPr id="200" name="Image 197" descr="preencoded.png">    </p:cNvPr>
          <p:cNvPicPr>
            <a:picLocks noChangeAspect="1"/>
          </p:cNvPicPr>
          <p:nvPr/>
        </p:nvPicPr>
        <p:blipFill>
          <a:blip r:embed="rId198"/>
          <a:stretch>
            <a:fillRect/>
          </a:stretch>
        </p:blipFill>
        <p:spPr>
          <a:xfrm>
            <a:off x="3707172" y="4386994"/>
            <a:ext cx="33315" cy="61317"/>
          </a:xfrm>
          <a:prstGeom prst="rect">
            <a:avLst/>
          </a:prstGeom>
        </p:spPr>
      </p:pic>
      <p:pic>
        <p:nvPicPr>
          <p:cNvPr id="201" name="Image 198" descr="preencoded.png">    </p:cNvPr>
          <p:cNvPicPr>
            <a:picLocks noChangeAspect="1"/>
          </p:cNvPicPr>
          <p:nvPr/>
        </p:nvPicPr>
        <p:blipFill>
          <a:blip r:embed="rId199"/>
          <a:stretch>
            <a:fillRect/>
          </a:stretch>
        </p:blipFill>
        <p:spPr>
          <a:xfrm>
            <a:off x="3740328" y="4385661"/>
            <a:ext cx="60646" cy="65623"/>
          </a:xfrm>
          <a:prstGeom prst="rect">
            <a:avLst/>
          </a:prstGeom>
        </p:spPr>
      </p:pic>
      <p:pic>
        <p:nvPicPr>
          <p:cNvPr id="202" name="Image 199" descr="preencoded.png">    </p:cNvPr>
          <p:cNvPicPr>
            <a:picLocks noChangeAspect="1"/>
          </p:cNvPicPr>
          <p:nvPr/>
        </p:nvPicPr>
        <p:blipFill>
          <a:blip r:embed="rId200"/>
          <a:stretch>
            <a:fillRect/>
          </a:stretch>
        </p:blipFill>
        <p:spPr>
          <a:xfrm>
            <a:off x="3842581" y="4358903"/>
            <a:ext cx="38323" cy="92372"/>
          </a:xfrm>
          <a:prstGeom prst="rect">
            <a:avLst/>
          </a:prstGeom>
        </p:spPr>
      </p:pic>
      <p:pic>
        <p:nvPicPr>
          <p:cNvPr id="203" name="Image 200" descr="preencoded.png">    </p:cNvPr>
          <p:cNvPicPr>
            <a:picLocks noChangeAspect="1"/>
          </p:cNvPicPr>
          <p:nvPr/>
        </p:nvPicPr>
        <p:blipFill>
          <a:blip r:embed="rId201"/>
          <a:stretch>
            <a:fillRect/>
          </a:stretch>
        </p:blipFill>
        <p:spPr>
          <a:xfrm>
            <a:off x="3620306" y="4361445"/>
            <a:ext cx="13578" cy="15482"/>
          </a:xfrm>
          <a:prstGeom prst="rect">
            <a:avLst/>
          </a:prstGeom>
        </p:spPr>
      </p:pic>
      <p:pic>
        <p:nvPicPr>
          <p:cNvPr id="204" name="Image 201" descr="preencoded.png">    </p:cNvPr>
          <p:cNvPicPr>
            <a:picLocks noChangeAspect="1"/>
          </p:cNvPicPr>
          <p:nvPr/>
        </p:nvPicPr>
        <p:blipFill>
          <a:blip r:embed="rId202"/>
          <a:stretch>
            <a:fillRect/>
          </a:stretch>
        </p:blipFill>
        <p:spPr>
          <a:xfrm>
            <a:off x="2869171" y="4364000"/>
            <a:ext cx="33213" cy="84311"/>
          </a:xfrm>
          <a:prstGeom prst="rect">
            <a:avLst/>
          </a:prstGeom>
        </p:spPr>
      </p:pic>
      <p:pic>
        <p:nvPicPr>
          <p:cNvPr id="205" name="Image 202" descr="preencoded.png">    </p:cNvPr>
          <p:cNvPicPr>
            <a:picLocks noChangeAspect="1"/>
          </p:cNvPicPr>
          <p:nvPr/>
        </p:nvPicPr>
        <p:blipFill>
          <a:blip r:embed="rId203"/>
          <a:stretch>
            <a:fillRect/>
          </a:stretch>
        </p:blipFill>
        <p:spPr>
          <a:xfrm>
            <a:off x="4242895" y="4361445"/>
            <a:ext cx="13578" cy="15482"/>
          </a:xfrm>
          <a:prstGeom prst="rect">
            <a:avLst/>
          </a:prstGeom>
        </p:spPr>
      </p:pic>
      <p:pic>
        <p:nvPicPr>
          <p:cNvPr id="206" name="Image 203" descr="preencoded.png">    </p:cNvPr>
          <p:cNvPicPr>
            <a:picLocks noChangeAspect="1"/>
          </p:cNvPicPr>
          <p:nvPr/>
        </p:nvPicPr>
        <p:blipFill>
          <a:blip r:embed="rId204"/>
          <a:stretch>
            <a:fillRect/>
          </a:stretch>
        </p:blipFill>
        <p:spPr>
          <a:xfrm>
            <a:off x="2866365" y="4361199"/>
            <a:ext cx="13025" cy="13020"/>
          </a:xfrm>
          <a:prstGeom prst="rect">
            <a:avLst/>
          </a:prstGeom>
        </p:spPr>
      </p:pic>
      <p:pic>
        <p:nvPicPr>
          <p:cNvPr id="207" name="Image 204" descr="preencoded.png">    </p:cNvPr>
          <p:cNvPicPr>
            <a:picLocks noChangeAspect="1"/>
          </p:cNvPicPr>
          <p:nvPr/>
        </p:nvPicPr>
        <p:blipFill>
          <a:blip r:embed="rId205"/>
          <a:stretch>
            <a:fillRect/>
          </a:stretch>
        </p:blipFill>
        <p:spPr>
          <a:xfrm>
            <a:off x="5745969" y="2854065"/>
            <a:ext cx="5110" cy="1624905"/>
          </a:xfrm>
          <a:prstGeom prst="rect">
            <a:avLst/>
          </a:prstGeom>
        </p:spPr>
      </p:pic>
      <p:pic>
        <p:nvPicPr>
          <p:cNvPr id="208" name="Image 205" descr="preencoded.png">    </p:cNvPr>
          <p:cNvPicPr>
            <a:picLocks noChangeAspect="1"/>
          </p:cNvPicPr>
          <p:nvPr/>
        </p:nvPicPr>
        <p:blipFill>
          <a:blip r:embed="rId206"/>
          <a:stretch>
            <a:fillRect/>
          </a:stretch>
        </p:blipFill>
        <p:spPr>
          <a:xfrm>
            <a:off x="5738196" y="2854065"/>
            <a:ext cx="5381" cy="1632570"/>
          </a:xfrm>
          <a:prstGeom prst="rect">
            <a:avLst/>
          </a:prstGeom>
        </p:spPr>
      </p:pic>
      <p:pic>
        <p:nvPicPr>
          <p:cNvPr id="209" name="Image 206" descr="preencoded.png">    </p:cNvPr>
          <p:cNvPicPr>
            <a:picLocks noChangeAspect="1"/>
          </p:cNvPicPr>
          <p:nvPr/>
        </p:nvPicPr>
        <p:blipFill>
          <a:blip r:embed="rId207"/>
          <a:stretch>
            <a:fillRect/>
          </a:stretch>
        </p:blipFill>
        <p:spPr>
          <a:xfrm>
            <a:off x="1164517" y="2940468"/>
            <a:ext cx="114423" cy="28119"/>
          </a:xfrm>
          <a:prstGeom prst="rect">
            <a:avLst/>
          </a:prstGeom>
        </p:spPr>
      </p:pic>
      <p:pic>
        <p:nvPicPr>
          <p:cNvPr id="210" name="Image 207" descr="preencoded.png">    </p:cNvPr>
          <p:cNvPicPr>
            <a:picLocks noChangeAspect="1"/>
          </p:cNvPicPr>
          <p:nvPr/>
        </p:nvPicPr>
        <p:blipFill>
          <a:blip r:embed="rId208"/>
          <a:stretch>
            <a:fillRect/>
          </a:stretch>
        </p:blipFill>
        <p:spPr>
          <a:xfrm>
            <a:off x="1189410" y="2983757"/>
            <a:ext cx="63872" cy="51257"/>
          </a:xfrm>
          <a:prstGeom prst="rect">
            <a:avLst/>
          </a:prstGeom>
        </p:spPr>
      </p:pic>
      <p:pic>
        <p:nvPicPr>
          <p:cNvPr id="211" name="Image 208" descr="preencoded.png">    </p:cNvPr>
          <p:cNvPicPr>
            <a:picLocks noChangeAspect="1"/>
          </p:cNvPicPr>
          <p:nvPr/>
        </p:nvPicPr>
        <p:blipFill>
          <a:blip r:embed="rId209"/>
          <a:stretch>
            <a:fillRect/>
          </a:stretch>
        </p:blipFill>
        <p:spPr>
          <a:xfrm>
            <a:off x="1199361" y="3059691"/>
            <a:ext cx="45050" cy="34206"/>
          </a:xfrm>
          <a:prstGeom prst="rect">
            <a:avLst/>
          </a:prstGeom>
        </p:spPr>
      </p:pic>
      <p:pic>
        <p:nvPicPr>
          <p:cNvPr id="212" name="Image 209" descr="preencoded.png">    </p:cNvPr>
          <p:cNvPicPr>
            <a:picLocks noChangeAspect="1"/>
          </p:cNvPicPr>
          <p:nvPr/>
        </p:nvPicPr>
        <p:blipFill>
          <a:blip r:embed="rId210"/>
          <a:stretch>
            <a:fillRect/>
          </a:stretch>
        </p:blipFill>
        <p:spPr>
          <a:xfrm>
            <a:off x="1186855" y="3047205"/>
            <a:ext cx="68563" cy="59481"/>
          </a:xfrm>
          <a:prstGeom prst="rect">
            <a:avLst/>
          </a:prstGeom>
        </p:spPr>
      </p:pic>
      <p:pic>
        <p:nvPicPr>
          <p:cNvPr id="213" name="Image 210" descr="preencoded.png">    </p:cNvPr>
          <p:cNvPicPr>
            <a:picLocks noChangeAspect="1"/>
          </p:cNvPicPr>
          <p:nvPr/>
        </p:nvPicPr>
        <p:blipFill>
          <a:blip r:embed="rId211"/>
          <a:stretch>
            <a:fillRect/>
          </a:stretch>
        </p:blipFill>
        <p:spPr>
          <a:xfrm>
            <a:off x="1163787" y="3116770"/>
            <a:ext cx="15403" cy="12775"/>
          </a:xfrm>
          <a:prstGeom prst="rect">
            <a:avLst/>
          </a:prstGeom>
        </p:spPr>
      </p:pic>
      <p:pic>
        <p:nvPicPr>
          <p:cNvPr id="214" name="Image 211" descr="preencoded.png">    </p:cNvPr>
          <p:cNvPicPr>
            <a:picLocks noChangeAspect="1"/>
          </p:cNvPicPr>
          <p:nvPr/>
        </p:nvPicPr>
        <p:blipFill>
          <a:blip r:embed="rId212"/>
          <a:stretch>
            <a:fillRect/>
          </a:stretch>
        </p:blipFill>
        <p:spPr>
          <a:xfrm>
            <a:off x="1189410" y="3116770"/>
            <a:ext cx="63872" cy="12775"/>
          </a:xfrm>
          <a:prstGeom prst="rect">
            <a:avLst/>
          </a:prstGeom>
        </p:spPr>
      </p:pic>
      <p:pic>
        <p:nvPicPr>
          <p:cNvPr id="215" name="Image 212" descr="preencoded.png">    </p:cNvPr>
          <p:cNvPicPr>
            <a:picLocks noChangeAspect="1"/>
          </p:cNvPicPr>
          <p:nvPr/>
        </p:nvPicPr>
        <p:blipFill>
          <a:blip r:embed="rId213"/>
          <a:stretch>
            <a:fillRect/>
          </a:stretch>
        </p:blipFill>
        <p:spPr>
          <a:xfrm>
            <a:off x="1168971" y="3139764"/>
            <a:ext cx="84466" cy="28104"/>
          </a:xfrm>
          <a:prstGeom prst="rect">
            <a:avLst/>
          </a:prstGeom>
        </p:spPr>
      </p:pic>
      <p:pic>
        <p:nvPicPr>
          <p:cNvPr id="216" name="Image 213" descr="preencoded.png">    </p:cNvPr>
          <p:cNvPicPr>
            <a:picLocks noChangeAspect="1"/>
          </p:cNvPicPr>
          <p:nvPr/>
        </p:nvPicPr>
        <p:blipFill>
          <a:blip r:embed="rId214"/>
          <a:stretch>
            <a:fillRect/>
          </a:stretch>
        </p:blipFill>
        <p:spPr>
          <a:xfrm>
            <a:off x="1199515" y="3188046"/>
            <a:ext cx="43711" cy="33495"/>
          </a:xfrm>
          <a:prstGeom prst="rect">
            <a:avLst/>
          </a:prstGeom>
        </p:spPr>
      </p:pic>
      <p:pic>
        <p:nvPicPr>
          <p:cNvPr id="217" name="Image 214" descr="preencoded.png">    </p:cNvPr>
          <p:cNvPicPr>
            <a:picLocks noChangeAspect="1"/>
          </p:cNvPicPr>
          <p:nvPr/>
        </p:nvPicPr>
        <p:blipFill>
          <a:blip r:embed="rId215"/>
          <a:stretch>
            <a:fillRect/>
          </a:stretch>
        </p:blipFill>
        <p:spPr>
          <a:xfrm>
            <a:off x="1187242" y="3174438"/>
            <a:ext cx="66525" cy="59771"/>
          </a:xfrm>
          <a:prstGeom prst="rect">
            <a:avLst/>
          </a:prstGeom>
        </p:spPr>
      </p:pic>
      <p:pic>
        <p:nvPicPr>
          <p:cNvPr id="218" name="Image 215" descr="preencoded.png">    </p:cNvPr>
          <p:cNvPicPr>
            <a:picLocks noChangeAspect="1"/>
          </p:cNvPicPr>
          <p:nvPr/>
        </p:nvPicPr>
        <p:blipFill>
          <a:blip r:embed="rId216"/>
          <a:stretch>
            <a:fillRect/>
          </a:stretch>
        </p:blipFill>
        <p:spPr>
          <a:xfrm>
            <a:off x="1186905" y="3244514"/>
            <a:ext cx="66376" cy="84311"/>
          </a:xfrm>
          <a:prstGeom prst="rect">
            <a:avLst/>
          </a:prstGeom>
        </p:spPr>
      </p:pic>
      <p:pic>
        <p:nvPicPr>
          <p:cNvPr id="219" name="Image 216" descr="preencoded.png">    </p:cNvPr>
          <p:cNvPicPr>
            <a:picLocks noChangeAspect="1"/>
          </p:cNvPicPr>
          <p:nvPr/>
        </p:nvPicPr>
        <p:blipFill>
          <a:blip r:embed="rId217"/>
          <a:stretch>
            <a:fillRect/>
          </a:stretch>
        </p:blipFill>
        <p:spPr>
          <a:xfrm>
            <a:off x="1202184" y="3346480"/>
            <a:ext cx="10220" cy="46218"/>
          </a:xfrm>
          <a:prstGeom prst="rect">
            <a:avLst/>
          </a:prstGeom>
        </p:spPr>
      </p:pic>
      <p:pic>
        <p:nvPicPr>
          <p:cNvPr id="220" name="Image 217" descr="preencoded.png">    </p:cNvPr>
          <p:cNvPicPr>
            <a:picLocks noChangeAspect="1"/>
          </p:cNvPicPr>
          <p:nvPr/>
        </p:nvPicPr>
        <p:blipFill>
          <a:blip r:embed="rId218"/>
          <a:stretch>
            <a:fillRect/>
          </a:stretch>
        </p:blipFill>
        <p:spPr>
          <a:xfrm>
            <a:off x="1176635" y="3344154"/>
            <a:ext cx="25549" cy="51385"/>
          </a:xfrm>
          <a:prstGeom prst="rect">
            <a:avLst/>
          </a:prstGeom>
        </p:spPr>
      </p:pic>
      <p:pic>
        <p:nvPicPr>
          <p:cNvPr id="221" name="Image 218" descr="preencoded.png">    </p:cNvPr>
          <p:cNvPicPr>
            <a:picLocks noChangeAspect="1"/>
          </p:cNvPicPr>
          <p:nvPr/>
        </p:nvPicPr>
        <p:blipFill>
          <a:blip r:embed="rId219"/>
          <a:stretch>
            <a:fillRect/>
          </a:stretch>
        </p:blipFill>
        <p:spPr>
          <a:xfrm>
            <a:off x="1166416" y="3344154"/>
            <a:ext cx="86866" cy="61317"/>
          </a:xfrm>
          <a:prstGeom prst="rect">
            <a:avLst/>
          </a:prstGeom>
        </p:spPr>
      </p:pic>
      <p:pic>
        <p:nvPicPr>
          <p:cNvPr id="222" name="Image 219" descr="preencoded.png">    </p:cNvPr>
          <p:cNvPicPr>
            <a:picLocks noChangeAspect="1"/>
          </p:cNvPicPr>
          <p:nvPr/>
        </p:nvPicPr>
        <p:blipFill>
          <a:blip r:embed="rId220"/>
          <a:stretch>
            <a:fillRect/>
          </a:stretch>
        </p:blipFill>
        <p:spPr>
          <a:xfrm>
            <a:off x="1161306" y="3420801"/>
            <a:ext cx="120079" cy="27606"/>
          </a:xfrm>
          <a:prstGeom prst="rect">
            <a:avLst/>
          </a:prstGeom>
        </p:spPr>
      </p:pic>
      <p:pic>
        <p:nvPicPr>
          <p:cNvPr id="223" name="Image 220" descr="preencoded.png">    </p:cNvPr>
          <p:cNvPicPr>
            <a:picLocks noChangeAspect="1"/>
          </p:cNvPicPr>
          <p:nvPr/>
        </p:nvPicPr>
        <p:blipFill>
          <a:blip r:embed="rId221"/>
          <a:stretch>
            <a:fillRect/>
          </a:stretch>
        </p:blipFill>
        <p:spPr>
          <a:xfrm>
            <a:off x="1166115" y="3482118"/>
            <a:ext cx="43734" cy="46013"/>
          </a:xfrm>
          <a:prstGeom prst="rect">
            <a:avLst/>
          </a:prstGeom>
        </p:spPr>
      </p:pic>
      <p:pic>
        <p:nvPicPr>
          <p:cNvPr id="224" name="Image 221" descr="preencoded.png">    </p:cNvPr>
          <p:cNvPicPr>
            <a:picLocks noChangeAspect="1"/>
          </p:cNvPicPr>
          <p:nvPr/>
        </p:nvPicPr>
        <p:blipFill>
          <a:blip r:embed="rId222"/>
          <a:stretch>
            <a:fillRect/>
          </a:stretch>
        </p:blipFill>
        <p:spPr>
          <a:xfrm>
            <a:off x="1166109" y="3502557"/>
            <a:ext cx="87473" cy="79201"/>
          </a:xfrm>
          <a:prstGeom prst="rect">
            <a:avLst/>
          </a:prstGeom>
        </p:spPr>
      </p:pic>
      <p:pic>
        <p:nvPicPr>
          <p:cNvPr id="225" name="Image 222" descr="preencoded.png">    </p:cNvPr>
          <p:cNvPicPr>
            <a:picLocks noChangeAspect="1"/>
          </p:cNvPicPr>
          <p:nvPr/>
        </p:nvPicPr>
        <p:blipFill>
          <a:blip r:embed="rId223"/>
          <a:stretch>
            <a:fillRect/>
          </a:stretch>
        </p:blipFill>
        <p:spPr>
          <a:xfrm>
            <a:off x="1197823" y="3627746"/>
            <a:ext cx="17136" cy="30659"/>
          </a:xfrm>
          <a:prstGeom prst="rect">
            <a:avLst/>
          </a:prstGeom>
        </p:spPr>
      </p:pic>
      <p:pic>
        <p:nvPicPr>
          <p:cNvPr id="226" name="Image 223" descr="preencoded.png">    </p:cNvPr>
          <p:cNvPicPr>
            <a:picLocks noChangeAspect="1"/>
          </p:cNvPicPr>
          <p:nvPr/>
        </p:nvPicPr>
        <p:blipFill>
          <a:blip r:embed="rId224"/>
          <a:stretch>
            <a:fillRect/>
          </a:stretch>
        </p:blipFill>
        <p:spPr>
          <a:xfrm>
            <a:off x="1186855" y="3614756"/>
            <a:ext cx="69135" cy="58075"/>
          </a:xfrm>
          <a:prstGeom prst="rect">
            <a:avLst/>
          </a:prstGeom>
        </p:spPr>
      </p:pic>
      <p:pic>
        <p:nvPicPr>
          <p:cNvPr id="227" name="Image 224" descr="preencoded.png">    </p:cNvPr>
          <p:cNvPicPr>
            <a:picLocks noChangeAspect="1"/>
          </p:cNvPicPr>
          <p:nvPr/>
        </p:nvPicPr>
        <p:blipFill>
          <a:blip r:embed="rId225"/>
          <a:stretch>
            <a:fillRect/>
          </a:stretch>
        </p:blipFill>
        <p:spPr>
          <a:xfrm>
            <a:off x="1168971" y="3676133"/>
            <a:ext cx="86779" cy="30815"/>
          </a:xfrm>
          <a:prstGeom prst="rect">
            <a:avLst/>
          </a:prstGeom>
        </p:spPr>
      </p:pic>
      <p:pic>
        <p:nvPicPr>
          <p:cNvPr id="228" name="Image 225" descr="preencoded.png">    </p:cNvPr>
          <p:cNvPicPr>
            <a:picLocks noChangeAspect="1"/>
          </p:cNvPicPr>
          <p:nvPr/>
        </p:nvPicPr>
        <p:blipFill>
          <a:blip r:embed="rId226"/>
          <a:stretch>
            <a:fillRect/>
          </a:stretch>
        </p:blipFill>
        <p:spPr>
          <a:xfrm>
            <a:off x="1222623" y="3729941"/>
            <a:ext cx="21853" cy="30225"/>
          </a:xfrm>
          <a:prstGeom prst="rect">
            <a:avLst/>
          </a:prstGeom>
        </p:spPr>
      </p:pic>
      <p:pic>
        <p:nvPicPr>
          <p:cNvPr id="229" name="Image 226" descr="preencoded.png">    </p:cNvPr>
          <p:cNvPicPr>
            <a:picLocks noChangeAspect="1"/>
          </p:cNvPicPr>
          <p:nvPr/>
        </p:nvPicPr>
        <p:blipFill>
          <a:blip r:embed="rId227"/>
          <a:stretch>
            <a:fillRect/>
          </a:stretch>
        </p:blipFill>
        <p:spPr>
          <a:xfrm>
            <a:off x="1186666" y="3714612"/>
            <a:ext cx="69170" cy="56959"/>
          </a:xfrm>
          <a:prstGeom prst="rect">
            <a:avLst/>
          </a:prstGeom>
        </p:spPr>
      </p:pic>
      <p:pic>
        <p:nvPicPr>
          <p:cNvPr id="230" name="Image 227" descr="preencoded.png">    </p:cNvPr>
          <p:cNvPicPr>
            <a:picLocks noChangeAspect="1"/>
          </p:cNvPicPr>
          <p:nvPr/>
        </p:nvPicPr>
        <p:blipFill>
          <a:blip r:embed="rId228"/>
          <a:stretch>
            <a:fillRect/>
          </a:stretch>
        </p:blipFill>
        <p:spPr>
          <a:xfrm>
            <a:off x="1186855" y="3778484"/>
            <a:ext cx="12774" cy="10220"/>
          </a:xfrm>
          <a:prstGeom prst="rect">
            <a:avLst/>
          </a:prstGeom>
        </p:spPr>
      </p:pic>
      <p:pic>
        <p:nvPicPr>
          <p:cNvPr id="231" name="Image 228" descr="preencoded.png">    </p:cNvPr>
          <p:cNvPicPr>
            <a:picLocks noChangeAspect="1"/>
          </p:cNvPicPr>
          <p:nvPr/>
        </p:nvPicPr>
        <p:blipFill>
          <a:blip r:embed="rId229"/>
          <a:stretch>
            <a:fillRect/>
          </a:stretch>
        </p:blipFill>
        <p:spPr>
          <a:xfrm>
            <a:off x="1166416" y="3778484"/>
            <a:ext cx="87225" cy="28104"/>
          </a:xfrm>
          <a:prstGeom prst="rect">
            <a:avLst/>
          </a:prstGeom>
        </p:spPr>
      </p:pic>
      <p:pic>
        <p:nvPicPr>
          <p:cNvPr id="232" name="Image 229" descr="preencoded.png">    </p:cNvPr>
          <p:cNvPicPr>
            <a:picLocks noChangeAspect="1"/>
          </p:cNvPicPr>
          <p:nvPr/>
        </p:nvPicPr>
        <p:blipFill>
          <a:blip r:embed="rId230"/>
          <a:stretch>
            <a:fillRect/>
          </a:stretch>
        </p:blipFill>
        <p:spPr>
          <a:xfrm>
            <a:off x="1164028" y="3714612"/>
            <a:ext cx="109693" cy="152772"/>
          </a:xfrm>
          <a:prstGeom prst="rect">
            <a:avLst/>
          </a:prstGeom>
        </p:spPr>
      </p:pic>
      <p:pic>
        <p:nvPicPr>
          <p:cNvPr id="233" name="Image 230" descr="preencoded.png">    </p:cNvPr>
          <p:cNvPicPr>
            <a:picLocks noChangeAspect="1"/>
          </p:cNvPicPr>
          <p:nvPr/>
        </p:nvPicPr>
        <p:blipFill>
          <a:blip r:embed="rId231"/>
          <a:stretch>
            <a:fillRect/>
          </a:stretch>
        </p:blipFill>
        <p:spPr>
          <a:xfrm>
            <a:off x="1163806" y="3816655"/>
            <a:ext cx="92952" cy="66841"/>
          </a:xfrm>
          <a:prstGeom prst="rect">
            <a:avLst/>
          </a:prstGeom>
        </p:spPr>
      </p:pic>
      <p:pic>
        <p:nvPicPr>
          <p:cNvPr id="234" name="Image 231" descr="preencoded.png">    </p:cNvPr>
          <p:cNvPicPr>
            <a:picLocks noChangeAspect="1"/>
          </p:cNvPicPr>
          <p:nvPr/>
        </p:nvPicPr>
        <p:blipFill>
          <a:blip r:embed="rId232"/>
          <a:stretch>
            <a:fillRect/>
          </a:stretch>
        </p:blipFill>
        <p:spPr>
          <a:xfrm>
            <a:off x="2129607" y="3957326"/>
            <a:ext cx="988740" cy="63872"/>
          </a:xfrm>
          <a:prstGeom prst="rect">
            <a:avLst/>
          </a:prstGeom>
        </p:spPr>
      </p:pic>
      <p:pic>
        <p:nvPicPr>
          <p:cNvPr id="235" name="Image 232" descr="preencoded.png">    </p:cNvPr>
          <p:cNvPicPr>
            <a:picLocks noChangeAspect="1"/>
          </p:cNvPicPr>
          <p:nvPr/>
        </p:nvPicPr>
        <p:blipFill>
          <a:blip r:embed="rId233"/>
          <a:stretch>
            <a:fillRect/>
          </a:stretch>
        </p:blipFill>
        <p:spPr>
          <a:xfrm>
            <a:off x="2137271" y="4051746"/>
            <a:ext cx="53469" cy="66757"/>
          </a:xfrm>
          <a:prstGeom prst="rect">
            <a:avLst/>
          </a:prstGeom>
        </p:spPr>
      </p:pic>
      <p:pic>
        <p:nvPicPr>
          <p:cNvPr id="236" name="Image 233" descr="preencoded.png">    </p:cNvPr>
          <p:cNvPicPr>
            <a:picLocks noChangeAspect="1"/>
          </p:cNvPicPr>
          <p:nvPr/>
        </p:nvPicPr>
        <p:blipFill>
          <a:blip r:embed="rId234"/>
          <a:stretch>
            <a:fillRect/>
          </a:stretch>
        </p:blipFill>
        <p:spPr>
          <a:xfrm>
            <a:off x="2182188" y="4095137"/>
            <a:ext cx="41858" cy="48800"/>
          </a:xfrm>
          <a:prstGeom prst="rect">
            <a:avLst/>
          </a:prstGeom>
        </p:spPr>
      </p:pic>
      <p:pic>
        <p:nvPicPr>
          <p:cNvPr id="237" name="Image 234" descr="preencoded.png">    </p:cNvPr>
          <p:cNvPicPr>
            <a:picLocks noChangeAspect="1"/>
          </p:cNvPicPr>
          <p:nvPr/>
        </p:nvPicPr>
        <p:blipFill>
          <a:blip r:embed="rId235"/>
          <a:stretch>
            <a:fillRect/>
          </a:stretch>
        </p:blipFill>
        <p:spPr>
          <a:xfrm>
            <a:off x="1803844" y="4128951"/>
            <a:ext cx="35392" cy="45420"/>
          </a:xfrm>
          <a:prstGeom prst="rect">
            <a:avLst/>
          </a:prstGeom>
        </p:spPr>
      </p:pic>
      <p:pic>
        <p:nvPicPr>
          <p:cNvPr id="238" name="Image 235" descr="preencoded.png">    </p:cNvPr>
          <p:cNvPicPr>
            <a:picLocks noChangeAspect="1"/>
          </p:cNvPicPr>
          <p:nvPr/>
        </p:nvPicPr>
        <p:blipFill>
          <a:blip r:embed="rId236"/>
          <a:stretch>
            <a:fillRect/>
          </a:stretch>
        </p:blipFill>
        <p:spPr>
          <a:xfrm>
            <a:off x="1918754" y="4098293"/>
            <a:ext cx="30659" cy="84544"/>
          </a:xfrm>
          <a:prstGeom prst="rect">
            <a:avLst/>
          </a:prstGeom>
        </p:spPr>
      </p:pic>
      <p:pic>
        <p:nvPicPr>
          <p:cNvPr id="239" name="Image 236" descr="preencoded.png">    </p:cNvPr>
          <p:cNvPicPr>
            <a:picLocks noChangeAspect="1"/>
          </p:cNvPicPr>
          <p:nvPr/>
        </p:nvPicPr>
        <p:blipFill>
          <a:blip r:embed="rId237"/>
          <a:stretch>
            <a:fillRect/>
          </a:stretch>
        </p:blipFill>
        <p:spPr>
          <a:xfrm>
            <a:off x="1859992" y="4116051"/>
            <a:ext cx="51257" cy="66553"/>
          </a:xfrm>
          <a:prstGeom prst="rect">
            <a:avLst/>
          </a:prstGeom>
        </p:spPr>
      </p:pic>
      <p:pic>
        <p:nvPicPr>
          <p:cNvPr id="240" name="Image 237" descr="preencoded.png">    </p:cNvPr>
          <p:cNvPicPr>
            <a:picLocks noChangeAspect="1"/>
          </p:cNvPicPr>
          <p:nvPr/>
        </p:nvPicPr>
        <p:blipFill>
          <a:blip r:embed="rId238"/>
          <a:stretch>
            <a:fillRect/>
          </a:stretch>
        </p:blipFill>
        <p:spPr>
          <a:xfrm>
            <a:off x="1710987" y="4164271"/>
            <a:ext cx="339417" cy="150738"/>
          </a:xfrm>
          <a:prstGeom prst="rect">
            <a:avLst/>
          </a:prstGeom>
        </p:spPr>
      </p:pic>
      <p:pic>
        <p:nvPicPr>
          <p:cNvPr id="241" name="Image 238" descr="preencoded.png">    </p:cNvPr>
          <p:cNvPicPr>
            <a:picLocks noChangeAspect="1"/>
          </p:cNvPicPr>
          <p:nvPr/>
        </p:nvPicPr>
        <p:blipFill>
          <a:blip r:embed="rId239"/>
          <a:stretch>
            <a:fillRect/>
          </a:stretch>
        </p:blipFill>
        <p:spPr>
          <a:xfrm>
            <a:off x="2138474" y="4108512"/>
            <a:ext cx="38278" cy="25585"/>
          </a:xfrm>
          <a:prstGeom prst="rect">
            <a:avLst/>
          </a:prstGeom>
        </p:spPr>
      </p:pic>
      <p:pic>
        <p:nvPicPr>
          <p:cNvPr id="242" name="Image 239" descr="preencoded.png">    </p:cNvPr>
          <p:cNvPicPr>
            <a:picLocks noChangeAspect="1"/>
          </p:cNvPicPr>
          <p:nvPr/>
        </p:nvPicPr>
        <p:blipFill>
          <a:blip r:embed="rId240"/>
          <a:stretch>
            <a:fillRect/>
          </a:stretch>
        </p:blipFill>
        <p:spPr>
          <a:xfrm>
            <a:off x="1708075" y="4093416"/>
            <a:ext cx="75270" cy="92358"/>
          </a:xfrm>
          <a:prstGeom prst="rect">
            <a:avLst/>
          </a:prstGeom>
        </p:spPr>
      </p:pic>
      <p:pic>
        <p:nvPicPr>
          <p:cNvPr id="243" name="Image 240" descr="preencoded.png">    </p:cNvPr>
          <p:cNvPicPr>
            <a:picLocks noChangeAspect="1"/>
          </p:cNvPicPr>
          <p:nvPr/>
        </p:nvPicPr>
        <p:blipFill>
          <a:blip r:embed="rId241"/>
          <a:stretch>
            <a:fillRect/>
          </a:stretch>
        </p:blipFill>
        <p:spPr>
          <a:xfrm>
            <a:off x="2368414" y="4116592"/>
            <a:ext cx="56207" cy="66012"/>
          </a:xfrm>
          <a:prstGeom prst="rect">
            <a:avLst/>
          </a:prstGeom>
        </p:spPr>
      </p:pic>
      <p:pic>
        <p:nvPicPr>
          <p:cNvPr id="244" name="Image 241" descr="preencoded.png">    </p:cNvPr>
          <p:cNvPicPr>
            <a:picLocks noChangeAspect="1"/>
          </p:cNvPicPr>
          <p:nvPr/>
        </p:nvPicPr>
        <p:blipFill>
          <a:blip r:embed="rId242"/>
          <a:stretch>
            <a:fillRect/>
          </a:stretch>
        </p:blipFill>
        <p:spPr>
          <a:xfrm>
            <a:off x="2135919" y="4105659"/>
            <a:ext cx="30659" cy="31254"/>
          </a:xfrm>
          <a:prstGeom prst="rect">
            <a:avLst/>
          </a:prstGeom>
        </p:spPr>
      </p:pic>
      <p:pic>
        <p:nvPicPr>
          <p:cNvPr id="245" name="Image 242" descr="preencoded.png">    </p:cNvPr>
          <p:cNvPicPr>
            <a:picLocks noChangeAspect="1"/>
          </p:cNvPicPr>
          <p:nvPr/>
        </p:nvPicPr>
        <p:blipFill>
          <a:blip r:embed="rId243"/>
          <a:stretch>
            <a:fillRect/>
          </a:stretch>
        </p:blipFill>
        <p:spPr>
          <a:xfrm>
            <a:off x="2478274" y="4128791"/>
            <a:ext cx="30819" cy="15489"/>
          </a:xfrm>
          <a:prstGeom prst="rect">
            <a:avLst/>
          </a:prstGeom>
        </p:spPr>
      </p:pic>
      <p:pic>
        <p:nvPicPr>
          <p:cNvPr id="246" name="Image 243" descr="preencoded.png">    </p:cNvPr>
          <p:cNvPicPr>
            <a:picLocks noChangeAspect="1"/>
          </p:cNvPicPr>
          <p:nvPr/>
        </p:nvPicPr>
        <p:blipFill>
          <a:blip r:embed="rId244"/>
          <a:stretch>
            <a:fillRect/>
          </a:stretch>
        </p:blipFill>
        <p:spPr>
          <a:xfrm>
            <a:off x="2007963" y="4128799"/>
            <a:ext cx="33425" cy="43635"/>
          </a:xfrm>
          <a:prstGeom prst="rect">
            <a:avLst/>
          </a:prstGeom>
        </p:spPr>
      </p:pic>
      <p:pic>
        <p:nvPicPr>
          <p:cNvPr id="247" name="Image 244" descr="preencoded.png">    </p:cNvPr>
          <p:cNvPicPr>
            <a:picLocks noChangeAspect="1"/>
          </p:cNvPicPr>
          <p:nvPr/>
        </p:nvPicPr>
        <p:blipFill>
          <a:blip r:embed="rId245"/>
          <a:stretch>
            <a:fillRect/>
          </a:stretch>
        </p:blipFill>
        <p:spPr>
          <a:xfrm>
            <a:off x="1993964" y="4116177"/>
            <a:ext cx="59915" cy="69341"/>
          </a:xfrm>
          <a:prstGeom prst="rect">
            <a:avLst/>
          </a:prstGeom>
        </p:spPr>
      </p:pic>
      <p:pic>
        <p:nvPicPr>
          <p:cNvPr id="248" name="Image 245" descr="preencoded.png">    </p:cNvPr>
          <p:cNvPicPr>
            <a:picLocks noChangeAspect="1"/>
          </p:cNvPicPr>
          <p:nvPr/>
        </p:nvPicPr>
        <p:blipFill>
          <a:blip r:embed="rId246"/>
          <a:stretch>
            <a:fillRect/>
          </a:stretch>
        </p:blipFill>
        <p:spPr>
          <a:xfrm>
            <a:off x="2123145" y="4095574"/>
            <a:ext cx="66541" cy="87030"/>
          </a:xfrm>
          <a:prstGeom prst="rect">
            <a:avLst/>
          </a:prstGeom>
        </p:spPr>
      </p:pic>
      <p:pic>
        <p:nvPicPr>
          <p:cNvPr id="249" name="Image 246" descr="preencoded.png">    </p:cNvPr>
          <p:cNvPicPr>
            <a:picLocks noChangeAspect="1"/>
          </p:cNvPicPr>
          <p:nvPr/>
        </p:nvPicPr>
        <p:blipFill>
          <a:blip r:embed="rId247"/>
          <a:stretch>
            <a:fillRect/>
          </a:stretch>
        </p:blipFill>
        <p:spPr>
          <a:xfrm>
            <a:off x="2266218" y="4116138"/>
            <a:ext cx="31562" cy="66465"/>
          </a:xfrm>
          <a:prstGeom prst="rect">
            <a:avLst/>
          </a:prstGeom>
        </p:spPr>
      </p:pic>
      <p:pic>
        <p:nvPicPr>
          <p:cNvPr id="250" name="Image 247" descr="preencoded.png">    </p:cNvPr>
          <p:cNvPicPr>
            <a:picLocks noChangeAspect="1"/>
          </p:cNvPicPr>
          <p:nvPr/>
        </p:nvPicPr>
        <p:blipFill>
          <a:blip r:embed="rId248"/>
          <a:stretch>
            <a:fillRect/>
          </a:stretch>
        </p:blipFill>
        <p:spPr>
          <a:xfrm>
            <a:off x="2575359" y="4127796"/>
            <a:ext cx="33213" cy="16797"/>
          </a:xfrm>
          <a:prstGeom prst="rect">
            <a:avLst/>
          </a:prstGeom>
        </p:spPr>
      </p:pic>
      <p:pic>
        <p:nvPicPr>
          <p:cNvPr id="251" name="Image 248" descr="preencoded.png">    </p:cNvPr>
          <p:cNvPicPr>
            <a:picLocks noChangeAspect="1"/>
          </p:cNvPicPr>
          <p:nvPr/>
        </p:nvPicPr>
        <p:blipFill>
          <a:blip r:embed="rId249"/>
          <a:stretch>
            <a:fillRect/>
          </a:stretch>
        </p:blipFill>
        <p:spPr>
          <a:xfrm>
            <a:off x="2465649" y="4116177"/>
            <a:ext cx="56430" cy="68374"/>
          </a:xfrm>
          <a:prstGeom prst="rect">
            <a:avLst/>
          </a:prstGeom>
        </p:spPr>
      </p:pic>
      <p:pic>
        <p:nvPicPr>
          <p:cNvPr id="252" name="Image 249" descr="preencoded.png">    </p:cNvPr>
          <p:cNvPicPr>
            <a:picLocks noChangeAspect="1"/>
          </p:cNvPicPr>
          <p:nvPr/>
        </p:nvPicPr>
        <p:blipFill>
          <a:blip r:embed="rId250"/>
          <a:stretch>
            <a:fillRect/>
          </a:stretch>
        </p:blipFill>
        <p:spPr>
          <a:xfrm>
            <a:off x="2562637" y="4116802"/>
            <a:ext cx="58791" cy="66675"/>
          </a:xfrm>
          <a:prstGeom prst="rect">
            <a:avLst/>
          </a:prstGeom>
        </p:spPr>
      </p:pic>
      <p:pic>
        <p:nvPicPr>
          <p:cNvPr id="253" name="Image 250" descr="preencoded.png">    </p:cNvPr>
          <p:cNvPicPr>
            <a:picLocks noChangeAspect="1"/>
          </p:cNvPicPr>
          <p:nvPr/>
        </p:nvPicPr>
        <p:blipFill>
          <a:blip r:embed="rId251"/>
          <a:stretch>
            <a:fillRect/>
          </a:stretch>
        </p:blipFill>
        <p:spPr>
          <a:xfrm>
            <a:off x="2064383" y="4095737"/>
            <a:ext cx="10219" cy="86866"/>
          </a:xfrm>
          <a:prstGeom prst="rect">
            <a:avLst/>
          </a:prstGeom>
        </p:spPr>
      </p:pic>
      <p:pic>
        <p:nvPicPr>
          <p:cNvPr id="254" name="Image 251" descr="preencoded.png">    </p:cNvPr>
          <p:cNvPicPr>
            <a:picLocks noChangeAspect="1"/>
          </p:cNvPicPr>
          <p:nvPr/>
        </p:nvPicPr>
        <p:blipFill>
          <a:blip r:embed="rId252"/>
          <a:stretch>
            <a:fillRect/>
          </a:stretch>
        </p:blipFill>
        <p:spPr>
          <a:xfrm>
            <a:off x="2210267" y="4154500"/>
            <a:ext cx="28265" cy="17976"/>
          </a:xfrm>
          <a:prstGeom prst="rect">
            <a:avLst/>
          </a:prstGeom>
        </p:spPr>
      </p:pic>
      <p:pic>
        <p:nvPicPr>
          <p:cNvPr id="255" name="Image 252" descr="preencoded.png">    </p:cNvPr>
          <p:cNvPicPr>
            <a:picLocks noChangeAspect="1"/>
          </p:cNvPicPr>
          <p:nvPr/>
        </p:nvPicPr>
        <p:blipFill>
          <a:blip r:embed="rId253"/>
          <a:stretch>
            <a:fillRect/>
          </a:stretch>
        </p:blipFill>
        <p:spPr>
          <a:xfrm>
            <a:off x="2197450" y="4115694"/>
            <a:ext cx="55995" cy="67109"/>
          </a:xfrm>
          <a:prstGeom prst="rect">
            <a:avLst/>
          </a:prstGeom>
        </p:spPr>
      </p:pic>
      <p:pic>
        <p:nvPicPr>
          <p:cNvPr id="256" name="Image 253" descr="preencoded.png">    </p:cNvPr>
          <p:cNvPicPr>
            <a:picLocks noChangeAspect="1"/>
          </p:cNvPicPr>
          <p:nvPr/>
        </p:nvPicPr>
        <p:blipFill>
          <a:blip r:embed="rId254"/>
          <a:stretch>
            <a:fillRect/>
          </a:stretch>
        </p:blipFill>
        <p:spPr>
          <a:xfrm>
            <a:off x="2419511" y="4116215"/>
            <a:ext cx="36152" cy="66388"/>
          </a:xfrm>
          <a:prstGeom prst="rect">
            <a:avLst/>
          </a:prstGeom>
        </p:spPr>
      </p:pic>
      <p:pic>
        <p:nvPicPr>
          <p:cNvPr id="257" name="Image 254" descr="preencoded.png">    </p:cNvPr>
          <p:cNvPicPr>
            <a:picLocks noChangeAspect="1"/>
          </p:cNvPicPr>
          <p:nvPr/>
        </p:nvPicPr>
        <p:blipFill>
          <a:blip r:embed="rId255"/>
          <a:stretch>
            <a:fillRect/>
          </a:stretch>
        </p:blipFill>
        <p:spPr>
          <a:xfrm>
            <a:off x="1959632" y="4116091"/>
            <a:ext cx="33219" cy="66513"/>
          </a:xfrm>
          <a:prstGeom prst="rect">
            <a:avLst/>
          </a:prstGeom>
        </p:spPr>
      </p:pic>
      <p:pic>
        <p:nvPicPr>
          <p:cNvPr id="258" name="Image 255" descr="preencoded.png">    </p:cNvPr>
          <p:cNvPicPr>
            <a:picLocks noChangeAspect="1"/>
          </p:cNvPicPr>
          <p:nvPr/>
        </p:nvPicPr>
        <p:blipFill>
          <a:blip r:embed="rId256"/>
          <a:stretch>
            <a:fillRect/>
          </a:stretch>
        </p:blipFill>
        <p:spPr>
          <a:xfrm>
            <a:off x="2526816" y="4098293"/>
            <a:ext cx="33256" cy="84463"/>
          </a:xfrm>
          <a:prstGeom prst="rect">
            <a:avLst/>
          </a:prstGeom>
        </p:spPr>
      </p:pic>
      <p:pic>
        <p:nvPicPr>
          <p:cNvPr id="259" name="Image 256" descr="preencoded.png">    </p:cNvPr>
          <p:cNvPicPr>
            <a:picLocks noChangeAspect="1"/>
          </p:cNvPicPr>
          <p:nvPr/>
        </p:nvPicPr>
        <p:blipFill>
          <a:blip r:embed="rId257"/>
          <a:stretch>
            <a:fillRect/>
          </a:stretch>
        </p:blipFill>
        <p:spPr>
          <a:xfrm>
            <a:off x="2700549" y="4121235"/>
            <a:ext cx="51521" cy="61525"/>
          </a:xfrm>
          <a:prstGeom prst="rect">
            <a:avLst/>
          </a:prstGeom>
        </p:spPr>
      </p:pic>
      <p:pic>
        <p:nvPicPr>
          <p:cNvPr id="260" name="Image 257" descr="preencoded.png">    </p:cNvPr>
          <p:cNvPicPr>
            <a:picLocks noChangeAspect="1"/>
          </p:cNvPicPr>
          <p:nvPr/>
        </p:nvPicPr>
        <p:blipFill>
          <a:blip r:embed="rId258"/>
          <a:stretch>
            <a:fillRect/>
          </a:stretch>
        </p:blipFill>
        <p:spPr>
          <a:xfrm>
            <a:off x="1791113" y="4116843"/>
            <a:ext cx="58700" cy="68485"/>
          </a:xfrm>
          <a:prstGeom prst="rect">
            <a:avLst/>
          </a:prstGeom>
        </p:spPr>
      </p:pic>
      <p:pic>
        <p:nvPicPr>
          <p:cNvPr id="261" name="Image 258" descr="preencoded.png">    </p:cNvPr>
          <p:cNvPicPr>
            <a:picLocks noChangeAspect="1"/>
          </p:cNvPicPr>
          <p:nvPr/>
        </p:nvPicPr>
        <p:blipFill>
          <a:blip r:embed="rId259"/>
          <a:stretch>
            <a:fillRect/>
          </a:stretch>
        </p:blipFill>
        <p:spPr>
          <a:xfrm>
            <a:off x="2314760" y="4151945"/>
            <a:ext cx="30659" cy="20511"/>
          </a:xfrm>
          <a:prstGeom prst="rect">
            <a:avLst/>
          </a:prstGeom>
        </p:spPr>
      </p:pic>
      <p:pic>
        <p:nvPicPr>
          <p:cNvPr id="262" name="Image 259" descr="preencoded.png">    </p:cNvPr>
          <p:cNvPicPr>
            <a:picLocks noChangeAspect="1"/>
          </p:cNvPicPr>
          <p:nvPr/>
        </p:nvPicPr>
        <p:blipFill>
          <a:blip r:embed="rId260"/>
          <a:stretch>
            <a:fillRect/>
          </a:stretch>
        </p:blipFill>
        <p:spPr>
          <a:xfrm>
            <a:off x="2631567" y="4116141"/>
            <a:ext cx="33201" cy="66463"/>
          </a:xfrm>
          <a:prstGeom prst="rect">
            <a:avLst/>
          </a:prstGeom>
        </p:spPr>
      </p:pic>
      <p:pic>
        <p:nvPicPr>
          <p:cNvPr id="263" name="Image 260" descr="preencoded.png">    </p:cNvPr>
          <p:cNvPicPr>
            <a:picLocks noChangeAspect="1"/>
          </p:cNvPicPr>
          <p:nvPr/>
        </p:nvPicPr>
        <p:blipFill>
          <a:blip r:embed="rId261"/>
          <a:stretch>
            <a:fillRect/>
          </a:stretch>
        </p:blipFill>
        <p:spPr>
          <a:xfrm>
            <a:off x="2135919" y="4146835"/>
            <a:ext cx="30659" cy="35768"/>
          </a:xfrm>
          <a:prstGeom prst="rect">
            <a:avLst/>
          </a:prstGeom>
        </p:spPr>
      </p:pic>
      <p:pic>
        <p:nvPicPr>
          <p:cNvPr id="264" name="Image 261" descr="preencoded.png">    </p:cNvPr>
          <p:cNvPicPr>
            <a:picLocks noChangeAspect="1"/>
          </p:cNvPicPr>
          <p:nvPr/>
        </p:nvPicPr>
        <p:blipFill>
          <a:blip r:embed="rId262"/>
          <a:stretch>
            <a:fillRect/>
          </a:stretch>
        </p:blipFill>
        <p:spPr>
          <a:xfrm>
            <a:off x="2301834" y="4116030"/>
            <a:ext cx="56360" cy="66723"/>
          </a:xfrm>
          <a:prstGeom prst="rect">
            <a:avLst/>
          </a:prstGeom>
        </p:spPr>
      </p:pic>
      <p:pic>
        <p:nvPicPr>
          <p:cNvPr id="265" name="Image 262" descr="preencoded.png">    </p:cNvPr>
          <p:cNvPicPr>
            <a:picLocks noChangeAspect="1"/>
          </p:cNvPicPr>
          <p:nvPr/>
        </p:nvPicPr>
        <p:blipFill>
          <a:blip r:embed="rId263"/>
          <a:stretch>
            <a:fillRect/>
          </a:stretch>
        </p:blipFill>
        <p:spPr>
          <a:xfrm>
            <a:off x="2575359" y="4112562"/>
            <a:ext cx="148197" cy="95591"/>
          </a:xfrm>
          <a:prstGeom prst="rect">
            <a:avLst/>
          </a:prstGeom>
        </p:spPr>
      </p:pic>
      <p:pic>
        <p:nvPicPr>
          <p:cNvPr id="266" name="Image 263" descr="preencoded.png">    </p:cNvPr>
          <p:cNvPicPr>
            <a:picLocks noChangeAspect="1"/>
          </p:cNvPicPr>
          <p:nvPr/>
        </p:nvPicPr>
        <p:blipFill>
          <a:blip r:embed="rId264"/>
          <a:stretch>
            <a:fillRect/>
          </a:stretch>
        </p:blipFill>
        <p:spPr>
          <a:xfrm>
            <a:off x="7544577" y="4223482"/>
            <a:ext cx="17914" cy="13457"/>
          </a:xfrm>
          <a:prstGeom prst="rect">
            <a:avLst/>
          </a:prstGeom>
        </p:spPr>
      </p:pic>
      <p:pic>
        <p:nvPicPr>
          <p:cNvPr id="267" name="Image 264" descr="preencoded.png">    </p:cNvPr>
          <p:cNvPicPr>
            <a:picLocks noChangeAspect="1"/>
          </p:cNvPicPr>
          <p:nvPr/>
        </p:nvPicPr>
        <p:blipFill>
          <a:blip r:embed="rId265"/>
          <a:stretch>
            <a:fillRect/>
          </a:stretch>
        </p:blipFill>
        <p:spPr>
          <a:xfrm>
            <a:off x="7538249" y="4200482"/>
            <a:ext cx="34844" cy="43439"/>
          </a:xfrm>
          <a:prstGeom prst="rect">
            <a:avLst/>
          </a:prstGeom>
        </p:spPr>
      </p:pic>
      <p:pic>
        <p:nvPicPr>
          <p:cNvPr id="268" name="Image 265" descr="preencoded.png">    </p:cNvPr>
          <p:cNvPicPr>
            <a:picLocks noChangeAspect="1"/>
          </p:cNvPicPr>
          <p:nvPr/>
        </p:nvPicPr>
        <p:blipFill>
          <a:blip r:embed="rId266"/>
          <a:stretch>
            <a:fillRect/>
          </a:stretch>
        </p:blipFill>
        <p:spPr>
          <a:xfrm>
            <a:off x="7442381" y="4205358"/>
            <a:ext cx="18272" cy="13167"/>
          </a:xfrm>
          <a:prstGeom prst="rect">
            <a:avLst/>
          </a:prstGeom>
        </p:spPr>
      </p:pic>
      <p:pic>
        <p:nvPicPr>
          <p:cNvPr id="269" name="Image 266" descr="preencoded.png">    </p:cNvPr>
          <p:cNvPicPr>
            <a:picLocks noChangeAspect="1"/>
          </p:cNvPicPr>
          <p:nvPr/>
        </p:nvPicPr>
        <p:blipFill>
          <a:blip r:embed="rId267"/>
          <a:stretch>
            <a:fillRect/>
          </a:stretch>
        </p:blipFill>
        <p:spPr>
          <a:xfrm>
            <a:off x="7432192" y="4199298"/>
            <a:ext cx="38362" cy="44376"/>
          </a:xfrm>
          <a:prstGeom prst="rect">
            <a:avLst/>
          </a:prstGeom>
        </p:spPr>
      </p:pic>
      <p:pic>
        <p:nvPicPr>
          <p:cNvPr id="270" name="Image 267" descr="preencoded.png">    </p:cNvPr>
          <p:cNvPicPr>
            <a:picLocks noChangeAspect="1"/>
          </p:cNvPicPr>
          <p:nvPr/>
        </p:nvPicPr>
        <p:blipFill>
          <a:blip r:embed="rId268"/>
          <a:stretch>
            <a:fillRect/>
          </a:stretch>
        </p:blipFill>
        <p:spPr>
          <a:xfrm>
            <a:off x="7779655" y="4208152"/>
            <a:ext cx="17884" cy="50993"/>
          </a:xfrm>
          <a:prstGeom prst="rect">
            <a:avLst/>
          </a:prstGeom>
        </p:spPr>
      </p:pic>
      <p:pic>
        <p:nvPicPr>
          <p:cNvPr id="271" name="Image 268" descr="preencoded.png">    </p:cNvPr>
          <p:cNvPicPr>
            <a:picLocks noChangeAspect="1"/>
          </p:cNvPicPr>
          <p:nvPr/>
        </p:nvPicPr>
        <p:blipFill>
          <a:blip r:embed="rId269"/>
          <a:stretch>
            <a:fillRect/>
          </a:stretch>
        </p:blipFill>
        <p:spPr>
          <a:xfrm>
            <a:off x="7483483" y="4205598"/>
            <a:ext cx="20444" cy="29694"/>
          </a:xfrm>
          <a:prstGeom prst="rect">
            <a:avLst/>
          </a:prstGeom>
        </p:spPr>
      </p:pic>
      <p:pic>
        <p:nvPicPr>
          <p:cNvPr id="272" name="Image 269" descr="preencoded.png">    </p:cNvPr>
          <p:cNvPicPr>
            <a:picLocks noChangeAspect="1"/>
          </p:cNvPicPr>
          <p:nvPr/>
        </p:nvPicPr>
        <p:blipFill>
          <a:blip r:embed="rId270"/>
          <a:stretch>
            <a:fillRect/>
          </a:stretch>
        </p:blipFill>
        <p:spPr>
          <a:xfrm>
            <a:off x="7476254" y="4185158"/>
            <a:ext cx="35139" cy="58180"/>
          </a:xfrm>
          <a:prstGeom prst="rect">
            <a:avLst/>
          </a:prstGeom>
        </p:spPr>
      </p:pic>
      <p:pic>
        <p:nvPicPr>
          <p:cNvPr id="273" name="Image 270" descr="preencoded.png">    </p:cNvPr>
          <p:cNvPicPr>
            <a:picLocks noChangeAspect="1"/>
          </p:cNvPicPr>
          <p:nvPr/>
        </p:nvPicPr>
        <p:blipFill>
          <a:blip r:embed="rId271"/>
          <a:stretch>
            <a:fillRect/>
          </a:stretch>
        </p:blipFill>
        <p:spPr>
          <a:xfrm>
            <a:off x="7414307" y="4203042"/>
            <a:ext cx="10220" cy="41069"/>
          </a:xfrm>
          <a:prstGeom prst="rect">
            <a:avLst/>
          </a:prstGeom>
        </p:spPr>
      </p:pic>
      <p:pic>
        <p:nvPicPr>
          <p:cNvPr id="274" name="Image 271" descr="preencoded.png">    </p:cNvPr>
          <p:cNvPicPr>
            <a:picLocks noChangeAspect="1"/>
          </p:cNvPicPr>
          <p:nvPr/>
        </p:nvPicPr>
        <p:blipFill>
          <a:blip r:embed="rId272"/>
          <a:stretch>
            <a:fillRect/>
          </a:stretch>
        </p:blipFill>
        <p:spPr>
          <a:xfrm>
            <a:off x="7662140" y="4223482"/>
            <a:ext cx="20430" cy="12774"/>
          </a:xfrm>
          <a:prstGeom prst="rect">
            <a:avLst/>
          </a:prstGeom>
        </p:spPr>
      </p:pic>
      <p:pic>
        <p:nvPicPr>
          <p:cNvPr id="275" name="Image 272" descr="preencoded.png">    </p:cNvPr>
          <p:cNvPicPr>
            <a:picLocks noChangeAspect="1"/>
          </p:cNvPicPr>
          <p:nvPr/>
        </p:nvPicPr>
        <p:blipFill>
          <a:blip r:embed="rId273"/>
          <a:stretch>
            <a:fillRect/>
          </a:stretch>
        </p:blipFill>
        <p:spPr>
          <a:xfrm>
            <a:off x="7654467" y="4200558"/>
            <a:ext cx="36080" cy="43372"/>
          </a:xfrm>
          <a:prstGeom prst="rect">
            <a:avLst/>
          </a:prstGeom>
        </p:spPr>
      </p:pic>
      <p:pic>
        <p:nvPicPr>
          <p:cNvPr id="276" name="Image 273" descr="preencoded.png">    </p:cNvPr>
          <p:cNvPicPr>
            <a:picLocks noChangeAspect="1"/>
          </p:cNvPicPr>
          <p:nvPr/>
        </p:nvPicPr>
        <p:blipFill>
          <a:blip r:embed="rId274"/>
          <a:stretch>
            <a:fillRect/>
          </a:stretch>
        </p:blipFill>
        <p:spPr>
          <a:xfrm>
            <a:off x="7344839" y="4185158"/>
            <a:ext cx="18370" cy="74091"/>
          </a:xfrm>
          <a:prstGeom prst="rect">
            <a:avLst/>
          </a:prstGeom>
        </p:spPr>
      </p:pic>
      <p:pic>
        <p:nvPicPr>
          <p:cNvPr id="277" name="Image 274" descr="preencoded.png">    </p:cNvPr>
          <p:cNvPicPr>
            <a:picLocks noChangeAspect="1"/>
          </p:cNvPicPr>
          <p:nvPr/>
        </p:nvPicPr>
        <p:blipFill>
          <a:blip r:embed="rId275"/>
          <a:stretch>
            <a:fillRect/>
          </a:stretch>
        </p:blipFill>
        <p:spPr>
          <a:xfrm>
            <a:off x="7695344" y="4187713"/>
            <a:ext cx="20439" cy="56124"/>
          </a:xfrm>
          <a:prstGeom prst="rect">
            <a:avLst/>
          </a:prstGeom>
        </p:spPr>
      </p:pic>
      <p:pic>
        <p:nvPicPr>
          <p:cNvPr id="278" name="Image 275" descr="preencoded.png">    </p:cNvPr>
          <p:cNvPicPr>
            <a:picLocks noChangeAspect="1"/>
          </p:cNvPicPr>
          <p:nvPr/>
        </p:nvPicPr>
        <p:blipFill>
          <a:blip r:embed="rId276"/>
          <a:stretch>
            <a:fillRect/>
          </a:stretch>
        </p:blipFill>
        <p:spPr>
          <a:xfrm>
            <a:off x="7373429" y="4184939"/>
            <a:ext cx="51097" cy="58982"/>
          </a:xfrm>
          <a:prstGeom prst="rect">
            <a:avLst/>
          </a:prstGeom>
        </p:spPr>
      </p:pic>
      <p:pic>
        <p:nvPicPr>
          <p:cNvPr id="279" name="Image 276" descr="preencoded.png">    </p:cNvPr>
          <p:cNvPicPr>
            <a:picLocks noChangeAspect="1"/>
          </p:cNvPicPr>
          <p:nvPr/>
        </p:nvPicPr>
        <p:blipFill>
          <a:blip r:embed="rId277"/>
          <a:stretch>
            <a:fillRect/>
          </a:stretch>
        </p:blipFill>
        <p:spPr>
          <a:xfrm>
            <a:off x="7743084" y="4205598"/>
            <a:ext cx="23856" cy="29727"/>
          </a:xfrm>
          <a:prstGeom prst="rect">
            <a:avLst/>
          </a:prstGeom>
        </p:spPr>
      </p:pic>
      <p:pic>
        <p:nvPicPr>
          <p:cNvPr id="280" name="Image 277" descr="preencoded.png">    </p:cNvPr>
          <p:cNvPicPr>
            <a:picLocks noChangeAspect="1"/>
          </p:cNvPicPr>
          <p:nvPr/>
        </p:nvPicPr>
        <p:blipFill>
          <a:blip r:embed="rId278"/>
          <a:stretch>
            <a:fillRect/>
          </a:stretch>
        </p:blipFill>
        <p:spPr>
          <a:xfrm>
            <a:off x="7521612" y="4200488"/>
            <a:ext cx="7665" cy="40878"/>
          </a:xfrm>
          <a:prstGeom prst="rect">
            <a:avLst/>
          </a:prstGeom>
        </p:spPr>
      </p:pic>
      <p:pic>
        <p:nvPicPr>
          <p:cNvPr id="281" name="Image 278" descr="preencoded.png">    </p:cNvPr>
          <p:cNvPicPr>
            <a:picLocks noChangeAspect="1"/>
          </p:cNvPicPr>
          <p:nvPr/>
        </p:nvPicPr>
        <p:blipFill>
          <a:blip r:embed="rId279"/>
          <a:stretch>
            <a:fillRect/>
          </a:stretch>
        </p:blipFill>
        <p:spPr>
          <a:xfrm>
            <a:off x="7782210" y="4185158"/>
            <a:ext cx="15595" cy="43433"/>
          </a:xfrm>
          <a:prstGeom prst="rect">
            <a:avLst/>
          </a:prstGeom>
        </p:spPr>
      </p:pic>
      <p:pic>
        <p:nvPicPr>
          <p:cNvPr id="282" name="Image 279" descr="preencoded.png">    </p:cNvPr>
          <p:cNvPicPr>
            <a:picLocks noChangeAspect="1"/>
          </p:cNvPicPr>
          <p:nvPr/>
        </p:nvPicPr>
        <p:blipFill>
          <a:blip r:embed="rId280"/>
          <a:stretch>
            <a:fillRect/>
          </a:stretch>
        </p:blipFill>
        <p:spPr>
          <a:xfrm>
            <a:off x="7611033" y="4192671"/>
            <a:ext cx="27840" cy="18189"/>
          </a:xfrm>
          <a:prstGeom prst="rect">
            <a:avLst/>
          </a:prstGeom>
        </p:spPr>
      </p:pic>
      <p:pic>
        <p:nvPicPr>
          <p:cNvPr id="283" name="Image 280" descr="preencoded.png">    </p:cNvPr>
          <p:cNvPicPr>
            <a:picLocks noChangeAspect="1"/>
          </p:cNvPicPr>
          <p:nvPr/>
        </p:nvPicPr>
        <p:blipFill>
          <a:blip r:embed="rId281"/>
          <a:stretch>
            <a:fillRect/>
          </a:stretch>
        </p:blipFill>
        <p:spPr>
          <a:xfrm>
            <a:off x="7603368" y="4185158"/>
            <a:ext cx="45988" cy="58762"/>
          </a:xfrm>
          <a:prstGeom prst="rect">
            <a:avLst/>
          </a:prstGeom>
        </p:spPr>
      </p:pic>
      <p:pic>
        <p:nvPicPr>
          <p:cNvPr id="284" name="Image 281" descr="preencoded.png">    </p:cNvPr>
          <p:cNvPicPr>
            <a:picLocks noChangeAspect="1"/>
          </p:cNvPicPr>
          <p:nvPr/>
        </p:nvPicPr>
        <p:blipFill>
          <a:blip r:embed="rId282"/>
          <a:stretch>
            <a:fillRect/>
          </a:stretch>
        </p:blipFill>
        <p:spPr>
          <a:xfrm>
            <a:off x="7720893" y="4200488"/>
            <a:ext cx="7665" cy="43426"/>
          </a:xfrm>
          <a:prstGeom prst="rect">
            <a:avLst/>
          </a:prstGeom>
        </p:spPr>
      </p:pic>
      <p:pic>
        <p:nvPicPr>
          <p:cNvPr id="285" name="Image 282" descr="preencoded.png">    </p:cNvPr>
          <p:cNvPicPr>
            <a:picLocks noChangeAspect="1"/>
          </p:cNvPicPr>
          <p:nvPr/>
        </p:nvPicPr>
        <p:blipFill>
          <a:blip r:embed="rId283"/>
          <a:stretch>
            <a:fillRect/>
          </a:stretch>
        </p:blipFill>
        <p:spPr>
          <a:xfrm>
            <a:off x="7736456" y="4201173"/>
            <a:ext cx="37516" cy="42358"/>
          </a:xfrm>
          <a:prstGeom prst="rect">
            <a:avLst/>
          </a:prstGeom>
        </p:spPr>
      </p:pic>
      <p:pic>
        <p:nvPicPr>
          <p:cNvPr id="286" name="Image 283" descr="preencoded.png">    </p:cNvPr>
          <p:cNvPicPr>
            <a:picLocks noChangeAspect="1"/>
          </p:cNvPicPr>
          <p:nvPr/>
        </p:nvPicPr>
        <p:blipFill>
          <a:blip r:embed="rId284"/>
          <a:stretch>
            <a:fillRect/>
          </a:stretch>
        </p:blipFill>
        <p:spPr>
          <a:xfrm>
            <a:off x="7521612" y="4185158"/>
            <a:ext cx="7665" cy="7665"/>
          </a:xfrm>
          <a:prstGeom prst="rect">
            <a:avLst/>
          </a:prstGeom>
        </p:spPr>
      </p:pic>
      <p:pic>
        <p:nvPicPr>
          <p:cNvPr id="287" name="Image 284" descr="preencoded.png">    </p:cNvPr>
          <p:cNvPicPr>
            <a:picLocks noChangeAspect="1"/>
          </p:cNvPicPr>
          <p:nvPr/>
        </p:nvPicPr>
        <p:blipFill>
          <a:blip r:embed="rId285"/>
          <a:stretch>
            <a:fillRect/>
          </a:stretch>
        </p:blipFill>
        <p:spPr>
          <a:xfrm>
            <a:off x="7720893" y="4185158"/>
            <a:ext cx="7665" cy="7665"/>
          </a:xfrm>
          <a:prstGeom prst="rect">
            <a:avLst/>
          </a:prstGeom>
        </p:spPr>
      </p:pic>
      <p:pic>
        <p:nvPicPr>
          <p:cNvPr id="288" name="Image 285" descr="preencoded.png">    </p:cNvPr>
          <p:cNvPicPr>
            <a:picLocks noChangeAspect="1"/>
          </p:cNvPicPr>
          <p:nvPr/>
        </p:nvPicPr>
        <p:blipFill>
          <a:blip r:embed="rId286"/>
          <a:stretch>
            <a:fillRect/>
          </a:stretch>
        </p:blipFill>
        <p:spPr>
          <a:xfrm>
            <a:off x="7493509" y="4095737"/>
            <a:ext cx="7665" cy="56208"/>
          </a:xfrm>
          <a:prstGeom prst="rect">
            <a:avLst/>
          </a:prstGeom>
        </p:spPr>
      </p:pic>
      <p:pic>
        <p:nvPicPr>
          <p:cNvPr id="289" name="Image 286" descr="preencoded.png">    </p:cNvPr>
          <p:cNvPicPr>
            <a:picLocks noChangeAspect="1"/>
          </p:cNvPicPr>
          <p:nvPr/>
        </p:nvPicPr>
        <p:blipFill>
          <a:blip r:embed="rId287"/>
          <a:stretch>
            <a:fillRect/>
          </a:stretch>
        </p:blipFill>
        <p:spPr>
          <a:xfrm>
            <a:off x="7360654" y="4111067"/>
            <a:ext cx="33460" cy="40878"/>
          </a:xfrm>
          <a:prstGeom prst="rect">
            <a:avLst/>
          </a:prstGeom>
        </p:spPr>
      </p:pic>
      <p:pic>
        <p:nvPicPr>
          <p:cNvPr id="290" name="Image 287" descr="preencoded.png">    </p:cNvPr>
          <p:cNvPicPr>
            <a:picLocks noChangeAspect="1"/>
          </p:cNvPicPr>
          <p:nvPr/>
        </p:nvPicPr>
        <p:blipFill>
          <a:blip r:embed="rId288"/>
          <a:stretch>
            <a:fillRect/>
          </a:stretch>
        </p:blipFill>
        <p:spPr>
          <a:xfrm>
            <a:off x="7457808" y="4116177"/>
            <a:ext cx="20992" cy="30665"/>
          </a:xfrm>
          <a:prstGeom prst="rect">
            <a:avLst/>
          </a:prstGeom>
        </p:spPr>
      </p:pic>
      <p:pic>
        <p:nvPicPr>
          <p:cNvPr id="291" name="Image 288" descr="preencoded.png">    </p:cNvPr>
          <p:cNvPicPr>
            <a:picLocks noChangeAspect="1"/>
          </p:cNvPicPr>
          <p:nvPr/>
        </p:nvPicPr>
        <p:blipFill>
          <a:blip r:embed="rId289"/>
          <a:stretch>
            <a:fillRect/>
          </a:stretch>
        </p:blipFill>
        <p:spPr>
          <a:xfrm>
            <a:off x="7424527" y="4111067"/>
            <a:ext cx="22994" cy="40878"/>
          </a:xfrm>
          <a:prstGeom prst="rect">
            <a:avLst/>
          </a:prstGeom>
        </p:spPr>
      </p:pic>
      <p:pic>
        <p:nvPicPr>
          <p:cNvPr id="292" name="Image 289" descr="preencoded.png">    </p:cNvPr>
          <p:cNvPicPr>
            <a:picLocks noChangeAspect="1"/>
          </p:cNvPicPr>
          <p:nvPr/>
        </p:nvPicPr>
        <p:blipFill>
          <a:blip r:embed="rId290"/>
          <a:stretch>
            <a:fillRect/>
          </a:stretch>
        </p:blipFill>
        <p:spPr>
          <a:xfrm>
            <a:off x="7398977" y="4098293"/>
            <a:ext cx="20439" cy="56408"/>
          </a:xfrm>
          <a:prstGeom prst="rect">
            <a:avLst/>
          </a:prstGeom>
        </p:spPr>
      </p:pic>
      <p:pic>
        <p:nvPicPr>
          <p:cNvPr id="293" name="Image 290" descr="preencoded.png">    </p:cNvPr>
          <p:cNvPicPr>
            <a:picLocks noChangeAspect="1"/>
          </p:cNvPicPr>
          <p:nvPr/>
        </p:nvPicPr>
        <p:blipFill>
          <a:blip r:embed="rId291"/>
          <a:stretch>
            <a:fillRect/>
          </a:stretch>
        </p:blipFill>
        <p:spPr>
          <a:xfrm>
            <a:off x="7447334" y="4111067"/>
            <a:ext cx="38663" cy="43018"/>
          </a:xfrm>
          <a:prstGeom prst="rect">
            <a:avLst/>
          </a:prstGeom>
        </p:spPr>
      </p:pic>
      <p:pic>
        <p:nvPicPr>
          <p:cNvPr id="294" name="Image 291" descr="preencoded.png">    </p:cNvPr>
          <p:cNvPicPr>
            <a:picLocks noChangeAspect="1"/>
          </p:cNvPicPr>
          <p:nvPr/>
        </p:nvPicPr>
        <p:blipFill>
          <a:blip r:embed="rId292"/>
          <a:stretch>
            <a:fillRect/>
          </a:stretch>
        </p:blipFill>
        <p:spPr>
          <a:xfrm>
            <a:off x="7324887" y="4080408"/>
            <a:ext cx="260598" cy="183952"/>
          </a:xfrm>
          <a:prstGeom prst="rect">
            <a:avLst/>
          </a:prstGeom>
        </p:spPr>
      </p:pic>
      <p:pic>
        <p:nvPicPr>
          <p:cNvPr id="295" name="Image 292" descr="preencoded.png">    </p:cNvPr>
          <p:cNvPicPr>
            <a:picLocks noChangeAspect="1"/>
          </p:cNvPicPr>
          <p:nvPr/>
        </p:nvPicPr>
        <p:blipFill>
          <a:blip r:embed="rId293"/>
          <a:stretch>
            <a:fillRect/>
          </a:stretch>
        </p:blipFill>
        <p:spPr>
          <a:xfrm>
            <a:off x="7764326" y="4116074"/>
            <a:ext cx="17884" cy="10316"/>
          </a:xfrm>
          <a:prstGeom prst="rect">
            <a:avLst/>
          </a:prstGeom>
        </p:spPr>
      </p:pic>
      <p:pic>
        <p:nvPicPr>
          <p:cNvPr id="296" name="Image 293" descr="preencoded.png">    </p:cNvPr>
          <p:cNvPicPr>
            <a:picLocks noChangeAspect="1"/>
          </p:cNvPicPr>
          <p:nvPr/>
        </p:nvPicPr>
        <p:blipFill>
          <a:blip r:embed="rId294"/>
          <a:stretch>
            <a:fillRect/>
          </a:stretch>
        </p:blipFill>
        <p:spPr>
          <a:xfrm>
            <a:off x="7692790" y="4111067"/>
            <a:ext cx="56454" cy="40878"/>
          </a:xfrm>
          <a:prstGeom prst="rect">
            <a:avLst/>
          </a:prstGeom>
        </p:spPr>
      </p:pic>
      <p:pic>
        <p:nvPicPr>
          <p:cNvPr id="297" name="Image 294" descr="preencoded.png">    </p:cNvPr>
          <p:cNvPicPr>
            <a:picLocks noChangeAspect="1"/>
          </p:cNvPicPr>
          <p:nvPr/>
        </p:nvPicPr>
        <p:blipFill>
          <a:blip r:embed="rId295"/>
          <a:stretch>
            <a:fillRect/>
          </a:stretch>
        </p:blipFill>
        <p:spPr>
          <a:xfrm>
            <a:off x="7754241" y="4108486"/>
            <a:ext cx="38220" cy="45716"/>
          </a:xfrm>
          <a:prstGeom prst="rect">
            <a:avLst/>
          </a:prstGeom>
        </p:spPr>
      </p:pic>
      <p:pic>
        <p:nvPicPr>
          <p:cNvPr id="298" name="Image 295" descr="preencoded.png">    </p:cNvPr>
          <p:cNvPicPr>
            <a:picLocks noChangeAspect="1"/>
          </p:cNvPicPr>
          <p:nvPr/>
        </p:nvPicPr>
        <p:blipFill>
          <a:blip r:embed="rId296"/>
          <a:stretch>
            <a:fillRect/>
          </a:stretch>
        </p:blipFill>
        <p:spPr>
          <a:xfrm>
            <a:off x="7632192" y="4075558"/>
            <a:ext cx="190896" cy="170918"/>
          </a:xfrm>
          <a:prstGeom prst="rect">
            <a:avLst/>
          </a:prstGeom>
        </p:spPr>
      </p:pic>
      <p:pic>
        <p:nvPicPr>
          <p:cNvPr id="299" name="Image 296" descr="preencoded.png">    </p:cNvPr>
          <p:cNvPicPr>
            <a:picLocks noChangeAspect="1"/>
          </p:cNvPicPr>
          <p:nvPr/>
        </p:nvPicPr>
        <p:blipFill>
          <a:blip r:embed="rId297"/>
          <a:stretch>
            <a:fillRect/>
          </a:stretch>
        </p:blipFill>
        <p:spPr>
          <a:xfrm>
            <a:off x="7828198" y="4115878"/>
            <a:ext cx="20439" cy="10512"/>
          </a:xfrm>
          <a:prstGeom prst="rect">
            <a:avLst/>
          </a:prstGeom>
        </p:spPr>
      </p:pic>
      <p:pic>
        <p:nvPicPr>
          <p:cNvPr id="300" name="Image 297" descr="preencoded.png">    </p:cNvPr>
          <p:cNvPicPr>
            <a:picLocks noChangeAspect="1"/>
          </p:cNvPicPr>
          <p:nvPr/>
        </p:nvPicPr>
        <p:blipFill>
          <a:blip r:embed="rId298"/>
          <a:stretch>
            <a:fillRect/>
          </a:stretch>
        </p:blipFill>
        <p:spPr>
          <a:xfrm>
            <a:off x="7817609" y="4108512"/>
            <a:ext cx="39101" cy="45865"/>
          </a:xfrm>
          <a:prstGeom prst="rect">
            <a:avLst/>
          </a:prstGeom>
        </p:spPr>
      </p:pic>
      <p:pic>
        <p:nvPicPr>
          <p:cNvPr id="301" name="Image 298" descr="preencoded.png">    </p:cNvPr>
          <p:cNvPicPr>
            <a:picLocks noChangeAspect="1"/>
          </p:cNvPicPr>
          <p:nvPr/>
        </p:nvPicPr>
        <p:blipFill>
          <a:blip r:embed="rId299"/>
          <a:stretch>
            <a:fillRect/>
          </a:stretch>
        </p:blipFill>
        <p:spPr>
          <a:xfrm>
            <a:off x="7261556" y="4093105"/>
            <a:ext cx="48002" cy="60791"/>
          </a:xfrm>
          <a:prstGeom prst="rect">
            <a:avLst/>
          </a:prstGeom>
        </p:spPr>
      </p:pic>
      <p:pic>
        <p:nvPicPr>
          <p:cNvPr id="302" name="Image 299" descr="preencoded.png">    </p:cNvPr>
          <p:cNvPicPr>
            <a:picLocks noChangeAspect="1"/>
          </p:cNvPicPr>
          <p:nvPr/>
        </p:nvPicPr>
        <p:blipFill>
          <a:blip r:embed="rId300"/>
          <a:stretch>
            <a:fillRect/>
          </a:stretch>
        </p:blipFill>
        <p:spPr>
          <a:xfrm>
            <a:off x="6550757" y="4115670"/>
            <a:ext cx="17899" cy="11010"/>
          </a:xfrm>
          <a:prstGeom prst="rect">
            <a:avLst/>
          </a:prstGeom>
        </p:spPr>
      </p:pic>
      <p:pic>
        <p:nvPicPr>
          <p:cNvPr id="303" name="Image 300" descr="preencoded.png">    </p:cNvPr>
          <p:cNvPicPr>
            <a:picLocks noChangeAspect="1"/>
          </p:cNvPicPr>
          <p:nvPr/>
        </p:nvPicPr>
        <p:blipFill>
          <a:blip r:embed="rId301"/>
          <a:stretch>
            <a:fillRect/>
          </a:stretch>
        </p:blipFill>
        <p:spPr>
          <a:xfrm>
            <a:off x="6541032" y="4108512"/>
            <a:ext cx="37981" cy="44726"/>
          </a:xfrm>
          <a:prstGeom prst="rect">
            <a:avLst/>
          </a:prstGeom>
        </p:spPr>
      </p:pic>
      <p:pic>
        <p:nvPicPr>
          <p:cNvPr id="304" name="Image 301" descr="preencoded.png">    </p:cNvPr>
          <p:cNvPicPr>
            <a:picLocks noChangeAspect="1"/>
          </p:cNvPicPr>
          <p:nvPr/>
        </p:nvPicPr>
        <p:blipFill>
          <a:blip r:embed="rId302"/>
          <a:stretch>
            <a:fillRect/>
          </a:stretch>
        </p:blipFill>
        <p:spPr>
          <a:xfrm>
            <a:off x="7588352" y="4134060"/>
            <a:ext cx="17601" cy="12774"/>
          </a:xfrm>
          <a:prstGeom prst="rect">
            <a:avLst/>
          </a:prstGeom>
        </p:spPr>
      </p:pic>
      <p:pic>
        <p:nvPicPr>
          <p:cNvPr id="305" name="Image 302" descr="preencoded.png">    </p:cNvPr>
          <p:cNvPicPr>
            <a:picLocks noChangeAspect="1"/>
          </p:cNvPicPr>
          <p:nvPr/>
        </p:nvPicPr>
        <p:blipFill>
          <a:blip r:embed="rId303"/>
          <a:stretch>
            <a:fillRect/>
          </a:stretch>
        </p:blipFill>
        <p:spPr>
          <a:xfrm>
            <a:off x="7581427" y="4108387"/>
            <a:ext cx="34879" cy="45421"/>
          </a:xfrm>
          <a:prstGeom prst="rect">
            <a:avLst/>
          </a:prstGeom>
        </p:spPr>
      </p:pic>
      <p:pic>
        <p:nvPicPr>
          <p:cNvPr id="306" name="Image 303" descr="preencoded.png">    </p:cNvPr>
          <p:cNvPicPr>
            <a:picLocks noChangeAspect="1"/>
          </p:cNvPicPr>
          <p:nvPr/>
        </p:nvPicPr>
        <p:blipFill>
          <a:blip r:embed="rId304"/>
          <a:stretch>
            <a:fillRect/>
          </a:stretch>
        </p:blipFill>
        <p:spPr>
          <a:xfrm>
            <a:off x="7794985" y="4098182"/>
            <a:ext cx="20439" cy="53623"/>
          </a:xfrm>
          <a:prstGeom prst="rect">
            <a:avLst/>
          </a:prstGeom>
        </p:spPr>
      </p:pic>
      <p:pic>
        <p:nvPicPr>
          <p:cNvPr id="307" name="Image 304" descr="preencoded.png">    </p:cNvPr>
          <p:cNvPicPr>
            <a:picLocks noChangeAspect="1"/>
          </p:cNvPicPr>
          <p:nvPr/>
        </p:nvPicPr>
        <p:blipFill>
          <a:blip r:embed="rId305"/>
          <a:stretch>
            <a:fillRect/>
          </a:stretch>
        </p:blipFill>
        <p:spPr>
          <a:xfrm>
            <a:off x="7656950" y="4134060"/>
            <a:ext cx="17955" cy="12981"/>
          </a:xfrm>
          <a:prstGeom prst="rect">
            <a:avLst/>
          </a:prstGeom>
        </p:spPr>
      </p:pic>
      <p:pic>
        <p:nvPicPr>
          <p:cNvPr id="308" name="Image 305" descr="preencoded.png">    </p:cNvPr>
          <p:cNvPicPr>
            <a:picLocks noChangeAspect="1"/>
          </p:cNvPicPr>
          <p:nvPr/>
        </p:nvPicPr>
        <p:blipFill>
          <a:blip r:embed="rId306"/>
          <a:stretch>
            <a:fillRect/>
          </a:stretch>
        </p:blipFill>
        <p:spPr>
          <a:xfrm>
            <a:off x="7324954" y="4115977"/>
            <a:ext cx="20371" cy="30557"/>
          </a:xfrm>
          <a:prstGeom prst="rect">
            <a:avLst/>
          </a:prstGeom>
        </p:spPr>
      </p:pic>
      <p:pic>
        <p:nvPicPr>
          <p:cNvPr id="309" name="Image 306" descr="preencoded.png">    </p:cNvPr>
          <p:cNvPicPr>
            <a:picLocks noChangeAspect="1"/>
          </p:cNvPicPr>
          <p:nvPr/>
        </p:nvPicPr>
        <p:blipFill>
          <a:blip r:embed="rId307"/>
          <a:stretch>
            <a:fillRect/>
          </a:stretch>
        </p:blipFill>
        <p:spPr>
          <a:xfrm>
            <a:off x="6461336" y="4111067"/>
            <a:ext cx="10220" cy="40878"/>
          </a:xfrm>
          <a:prstGeom prst="rect">
            <a:avLst/>
          </a:prstGeom>
        </p:spPr>
      </p:pic>
      <p:pic>
        <p:nvPicPr>
          <p:cNvPr id="310" name="Image 307" descr="preencoded.png">    </p:cNvPr>
          <p:cNvPicPr>
            <a:picLocks noChangeAspect="1"/>
          </p:cNvPicPr>
          <p:nvPr/>
        </p:nvPicPr>
        <p:blipFill>
          <a:blip r:embed="rId308"/>
          <a:stretch>
            <a:fillRect/>
          </a:stretch>
        </p:blipFill>
        <p:spPr>
          <a:xfrm>
            <a:off x="7539497" y="4128951"/>
            <a:ext cx="20439" cy="22994"/>
          </a:xfrm>
          <a:prstGeom prst="rect">
            <a:avLst/>
          </a:prstGeom>
        </p:spPr>
      </p:pic>
      <p:pic>
        <p:nvPicPr>
          <p:cNvPr id="311" name="Image 308" descr="preencoded.png">    </p:cNvPr>
          <p:cNvPicPr>
            <a:picLocks noChangeAspect="1"/>
          </p:cNvPicPr>
          <p:nvPr/>
        </p:nvPicPr>
        <p:blipFill>
          <a:blip r:embed="rId309"/>
          <a:stretch>
            <a:fillRect/>
          </a:stretch>
        </p:blipFill>
        <p:spPr>
          <a:xfrm>
            <a:off x="7647682" y="4108353"/>
            <a:ext cx="37442" cy="46222"/>
          </a:xfrm>
          <a:prstGeom prst="rect">
            <a:avLst/>
          </a:prstGeom>
        </p:spPr>
      </p:pic>
      <p:pic>
        <p:nvPicPr>
          <p:cNvPr id="312" name="Image 309" descr="preencoded.png">    </p:cNvPr>
          <p:cNvPicPr>
            <a:picLocks noChangeAspect="1"/>
          </p:cNvPicPr>
          <p:nvPr/>
        </p:nvPicPr>
        <p:blipFill>
          <a:blip r:embed="rId310"/>
          <a:stretch>
            <a:fillRect/>
          </a:stretch>
        </p:blipFill>
        <p:spPr>
          <a:xfrm>
            <a:off x="5421390" y="2854065"/>
            <a:ext cx="316914" cy="1673611"/>
          </a:xfrm>
          <a:prstGeom prst="rect">
            <a:avLst/>
          </a:prstGeom>
        </p:spPr>
      </p:pic>
      <p:pic>
        <p:nvPicPr>
          <p:cNvPr id="313" name="Image 310" descr="preencoded.png">    </p:cNvPr>
          <p:cNvPicPr>
            <a:picLocks noChangeAspect="1"/>
          </p:cNvPicPr>
          <p:nvPr/>
        </p:nvPicPr>
        <p:blipFill>
          <a:blip r:embed="rId311"/>
          <a:stretch>
            <a:fillRect/>
          </a:stretch>
        </p:blipFill>
        <p:spPr>
          <a:xfrm>
            <a:off x="7539213" y="4103402"/>
            <a:ext cx="18168" cy="20713"/>
          </a:xfrm>
          <a:prstGeom prst="rect">
            <a:avLst/>
          </a:prstGeom>
        </p:spPr>
      </p:pic>
      <p:pic>
        <p:nvPicPr>
          <p:cNvPr id="314" name="Image 311" descr="preencoded.png">    </p:cNvPr>
          <p:cNvPicPr>
            <a:picLocks noChangeAspect="1"/>
          </p:cNvPicPr>
          <p:nvPr/>
        </p:nvPicPr>
        <p:blipFill>
          <a:blip r:embed="rId312"/>
          <a:stretch>
            <a:fillRect/>
          </a:stretch>
        </p:blipFill>
        <p:spPr>
          <a:xfrm>
            <a:off x="7315512" y="4108483"/>
            <a:ext cx="38097" cy="46017"/>
          </a:xfrm>
          <a:prstGeom prst="rect">
            <a:avLst/>
          </a:prstGeom>
        </p:spPr>
      </p:pic>
      <p:pic>
        <p:nvPicPr>
          <p:cNvPr id="315" name="Image 312" descr="preencoded.png">    </p:cNvPr>
          <p:cNvPicPr>
            <a:picLocks noChangeAspect="1"/>
          </p:cNvPicPr>
          <p:nvPr/>
        </p:nvPicPr>
        <p:blipFill>
          <a:blip r:embed="rId313"/>
          <a:stretch>
            <a:fillRect/>
          </a:stretch>
        </p:blipFill>
        <p:spPr>
          <a:xfrm>
            <a:off x="974480" y="1029430"/>
            <a:ext cx="5184" cy="3504470"/>
          </a:xfrm>
          <a:prstGeom prst="rect">
            <a:avLst/>
          </a:prstGeom>
        </p:spPr>
      </p:pic>
      <p:pic>
        <p:nvPicPr>
          <p:cNvPr id="316" name="Image 313" descr="preencoded.png">    </p:cNvPr>
          <p:cNvPicPr>
            <a:picLocks noChangeAspect="1"/>
          </p:cNvPicPr>
          <p:nvPr/>
        </p:nvPicPr>
        <p:blipFill>
          <a:blip r:embed="rId314"/>
          <a:stretch>
            <a:fillRect/>
          </a:stretch>
        </p:blipFill>
        <p:spPr>
          <a:xfrm>
            <a:off x="7623808" y="4110769"/>
            <a:ext cx="22994" cy="41176"/>
          </a:xfrm>
          <a:prstGeom prst="rect">
            <a:avLst/>
          </a:prstGeom>
        </p:spPr>
      </p:pic>
      <p:pic>
        <p:nvPicPr>
          <p:cNvPr id="317" name="Image 314" descr="preencoded.png">    </p:cNvPr>
          <p:cNvPicPr>
            <a:picLocks noChangeAspect="1"/>
          </p:cNvPicPr>
          <p:nvPr/>
        </p:nvPicPr>
        <p:blipFill>
          <a:blip r:embed="rId315"/>
          <a:stretch>
            <a:fillRect/>
          </a:stretch>
        </p:blipFill>
        <p:spPr>
          <a:xfrm>
            <a:off x="6479220" y="4111067"/>
            <a:ext cx="56371" cy="40878"/>
          </a:xfrm>
          <a:prstGeom prst="rect">
            <a:avLst/>
          </a:prstGeom>
        </p:spPr>
      </p:pic>
      <p:pic>
        <p:nvPicPr>
          <p:cNvPr id="318" name="Image 315" descr="preencoded.png">    </p:cNvPr>
          <p:cNvPicPr>
            <a:picLocks noChangeAspect="1"/>
          </p:cNvPicPr>
          <p:nvPr/>
        </p:nvPicPr>
        <p:blipFill>
          <a:blip r:embed="rId316"/>
          <a:stretch>
            <a:fillRect/>
          </a:stretch>
        </p:blipFill>
        <p:spPr>
          <a:xfrm>
            <a:off x="7863967" y="4111067"/>
            <a:ext cx="20439" cy="40878"/>
          </a:xfrm>
          <a:prstGeom prst="rect">
            <a:avLst/>
          </a:prstGeom>
        </p:spPr>
      </p:pic>
      <p:pic>
        <p:nvPicPr>
          <p:cNvPr id="319" name="Image 316" descr="preencoded.png">    </p:cNvPr>
          <p:cNvPicPr>
            <a:picLocks noChangeAspect="1"/>
          </p:cNvPicPr>
          <p:nvPr/>
        </p:nvPicPr>
        <p:blipFill>
          <a:blip r:embed="rId317"/>
          <a:stretch>
            <a:fillRect/>
          </a:stretch>
        </p:blipFill>
        <p:spPr>
          <a:xfrm>
            <a:off x="7542051" y="4102980"/>
            <a:ext cx="24705" cy="18307"/>
          </a:xfrm>
          <a:prstGeom prst="rect">
            <a:avLst/>
          </a:prstGeom>
        </p:spPr>
      </p:pic>
      <p:pic>
        <p:nvPicPr>
          <p:cNvPr id="320" name="Image 317" descr="preencoded.png">    </p:cNvPr>
          <p:cNvPicPr>
            <a:picLocks noChangeAspect="1"/>
          </p:cNvPicPr>
          <p:nvPr/>
        </p:nvPicPr>
        <p:blipFill>
          <a:blip r:embed="rId318"/>
          <a:stretch>
            <a:fillRect/>
          </a:stretch>
        </p:blipFill>
        <p:spPr>
          <a:xfrm>
            <a:off x="7531832" y="4095574"/>
            <a:ext cx="43412" cy="56371"/>
          </a:xfrm>
          <a:prstGeom prst="rect">
            <a:avLst/>
          </a:prstGeom>
        </p:spPr>
      </p:pic>
      <p:pic>
        <p:nvPicPr>
          <p:cNvPr id="321" name="Image 318" descr="preencoded.png">    </p:cNvPr>
          <p:cNvPicPr>
            <a:picLocks noChangeAspect="1"/>
          </p:cNvPicPr>
          <p:nvPr/>
        </p:nvPicPr>
        <p:blipFill>
          <a:blip r:embed="rId319"/>
          <a:stretch>
            <a:fillRect/>
          </a:stretch>
        </p:blipFill>
        <p:spPr>
          <a:xfrm>
            <a:off x="6415348" y="4095737"/>
            <a:ext cx="43433" cy="56208"/>
          </a:xfrm>
          <a:prstGeom prst="rect">
            <a:avLst/>
          </a:prstGeom>
        </p:spPr>
      </p:pic>
      <p:pic>
        <p:nvPicPr>
          <p:cNvPr id="322" name="Image 319" descr="preencoded.png">    </p:cNvPr>
          <p:cNvPicPr>
            <a:picLocks noChangeAspect="1"/>
          </p:cNvPicPr>
          <p:nvPr/>
        </p:nvPicPr>
        <p:blipFill>
          <a:blip r:embed="rId320"/>
          <a:stretch>
            <a:fillRect/>
          </a:stretch>
        </p:blipFill>
        <p:spPr>
          <a:xfrm>
            <a:off x="6461336" y="4095737"/>
            <a:ext cx="7665" cy="7665"/>
          </a:xfrm>
          <a:prstGeom prst="rect">
            <a:avLst/>
          </a:prstGeom>
        </p:spPr>
      </p:pic>
      <p:pic>
        <p:nvPicPr>
          <p:cNvPr id="323" name="Image 320" descr="preencoded.png">    </p:cNvPr>
          <p:cNvPicPr>
            <a:picLocks noChangeAspect="1"/>
          </p:cNvPicPr>
          <p:nvPr/>
        </p:nvPicPr>
        <p:blipFill>
          <a:blip r:embed="rId321"/>
          <a:stretch>
            <a:fillRect/>
          </a:stretch>
        </p:blipFill>
        <p:spPr>
          <a:xfrm>
            <a:off x="4979313" y="4034420"/>
            <a:ext cx="23185" cy="7952"/>
          </a:xfrm>
          <a:prstGeom prst="rect">
            <a:avLst/>
          </a:prstGeom>
        </p:spPr>
      </p:pic>
      <p:pic>
        <p:nvPicPr>
          <p:cNvPr id="324" name="Image 321" descr="preencoded.png">    </p:cNvPr>
          <p:cNvPicPr>
            <a:picLocks noChangeAspect="1"/>
          </p:cNvPicPr>
          <p:nvPr/>
        </p:nvPicPr>
        <p:blipFill>
          <a:blip r:embed="rId322"/>
          <a:stretch>
            <a:fillRect/>
          </a:stretch>
        </p:blipFill>
        <p:spPr>
          <a:xfrm>
            <a:off x="4946290" y="3983323"/>
            <a:ext cx="217165" cy="120079"/>
          </a:xfrm>
          <a:prstGeom prst="rect">
            <a:avLst/>
          </a:prstGeom>
        </p:spPr>
      </p:pic>
      <p:pic>
        <p:nvPicPr>
          <p:cNvPr id="325" name="Image 322" descr="preencoded.png">    </p:cNvPr>
          <p:cNvPicPr>
            <a:picLocks noChangeAspect="1"/>
          </p:cNvPicPr>
          <p:nvPr/>
        </p:nvPicPr>
        <p:blipFill>
          <a:blip r:embed="rId323"/>
          <a:stretch>
            <a:fillRect/>
          </a:stretch>
        </p:blipFill>
        <p:spPr>
          <a:xfrm>
            <a:off x="4095514" y="4027165"/>
            <a:ext cx="20574" cy="12649"/>
          </a:xfrm>
          <a:prstGeom prst="rect">
            <a:avLst/>
          </a:prstGeom>
        </p:spPr>
      </p:pic>
      <p:pic>
        <p:nvPicPr>
          <p:cNvPr id="326" name="Image 323" descr="preencoded.png">    </p:cNvPr>
          <p:cNvPicPr>
            <a:picLocks noChangeAspect="1"/>
          </p:cNvPicPr>
          <p:nvPr/>
        </p:nvPicPr>
        <p:blipFill>
          <a:blip r:embed="rId324"/>
          <a:stretch>
            <a:fillRect/>
          </a:stretch>
        </p:blipFill>
        <p:spPr>
          <a:xfrm>
            <a:off x="4092959" y="4036976"/>
            <a:ext cx="22994" cy="5046"/>
          </a:xfrm>
          <a:prstGeom prst="rect">
            <a:avLst/>
          </a:prstGeom>
        </p:spPr>
      </p:pic>
      <p:pic>
        <p:nvPicPr>
          <p:cNvPr id="327" name="Image 324" descr="preencoded.png">    </p:cNvPr>
          <p:cNvPicPr>
            <a:picLocks noChangeAspect="1"/>
          </p:cNvPicPr>
          <p:nvPr/>
        </p:nvPicPr>
        <p:blipFill>
          <a:blip r:embed="rId325"/>
          <a:stretch>
            <a:fillRect/>
          </a:stretch>
        </p:blipFill>
        <p:spPr>
          <a:xfrm>
            <a:off x="4074514" y="4013529"/>
            <a:ext cx="59393" cy="67084"/>
          </a:xfrm>
          <a:prstGeom prst="rect">
            <a:avLst/>
          </a:prstGeom>
        </p:spPr>
      </p:pic>
      <p:pic>
        <p:nvPicPr>
          <p:cNvPr id="328" name="Image 325" descr="preencoded.png">    </p:cNvPr>
          <p:cNvPicPr>
            <a:picLocks noChangeAspect="1"/>
          </p:cNvPicPr>
          <p:nvPr/>
        </p:nvPicPr>
        <p:blipFill>
          <a:blip r:embed="rId326"/>
          <a:stretch>
            <a:fillRect/>
          </a:stretch>
        </p:blipFill>
        <p:spPr>
          <a:xfrm>
            <a:off x="4177271" y="4013765"/>
            <a:ext cx="91976" cy="66860"/>
          </a:xfrm>
          <a:prstGeom prst="rect">
            <a:avLst/>
          </a:prstGeom>
        </p:spPr>
      </p:pic>
      <p:pic>
        <p:nvPicPr>
          <p:cNvPr id="329" name="Image 326" descr="preencoded.png">    </p:cNvPr>
          <p:cNvPicPr>
            <a:picLocks noChangeAspect="1"/>
          </p:cNvPicPr>
          <p:nvPr/>
        </p:nvPicPr>
        <p:blipFill>
          <a:blip r:embed="rId327"/>
          <a:stretch>
            <a:fillRect/>
          </a:stretch>
        </p:blipFill>
        <p:spPr>
          <a:xfrm>
            <a:off x="3982964" y="3955219"/>
            <a:ext cx="309276" cy="173732"/>
          </a:xfrm>
          <a:prstGeom prst="rect">
            <a:avLst/>
          </a:prstGeom>
        </p:spPr>
      </p:pic>
      <p:pic>
        <p:nvPicPr>
          <p:cNvPr id="330" name="Image 327" descr="preencoded.png">    </p:cNvPr>
          <p:cNvPicPr>
            <a:picLocks noChangeAspect="1"/>
          </p:cNvPicPr>
          <p:nvPr/>
        </p:nvPicPr>
        <p:blipFill>
          <a:blip r:embed="rId328"/>
          <a:stretch>
            <a:fillRect/>
          </a:stretch>
        </p:blipFill>
        <p:spPr>
          <a:xfrm>
            <a:off x="4662882" y="4026755"/>
            <a:ext cx="27945" cy="40500"/>
          </a:xfrm>
          <a:prstGeom prst="rect">
            <a:avLst/>
          </a:prstGeom>
        </p:spPr>
      </p:pic>
      <p:pic>
        <p:nvPicPr>
          <p:cNvPr id="331" name="Image 328" descr="preencoded.png">    </p:cNvPr>
          <p:cNvPicPr>
            <a:picLocks noChangeAspect="1"/>
          </p:cNvPicPr>
          <p:nvPr/>
        </p:nvPicPr>
        <p:blipFill>
          <a:blip r:embed="rId329"/>
          <a:stretch>
            <a:fillRect/>
          </a:stretch>
        </p:blipFill>
        <p:spPr>
          <a:xfrm>
            <a:off x="4647369" y="3990988"/>
            <a:ext cx="58667" cy="89302"/>
          </a:xfrm>
          <a:prstGeom prst="rect">
            <a:avLst/>
          </a:prstGeom>
        </p:spPr>
      </p:pic>
      <p:pic>
        <p:nvPicPr>
          <p:cNvPr id="332" name="Image 329" descr="preencoded.png">    </p:cNvPr>
          <p:cNvPicPr>
            <a:picLocks noChangeAspect="1"/>
          </p:cNvPicPr>
          <p:nvPr/>
        </p:nvPicPr>
        <p:blipFill>
          <a:blip r:embed="rId330"/>
          <a:stretch>
            <a:fillRect/>
          </a:stretch>
        </p:blipFill>
        <p:spPr>
          <a:xfrm>
            <a:off x="4591144" y="4029167"/>
            <a:ext cx="27926" cy="35678"/>
          </a:xfrm>
          <a:prstGeom prst="rect">
            <a:avLst/>
          </a:prstGeom>
        </p:spPr>
      </p:pic>
      <p:pic>
        <p:nvPicPr>
          <p:cNvPr id="333" name="Image 330" descr="preencoded.png">    </p:cNvPr>
          <p:cNvPicPr>
            <a:picLocks noChangeAspect="1"/>
          </p:cNvPicPr>
          <p:nvPr/>
        </p:nvPicPr>
        <p:blipFill>
          <a:blip r:embed="rId331"/>
          <a:stretch>
            <a:fillRect/>
          </a:stretch>
        </p:blipFill>
        <p:spPr>
          <a:xfrm>
            <a:off x="4644502" y="3990988"/>
            <a:ext cx="18197" cy="89421"/>
          </a:xfrm>
          <a:prstGeom prst="rect">
            <a:avLst/>
          </a:prstGeom>
        </p:spPr>
      </p:pic>
      <p:pic>
        <p:nvPicPr>
          <p:cNvPr id="334" name="Image 331" descr="preencoded.png">    </p:cNvPr>
          <p:cNvPicPr>
            <a:picLocks noChangeAspect="1"/>
          </p:cNvPicPr>
          <p:nvPr/>
        </p:nvPicPr>
        <p:blipFill>
          <a:blip r:embed="rId332"/>
          <a:stretch>
            <a:fillRect/>
          </a:stretch>
        </p:blipFill>
        <p:spPr>
          <a:xfrm>
            <a:off x="4757229" y="4013708"/>
            <a:ext cx="17884" cy="43707"/>
          </a:xfrm>
          <a:prstGeom prst="rect">
            <a:avLst/>
          </a:prstGeom>
        </p:spPr>
      </p:pic>
      <p:pic>
        <p:nvPicPr>
          <p:cNvPr id="335" name="Image 332" descr="preencoded.png">    </p:cNvPr>
          <p:cNvPicPr>
            <a:picLocks noChangeAspect="1"/>
          </p:cNvPicPr>
          <p:nvPr/>
        </p:nvPicPr>
        <p:blipFill>
          <a:blip r:embed="rId333"/>
          <a:stretch>
            <a:fillRect/>
          </a:stretch>
        </p:blipFill>
        <p:spPr>
          <a:xfrm>
            <a:off x="4573664" y="4014883"/>
            <a:ext cx="62926" cy="66384"/>
          </a:xfrm>
          <a:prstGeom prst="rect">
            <a:avLst/>
          </a:prstGeom>
        </p:spPr>
      </p:pic>
      <p:pic>
        <p:nvPicPr>
          <p:cNvPr id="336" name="Image 333" descr="preencoded.png">    </p:cNvPr>
          <p:cNvPicPr>
            <a:picLocks noChangeAspect="1"/>
          </p:cNvPicPr>
          <p:nvPr/>
        </p:nvPicPr>
        <p:blipFill>
          <a:blip r:embed="rId334"/>
          <a:stretch>
            <a:fillRect/>
          </a:stretch>
        </p:blipFill>
        <p:spPr>
          <a:xfrm>
            <a:off x="4718511" y="4013982"/>
            <a:ext cx="56602" cy="66427"/>
          </a:xfrm>
          <a:prstGeom prst="rect">
            <a:avLst/>
          </a:prstGeom>
        </p:spPr>
      </p:pic>
      <p:pic>
        <p:nvPicPr>
          <p:cNvPr id="337" name="Image 334" descr="preencoded.png">    </p:cNvPr>
          <p:cNvPicPr>
            <a:picLocks noChangeAspect="1"/>
          </p:cNvPicPr>
          <p:nvPr/>
        </p:nvPicPr>
        <p:blipFill>
          <a:blip r:embed="rId335"/>
          <a:stretch>
            <a:fillRect/>
          </a:stretch>
        </p:blipFill>
        <p:spPr>
          <a:xfrm>
            <a:off x="4785332" y="4013797"/>
            <a:ext cx="56916" cy="66618"/>
          </a:xfrm>
          <a:prstGeom prst="rect">
            <a:avLst/>
          </a:prstGeom>
        </p:spPr>
      </p:pic>
      <p:pic>
        <p:nvPicPr>
          <p:cNvPr id="338" name="Image 335" descr="preencoded.png">    </p:cNvPr>
          <p:cNvPicPr>
            <a:picLocks noChangeAspect="1"/>
          </p:cNvPicPr>
          <p:nvPr/>
        </p:nvPicPr>
        <p:blipFill>
          <a:blip r:embed="rId336"/>
          <a:stretch>
            <a:fillRect/>
          </a:stretch>
        </p:blipFill>
        <p:spPr>
          <a:xfrm>
            <a:off x="4542619" y="3975641"/>
            <a:ext cx="342354" cy="155865"/>
          </a:xfrm>
          <a:prstGeom prst="rect">
            <a:avLst/>
          </a:prstGeom>
        </p:spPr>
      </p:pic>
      <p:pic>
        <p:nvPicPr>
          <p:cNvPr id="339" name="Image 336" descr="preencoded.png">    </p:cNvPr>
          <p:cNvPicPr>
            <a:picLocks noChangeAspect="1"/>
          </p:cNvPicPr>
          <p:nvPr/>
        </p:nvPicPr>
        <p:blipFill>
          <a:blip r:embed="rId337"/>
          <a:stretch>
            <a:fillRect/>
          </a:stretch>
        </p:blipFill>
        <p:spPr>
          <a:xfrm>
            <a:off x="7074508" y="4034420"/>
            <a:ext cx="56768" cy="40878"/>
          </a:xfrm>
          <a:prstGeom prst="rect">
            <a:avLst/>
          </a:prstGeom>
        </p:spPr>
      </p:pic>
      <p:pic>
        <p:nvPicPr>
          <p:cNvPr id="340" name="Image 337" descr="preencoded.png">    </p:cNvPr>
          <p:cNvPicPr>
            <a:picLocks noChangeAspect="1"/>
          </p:cNvPicPr>
          <p:nvPr/>
        </p:nvPicPr>
        <p:blipFill>
          <a:blip r:embed="rId338"/>
          <a:stretch>
            <a:fillRect/>
          </a:stretch>
        </p:blipFill>
        <p:spPr>
          <a:xfrm>
            <a:off x="4982059" y="4027139"/>
            <a:ext cx="20439" cy="12853"/>
          </a:xfrm>
          <a:prstGeom prst="rect">
            <a:avLst/>
          </a:prstGeom>
        </p:spPr>
      </p:pic>
      <p:pic>
        <p:nvPicPr>
          <p:cNvPr id="341" name="Image 338" descr="preencoded.png">    </p:cNvPr>
          <p:cNvPicPr>
            <a:picLocks noChangeAspect="1"/>
          </p:cNvPicPr>
          <p:nvPr/>
        </p:nvPicPr>
        <p:blipFill>
          <a:blip r:embed="rId339"/>
          <a:stretch>
            <a:fillRect/>
          </a:stretch>
        </p:blipFill>
        <p:spPr>
          <a:xfrm>
            <a:off x="4960694" y="4013780"/>
            <a:ext cx="59688" cy="66847"/>
          </a:xfrm>
          <a:prstGeom prst="rect">
            <a:avLst/>
          </a:prstGeom>
        </p:spPr>
      </p:pic>
      <p:pic>
        <p:nvPicPr>
          <p:cNvPr id="342" name="Image 339" descr="preencoded.png">    </p:cNvPr>
          <p:cNvPicPr>
            <a:picLocks noChangeAspect="1"/>
          </p:cNvPicPr>
          <p:nvPr/>
        </p:nvPicPr>
        <p:blipFill>
          <a:blip r:embed="rId340"/>
          <a:stretch>
            <a:fillRect/>
          </a:stretch>
        </p:blipFill>
        <p:spPr>
          <a:xfrm>
            <a:off x="4292223" y="4029167"/>
            <a:ext cx="27926" cy="35678"/>
          </a:xfrm>
          <a:prstGeom prst="rect">
            <a:avLst/>
          </a:prstGeom>
        </p:spPr>
      </p:pic>
      <p:pic>
        <p:nvPicPr>
          <p:cNvPr id="343" name="Image 340" descr="preencoded.png">    </p:cNvPr>
          <p:cNvPicPr>
            <a:picLocks noChangeAspect="1"/>
          </p:cNvPicPr>
          <p:nvPr/>
        </p:nvPicPr>
        <p:blipFill>
          <a:blip r:embed="rId341"/>
          <a:stretch>
            <a:fillRect/>
          </a:stretch>
        </p:blipFill>
        <p:spPr>
          <a:xfrm>
            <a:off x="4273870" y="4013890"/>
            <a:ext cx="62515" cy="67505"/>
          </a:xfrm>
          <a:prstGeom prst="rect">
            <a:avLst/>
          </a:prstGeom>
        </p:spPr>
      </p:pic>
      <p:pic>
        <p:nvPicPr>
          <p:cNvPr id="344" name="Image 341" descr="preencoded.png">    </p:cNvPr>
          <p:cNvPicPr>
            <a:picLocks noChangeAspect="1"/>
          </p:cNvPicPr>
          <p:nvPr/>
        </p:nvPicPr>
        <p:blipFill>
          <a:blip r:embed="rId342"/>
          <a:stretch>
            <a:fillRect/>
          </a:stretch>
        </p:blipFill>
        <p:spPr>
          <a:xfrm>
            <a:off x="4046972" y="3990988"/>
            <a:ext cx="18197" cy="89695"/>
          </a:xfrm>
          <a:prstGeom prst="rect">
            <a:avLst/>
          </a:prstGeom>
        </p:spPr>
      </p:pic>
      <p:pic>
        <p:nvPicPr>
          <p:cNvPr id="345" name="Image 342" descr="preencoded.png">    </p:cNvPr>
          <p:cNvPicPr>
            <a:picLocks noChangeAspect="1"/>
          </p:cNvPicPr>
          <p:nvPr/>
        </p:nvPicPr>
        <p:blipFill>
          <a:blip r:embed="rId343"/>
          <a:stretch>
            <a:fillRect/>
          </a:stretch>
        </p:blipFill>
        <p:spPr>
          <a:xfrm>
            <a:off x="3995562" y="3990988"/>
            <a:ext cx="18197" cy="89421"/>
          </a:xfrm>
          <a:prstGeom prst="rect">
            <a:avLst/>
          </a:prstGeom>
        </p:spPr>
      </p:pic>
      <p:pic>
        <p:nvPicPr>
          <p:cNvPr id="346" name="Image 343" descr="preencoded.png">    </p:cNvPr>
          <p:cNvPicPr>
            <a:picLocks noChangeAspect="1"/>
          </p:cNvPicPr>
          <p:nvPr/>
        </p:nvPicPr>
        <p:blipFill>
          <a:blip r:embed="rId344"/>
          <a:stretch>
            <a:fillRect/>
          </a:stretch>
        </p:blipFill>
        <p:spPr>
          <a:xfrm>
            <a:off x="5091896" y="4013975"/>
            <a:ext cx="56697" cy="66258"/>
          </a:xfrm>
          <a:prstGeom prst="rect">
            <a:avLst/>
          </a:prstGeom>
        </p:spPr>
      </p:pic>
      <p:pic>
        <p:nvPicPr>
          <p:cNvPr id="347" name="Image 344" descr="preencoded.png">    </p:cNvPr>
          <p:cNvPicPr>
            <a:picLocks noChangeAspect="1"/>
          </p:cNvPicPr>
          <p:nvPr/>
        </p:nvPicPr>
        <p:blipFill>
          <a:blip r:embed="rId345"/>
          <a:stretch>
            <a:fillRect/>
          </a:stretch>
        </p:blipFill>
        <p:spPr>
          <a:xfrm>
            <a:off x="4849205" y="3993542"/>
            <a:ext cx="35768" cy="87112"/>
          </a:xfrm>
          <a:prstGeom prst="rect">
            <a:avLst/>
          </a:prstGeom>
        </p:spPr>
      </p:pic>
      <p:pic>
        <p:nvPicPr>
          <p:cNvPr id="348" name="Image 345" descr="preencoded.png">    </p:cNvPr>
          <p:cNvPicPr>
            <a:picLocks noChangeAspect="1"/>
          </p:cNvPicPr>
          <p:nvPr/>
        </p:nvPicPr>
        <p:blipFill>
          <a:blip r:embed="rId346"/>
          <a:stretch>
            <a:fillRect/>
          </a:stretch>
        </p:blipFill>
        <p:spPr>
          <a:xfrm>
            <a:off x="3658629" y="3978703"/>
            <a:ext cx="212055" cy="178352"/>
          </a:xfrm>
          <a:prstGeom prst="rect">
            <a:avLst/>
          </a:prstGeom>
        </p:spPr>
      </p:pic>
      <p:pic>
        <p:nvPicPr>
          <p:cNvPr id="349" name="Image 346" descr="preencoded.png">    </p:cNvPr>
          <p:cNvPicPr>
            <a:picLocks noChangeAspect="1"/>
          </p:cNvPicPr>
          <p:nvPr/>
        </p:nvPicPr>
        <p:blipFill>
          <a:blip r:embed="rId347"/>
          <a:stretch>
            <a:fillRect/>
          </a:stretch>
        </p:blipFill>
        <p:spPr>
          <a:xfrm>
            <a:off x="3641792" y="3738054"/>
            <a:ext cx="466497" cy="439771"/>
          </a:xfrm>
          <a:prstGeom prst="rect">
            <a:avLst/>
          </a:prstGeom>
        </p:spPr>
      </p:pic>
      <p:pic>
        <p:nvPicPr>
          <p:cNvPr id="350" name="Image 347" descr="preencoded.png">    </p:cNvPr>
          <p:cNvPicPr>
            <a:picLocks noChangeAspect="1"/>
          </p:cNvPicPr>
          <p:nvPr/>
        </p:nvPicPr>
        <p:blipFill>
          <a:blip r:embed="rId348"/>
          <a:stretch>
            <a:fillRect/>
          </a:stretch>
        </p:blipFill>
        <p:spPr>
          <a:xfrm>
            <a:off x="4933516" y="4036976"/>
            <a:ext cx="17884" cy="43433"/>
          </a:xfrm>
          <a:prstGeom prst="rect">
            <a:avLst/>
          </a:prstGeom>
        </p:spPr>
      </p:pic>
      <p:pic>
        <p:nvPicPr>
          <p:cNvPr id="351" name="Image 348" descr="preencoded.png">    </p:cNvPr>
          <p:cNvPicPr>
            <a:picLocks noChangeAspect="1"/>
          </p:cNvPicPr>
          <p:nvPr/>
        </p:nvPicPr>
        <p:blipFill>
          <a:blip r:embed="rId349"/>
          <a:stretch>
            <a:fillRect/>
          </a:stretch>
        </p:blipFill>
        <p:spPr>
          <a:xfrm>
            <a:off x="3998429" y="3990641"/>
            <a:ext cx="63872" cy="87213"/>
          </a:xfrm>
          <a:prstGeom prst="rect">
            <a:avLst/>
          </a:prstGeom>
        </p:spPr>
      </p:pic>
      <p:pic>
        <p:nvPicPr>
          <p:cNvPr id="352" name="Image 349" descr="preencoded.png">    </p:cNvPr>
          <p:cNvPicPr>
            <a:picLocks noChangeAspect="1"/>
          </p:cNvPicPr>
          <p:nvPr/>
        </p:nvPicPr>
        <p:blipFill>
          <a:blip r:embed="rId350"/>
          <a:stretch>
            <a:fillRect/>
          </a:stretch>
        </p:blipFill>
        <p:spPr>
          <a:xfrm>
            <a:off x="7189477" y="4047195"/>
            <a:ext cx="730887" cy="7665"/>
          </a:xfrm>
          <a:prstGeom prst="rect">
            <a:avLst/>
          </a:prstGeom>
        </p:spPr>
      </p:pic>
      <p:pic>
        <p:nvPicPr>
          <p:cNvPr id="353" name="Image 350" descr="preencoded.png">    </p:cNvPr>
          <p:cNvPicPr>
            <a:picLocks noChangeAspect="1"/>
          </p:cNvPicPr>
          <p:nvPr/>
        </p:nvPicPr>
        <p:blipFill>
          <a:blip r:embed="rId351"/>
          <a:stretch>
            <a:fillRect/>
          </a:stretch>
        </p:blipFill>
        <p:spPr>
          <a:xfrm>
            <a:off x="7317222" y="4021646"/>
            <a:ext cx="641275" cy="43433"/>
          </a:xfrm>
          <a:prstGeom prst="rect">
            <a:avLst/>
          </a:prstGeom>
        </p:spPr>
      </p:pic>
      <p:pic>
        <p:nvPicPr>
          <p:cNvPr id="354" name="Image 351" descr="preencoded.png">    </p:cNvPr>
          <p:cNvPicPr>
            <a:picLocks noChangeAspect="1"/>
          </p:cNvPicPr>
          <p:nvPr/>
        </p:nvPicPr>
        <p:blipFill>
          <a:blip r:embed="rId352"/>
          <a:stretch>
            <a:fillRect/>
          </a:stretch>
        </p:blipFill>
        <p:spPr>
          <a:xfrm>
            <a:off x="6093433" y="3502935"/>
            <a:ext cx="753691" cy="544576"/>
          </a:xfrm>
          <a:prstGeom prst="rect">
            <a:avLst/>
          </a:prstGeom>
        </p:spPr>
      </p:pic>
      <p:pic>
        <p:nvPicPr>
          <p:cNvPr id="355" name="Image 352" descr="preencoded.png">    </p:cNvPr>
          <p:cNvPicPr>
            <a:picLocks noChangeAspect="1"/>
          </p:cNvPicPr>
          <p:nvPr/>
        </p:nvPicPr>
        <p:blipFill>
          <a:blip r:embed="rId353"/>
          <a:stretch>
            <a:fillRect/>
          </a:stretch>
        </p:blipFill>
        <p:spPr>
          <a:xfrm>
            <a:off x="7192032" y="4031866"/>
            <a:ext cx="728371" cy="10535"/>
          </a:xfrm>
          <a:prstGeom prst="rect">
            <a:avLst/>
          </a:prstGeom>
        </p:spPr>
      </p:pic>
      <p:pic>
        <p:nvPicPr>
          <p:cNvPr id="356" name="Image 353" descr="preencoded.png">    </p:cNvPr>
          <p:cNvPicPr>
            <a:picLocks noChangeAspect="1"/>
          </p:cNvPicPr>
          <p:nvPr/>
        </p:nvPicPr>
        <p:blipFill>
          <a:blip r:embed="rId354"/>
          <a:stretch>
            <a:fillRect/>
          </a:stretch>
        </p:blipFill>
        <p:spPr>
          <a:xfrm>
            <a:off x="7179258" y="3541328"/>
            <a:ext cx="7665" cy="508422"/>
          </a:xfrm>
          <a:prstGeom prst="rect">
            <a:avLst/>
          </a:prstGeom>
        </p:spPr>
      </p:pic>
      <p:pic>
        <p:nvPicPr>
          <p:cNvPr id="357" name="Image 354" descr="preencoded.png">    </p:cNvPr>
          <p:cNvPicPr>
            <a:picLocks noChangeAspect="1"/>
          </p:cNvPicPr>
          <p:nvPr/>
        </p:nvPicPr>
        <p:blipFill>
          <a:blip r:embed="rId355"/>
          <a:stretch>
            <a:fillRect/>
          </a:stretch>
        </p:blipFill>
        <p:spPr>
          <a:xfrm>
            <a:off x="6118981" y="4021646"/>
            <a:ext cx="769020" cy="40878"/>
          </a:xfrm>
          <a:prstGeom prst="rect">
            <a:avLst/>
          </a:prstGeom>
        </p:spPr>
      </p:pic>
      <p:pic>
        <p:nvPicPr>
          <p:cNvPr id="358" name="Image 355" descr="preencoded.png">    </p:cNvPr>
          <p:cNvPicPr>
            <a:picLocks noChangeAspect="1"/>
          </p:cNvPicPr>
          <p:nvPr/>
        </p:nvPicPr>
        <p:blipFill>
          <a:blip r:embed="rId356"/>
          <a:stretch>
            <a:fillRect/>
          </a:stretch>
        </p:blipFill>
        <p:spPr>
          <a:xfrm>
            <a:off x="4394435" y="3990988"/>
            <a:ext cx="56208" cy="89574"/>
          </a:xfrm>
          <a:prstGeom prst="rect">
            <a:avLst/>
          </a:prstGeom>
        </p:spPr>
      </p:pic>
      <p:pic>
        <p:nvPicPr>
          <p:cNvPr id="359" name="Image 356" descr="preencoded.png">    </p:cNvPr>
          <p:cNvPicPr>
            <a:picLocks noChangeAspect="1"/>
          </p:cNvPicPr>
          <p:nvPr/>
        </p:nvPicPr>
        <p:blipFill>
          <a:blip r:embed="rId357"/>
          <a:stretch>
            <a:fillRect/>
          </a:stretch>
        </p:blipFill>
        <p:spPr>
          <a:xfrm>
            <a:off x="5027580" y="4013679"/>
            <a:ext cx="56629" cy="66805"/>
          </a:xfrm>
          <a:prstGeom prst="rect">
            <a:avLst/>
          </a:prstGeom>
        </p:spPr>
      </p:pic>
      <p:pic>
        <p:nvPicPr>
          <p:cNvPr id="360" name="Image 357" descr="preencoded.png">    </p:cNvPr>
          <p:cNvPicPr>
            <a:picLocks noChangeAspect="1"/>
          </p:cNvPicPr>
          <p:nvPr/>
        </p:nvPicPr>
        <p:blipFill>
          <a:blip r:embed="rId358"/>
          <a:stretch>
            <a:fillRect/>
          </a:stretch>
        </p:blipFill>
        <p:spPr>
          <a:xfrm>
            <a:off x="4348447" y="4013597"/>
            <a:ext cx="38596" cy="66811"/>
          </a:xfrm>
          <a:prstGeom prst="rect">
            <a:avLst/>
          </a:prstGeom>
        </p:spPr>
      </p:pic>
      <p:pic>
        <p:nvPicPr>
          <p:cNvPr id="361" name="Image 358" descr="preencoded.png">    </p:cNvPr>
          <p:cNvPicPr>
            <a:picLocks noChangeAspect="1"/>
          </p:cNvPicPr>
          <p:nvPr/>
        </p:nvPicPr>
        <p:blipFill>
          <a:blip r:embed="rId359"/>
          <a:stretch>
            <a:fillRect/>
          </a:stretch>
        </p:blipFill>
        <p:spPr>
          <a:xfrm>
            <a:off x="4138947" y="3993542"/>
            <a:ext cx="35768" cy="87019"/>
          </a:xfrm>
          <a:prstGeom prst="rect">
            <a:avLst/>
          </a:prstGeom>
        </p:spPr>
      </p:pic>
      <p:pic>
        <p:nvPicPr>
          <p:cNvPr id="362" name="Image 359" descr="preencoded.png">    </p:cNvPr>
          <p:cNvPicPr>
            <a:picLocks noChangeAspect="1"/>
          </p:cNvPicPr>
          <p:nvPr/>
        </p:nvPicPr>
        <p:blipFill>
          <a:blip r:embed="rId360"/>
          <a:stretch>
            <a:fillRect/>
          </a:stretch>
        </p:blipFill>
        <p:spPr>
          <a:xfrm>
            <a:off x="7189477" y="3502870"/>
            <a:ext cx="153293" cy="536661"/>
          </a:xfrm>
          <a:prstGeom prst="rect">
            <a:avLst/>
          </a:prstGeom>
        </p:spPr>
      </p:pic>
      <p:pic>
        <p:nvPicPr>
          <p:cNvPr id="363" name="Image 360" descr="preencoded.png">    </p:cNvPr>
          <p:cNvPicPr>
            <a:picLocks noChangeAspect="1"/>
          </p:cNvPicPr>
          <p:nvPr/>
        </p:nvPicPr>
        <p:blipFill>
          <a:blip r:embed="rId361"/>
          <a:stretch>
            <a:fillRect/>
          </a:stretch>
        </p:blipFill>
        <p:spPr>
          <a:xfrm>
            <a:off x="6001457" y="3978022"/>
            <a:ext cx="58762" cy="43936"/>
          </a:xfrm>
          <a:prstGeom prst="rect">
            <a:avLst/>
          </a:prstGeom>
        </p:spPr>
      </p:pic>
      <p:pic>
        <p:nvPicPr>
          <p:cNvPr id="364" name="Image 361" descr="preencoded.png">    </p:cNvPr>
          <p:cNvPicPr>
            <a:picLocks noChangeAspect="1"/>
          </p:cNvPicPr>
          <p:nvPr/>
        </p:nvPicPr>
        <p:blipFill>
          <a:blip r:embed="rId362"/>
          <a:stretch>
            <a:fillRect/>
          </a:stretch>
        </p:blipFill>
        <p:spPr>
          <a:xfrm>
            <a:off x="4895193" y="4013782"/>
            <a:ext cx="56208" cy="66627"/>
          </a:xfrm>
          <a:prstGeom prst="rect">
            <a:avLst/>
          </a:prstGeom>
        </p:spPr>
      </p:pic>
      <p:pic>
        <p:nvPicPr>
          <p:cNvPr id="365" name="Image 362" descr="preencoded.png">    </p:cNvPr>
          <p:cNvPicPr>
            <a:picLocks noChangeAspect="1"/>
          </p:cNvPicPr>
          <p:nvPr/>
        </p:nvPicPr>
        <p:blipFill>
          <a:blip r:embed="rId363"/>
          <a:stretch>
            <a:fillRect/>
          </a:stretch>
        </p:blipFill>
        <p:spPr>
          <a:xfrm>
            <a:off x="7409198" y="3988280"/>
            <a:ext cx="229939" cy="51250"/>
          </a:xfrm>
          <a:prstGeom prst="rect">
            <a:avLst/>
          </a:prstGeom>
        </p:spPr>
      </p:pic>
      <p:pic>
        <p:nvPicPr>
          <p:cNvPr id="366" name="Image 363" descr="preencoded.png">    </p:cNvPr>
          <p:cNvPicPr>
            <a:picLocks noChangeAspect="1"/>
          </p:cNvPicPr>
          <p:nvPr/>
        </p:nvPicPr>
        <p:blipFill>
          <a:blip r:embed="rId364"/>
          <a:stretch>
            <a:fillRect/>
          </a:stretch>
        </p:blipFill>
        <p:spPr>
          <a:xfrm>
            <a:off x="7393868" y="3993393"/>
            <a:ext cx="17925" cy="28759"/>
          </a:xfrm>
          <a:prstGeom prst="rect">
            <a:avLst/>
          </a:prstGeom>
        </p:spPr>
      </p:pic>
      <p:pic>
        <p:nvPicPr>
          <p:cNvPr id="367" name="Image 364" descr="preencoded.png">    </p:cNvPr>
          <p:cNvPicPr>
            <a:picLocks noChangeAspect="1"/>
          </p:cNvPicPr>
          <p:nvPr/>
        </p:nvPicPr>
        <p:blipFill>
          <a:blip r:embed="rId365"/>
          <a:stretch>
            <a:fillRect/>
          </a:stretch>
        </p:blipFill>
        <p:spPr>
          <a:xfrm>
            <a:off x="4509121" y="4006030"/>
            <a:ext cx="25833" cy="20727"/>
          </a:xfrm>
          <a:prstGeom prst="rect">
            <a:avLst/>
          </a:prstGeom>
        </p:spPr>
      </p:pic>
      <p:pic>
        <p:nvPicPr>
          <p:cNvPr id="368" name="Image 365" descr="preencoded.png">    </p:cNvPr>
          <p:cNvPicPr>
            <a:picLocks noChangeAspect="1"/>
          </p:cNvPicPr>
          <p:nvPr/>
        </p:nvPicPr>
        <p:blipFill>
          <a:blip r:embed="rId366"/>
          <a:stretch>
            <a:fillRect/>
          </a:stretch>
        </p:blipFill>
        <p:spPr>
          <a:xfrm>
            <a:off x="4409449" y="3990988"/>
            <a:ext cx="5425" cy="43433"/>
          </a:xfrm>
          <a:prstGeom prst="rect">
            <a:avLst/>
          </a:prstGeom>
        </p:spPr>
      </p:pic>
      <p:pic>
        <p:nvPicPr>
          <p:cNvPr id="369" name="Image 366" descr="preencoded.png">    </p:cNvPr>
          <p:cNvPicPr>
            <a:picLocks noChangeAspect="1"/>
          </p:cNvPicPr>
          <p:nvPr/>
        </p:nvPicPr>
        <p:blipFill>
          <a:blip r:embed="rId367"/>
          <a:stretch>
            <a:fillRect/>
          </a:stretch>
        </p:blipFill>
        <p:spPr>
          <a:xfrm>
            <a:off x="6103652" y="3541137"/>
            <a:ext cx="7665" cy="503503"/>
          </a:xfrm>
          <a:prstGeom prst="rect">
            <a:avLst/>
          </a:prstGeom>
        </p:spPr>
      </p:pic>
      <p:pic>
        <p:nvPicPr>
          <p:cNvPr id="370" name="Image 367" descr="preencoded.png">    </p:cNvPr>
          <p:cNvPicPr>
            <a:picLocks noChangeAspect="1"/>
          </p:cNvPicPr>
          <p:nvPr/>
        </p:nvPicPr>
        <p:blipFill>
          <a:blip r:embed="rId368"/>
          <a:stretch>
            <a:fillRect/>
          </a:stretch>
        </p:blipFill>
        <p:spPr>
          <a:xfrm>
            <a:off x="6027005" y="3983323"/>
            <a:ext cx="5110" cy="28110"/>
          </a:xfrm>
          <a:prstGeom prst="rect">
            <a:avLst/>
          </a:prstGeom>
        </p:spPr>
      </p:pic>
      <p:pic>
        <p:nvPicPr>
          <p:cNvPr id="371" name="Image 368" descr="preencoded.png">    </p:cNvPr>
          <p:cNvPicPr>
            <a:picLocks noChangeAspect="1"/>
          </p:cNvPicPr>
          <p:nvPr/>
        </p:nvPicPr>
        <p:blipFill>
          <a:blip r:embed="rId369"/>
          <a:stretch>
            <a:fillRect/>
          </a:stretch>
        </p:blipFill>
        <p:spPr>
          <a:xfrm>
            <a:off x="6009122" y="3983323"/>
            <a:ext cx="40878" cy="33214"/>
          </a:xfrm>
          <a:prstGeom prst="rect">
            <a:avLst/>
          </a:prstGeom>
        </p:spPr>
      </p:pic>
      <p:pic>
        <p:nvPicPr>
          <p:cNvPr id="372" name="Image 369" descr="preencoded.png">    </p:cNvPr>
          <p:cNvPicPr>
            <a:picLocks noChangeAspect="1"/>
          </p:cNvPicPr>
          <p:nvPr/>
        </p:nvPicPr>
        <p:blipFill>
          <a:blip r:embed="rId370"/>
          <a:stretch>
            <a:fillRect/>
          </a:stretch>
        </p:blipFill>
        <p:spPr>
          <a:xfrm>
            <a:off x="6001457" y="3980767"/>
            <a:ext cx="56765" cy="38323"/>
          </a:xfrm>
          <a:prstGeom prst="rect">
            <a:avLst/>
          </a:prstGeom>
        </p:spPr>
      </p:pic>
      <p:pic>
        <p:nvPicPr>
          <p:cNvPr id="373" name="Image 370" descr="preencoded.png">    </p:cNvPr>
          <p:cNvPicPr>
            <a:picLocks noChangeAspect="1"/>
          </p:cNvPicPr>
          <p:nvPr/>
        </p:nvPicPr>
        <p:blipFill>
          <a:blip r:embed="rId371"/>
          <a:stretch>
            <a:fillRect/>
          </a:stretch>
        </p:blipFill>
        <p:spPr>
          <a:xfrm>
            <a:off x="4511961" y="4008836"/>
            <a:ext cx="30647" cy="18140"/>
          </a:xfrm>
          <a:prstGeom prst="rect">
            <a:avLst/>
          </a:prstGeom>
        </p:spPr>
      </p:pic>
      <p:pic>
        <p:nvPicPr>
          <p:cNvPr id="374" name="Image 371" descr="preencoded.png">    </p:cNvPr>
          <p:cNvPicPr>
            <a:picLocks noChangeAspect="1"/>
          </p:cNvPicPr>
          <p:nvPr/>
        </p:nvPicPr>
        <p:blipFill>
          <a:blip r:embed="rId372"/>
          <a:stretch>
            <a:fillRect/>
          </a:stretch>
        </p:blipFill>
        <p:spPr>
          <a:xfrm>
            <a:off x="7416628" y="3985878"/>
            <a:ext cx="30239" cy="28256"/>
          </a:xfrm>
          <a:prstGeom prst="rect">
            <a:avLst/>
          </a:prstGeom>
        </p:spPr>
      </p:pic>
      <p:pic>
        <p:nvPicPr>
          <p:cNvPr id="375" name="Image 372" descr="preencoded.png">    </p:cNvPr>
          <p:cNvPicPr>
            <a:picLocks noChangeAspect="1"/>
          </p:cNvPicPr>
          <p:nvPr/>
        </p:nvPicPr>
        <p:blipFill>
          <a:blip r:embed="rId373"/>
          <a:stretch>
            <a:fillRect/>
          </a:stretch>
        </p:blipFill>
        <p:spPr>
          <a:xfrm>
            <a:off x="7299460" y="3995796"/>
            <a:ext cx="28486" cy="30960"/>
          </a:xfrm>
          <a:prstGeom prst="rect">
            <a:avLst/>
          </a:prstGeom>
        </p:spPr>
      </p:pic>
      <p:pic>
        <p:nvPicPr>
          <p:cNvPr id="376" name="Image 373" descr="preencoded.png">    </p:cNvPr>
          <p:cNvPicPr>
            <a:picLocks noChangeAspect="1"/>
          </p:cNvPicPr>
          <p:nvPr/>
        </p:nvPicPr>
        <p:blipFill>
          <a:blip r:embed="rId374"/>
          <a:stretch>
            <a:fillRect/>
          </a:stretch>
        </p:blipFill>
        <p:spPr>
          <a:xfrm>
            <a:off x="7355970" y="3980767"/>
            <a:ext cx="91551" cy="48543"/>
          </a:xfrm>
          <a:prstGeom prst="rect">
            <a:avLst/>
          </a:prstGeom>
        </p:spPr>
      </p:pic>
      <p:pic>
        <p:nvPicPr>
          <p:cNvPr id="377" name="Image 374" descr="preencoded.png">    </p:cNvPr>
          <p:cNvPicPr>
            <a:picLocks noChangeAspect="1"/>
          </p:cNvPicPr>
          <p:nvPr/>
        </p:nvPicPr>
        <p:blipFill>
          <a:blip r:embed="rId375"/>
          <a:stretch>
            <a:fillRect/>
          </a:stretch>
        </p:blipFill>
        <p:spPr>
          <a:xfrm>
            <a:off x="7221499" y="3996097"/>
            <a:ext cx="28238" cy="27074"/>
          </a:xfrm>
          <a:prstGeom prst="rect">
            <a:avLst/>
          </a:prstGeom>
        </p:spPr>
      </p:pic>
      <p:pic>
        <p:nvPicPr>
          <p:cNvPr id="378" name="Image 375" descr="preencoded.png">    </p:cNvPr>
          <p:cNvPicPr>
            <a:picLocks noChangeAspect="1"/>
          </p:cNvPicPr>
          <p:nvPr/>
        </p:nvPicPr>
        <p:blipFill>
          <a:blip r:embed="rId376"/>
          <a:stretch>
            <a:fillRect/>
          </a:stretch>
        </p:blipFill>
        <p:spPr>
          <a:xfrm>
            <a:off x="7215448" y="3988740"/>
            <a:ext cx="43078" cy="42610"/>
          </a:xfrm>
          <a:prstGeom prst="rect">
            <a:avLst/>
          </a:prstGeom>
        </p:spPr>
      </p:pic>
      <p:pic>
        <p:nvPicPr>
          <p:cNvPr id="379" name="Image 376" descr="preencoded.png">    </p:cNvPr>
          <p:cNvPicPr>
            <a:picLocks noChangeAspect="1"/>
          </p:cNvPicPr>
          <p:nvPr/>
        </p:nvPicPr>
        <p:blipFill>
          <a:blip r:embed="rId377"/>
          <a:stretch>
            <a:fillRect/>
          </a:stretch>
        </p:blipFill>
        <p:spPr>
          <a:xfrm>
            <a:off x="7554826" y="3975090"/>
            <a:ext cx="28833" cy="28592"/>
          </a:xfrm>
          <a:prstGeom prst="rect">
            <a:avLst/>
          </a:prstGeom>
        </p:spPr>
      </p:pic>
      <p:pic>
        <p:nvPicPr>
          <p:cNvPr id="380" name="Image 377" descr="preencoded.png">    </p:cNvPr>
          <p:cNvPicPr>
            <a:picLocks noChangeAspect="1"/>
          </p:cNvPicPr>
          <p:nvPr/>
        </p:nvPicPr>
        <p:blipFill>
          <a:blip r:embed="rId378"/>
          <a:stretch>
            <a:fillRect/>
          </a:stretch>
        </p:blipFill>
        <p:spPr>
          <a:xfrm>
            <a:off x="7363228" y="3988323"/>
            <a:ext cx="27936" cy="28251"/>
          </a:xfrm>
          <a:prstGeom prst="rect">
            <a:avLst/>
          </a:prstGeom>
        </p:spPr>
      </p:pic>
      <p:pic>
        <p:nvPicPr>
          <p:cNvPr id="381" name="Image 378" descr="preencoded.png">    </p:cNvPr>
          <p:cNvPicPr>
            <a:picLocks noChangeAspect="1"/>
          </p:cNvPicPr>
          <p:nvPr/>
        </p:nvPicPr>
        <p:blipFill>
          <a:blip r:embed="rId379"/>
          <a:stretch>
            <a:fillRect/>
          </a:stretch>
        </p:blipFill>
        <p:spPr>
          <a:xfrm>
            <a:off x="7291558" y="3989660"/>
            <a:ext cx="43658" cy="41941"/>
          </a:xfrm>
          <a:prstGeom prst="rect">
            <a:avLst/>
          </a:prstGeom>
        </p:spPr>
      </p:pic>
      <p:pic>
        <p:nvPicPr>
          <p:cNvPr id="382" name="Image 379" descr="preencoded.png">    </p:cNvPr>
          <p:cNvPicPr>
            <a:picLocks noChangeAspect="1"/>
          </p:cNvPicPr>
          <p:nvPr/>
        </p:nvPicPr>
        <p:blipFill>
          <a:blip r:embed="rId380"/>
          <a:stretch>
            <a:fillRect/>
          </a:stretch>
        </p:blipFill>
        <p:spPr>
          <a:xfrm>
            <a:off x="4491521" y="3990824"/>
            <a:ext cx="76646" cy="89882"/>
          </a:xfrm>
          <a:prstGeom prst="rect">
            <a:avLst/>
          </a:prstGeom>
        </p:spPr>
      </p:pic>
      <p:pic>
        <p:nvPicPr>
          <p:cNvPr id="383" name="Image 380" descr="preencoded.png">    </p:cNvPr>
          <p:cNvPicPr>
            <a:picLocks noChangeAspect="1"/>
          </p:cNvPicPr>
          <p:nvPr/>
        </p:nvPicPr>
        <p:blipFill>
          <a:blip r:embed="rId381"/>
          <a:stretch>
            <a:fillRect/>
          </a:stretch>
        </p:blipFill>
        <p:spPr>
          <a:xfrm>
            <a:off x="7490953" y="3965438"/>
            <a:ext cx="53653" cy="40152"/>
          </a:xfrm>
          <a:prstGeom prst="rect">
            <a:avLst/>
          </a:prstGeom>
        </p:spPr>
      </p:pic>
      <p:pic>
        <p:nvPicPr>
          <p:cNvPr id="384" name="Image 381" descr="preencoded.png">    </p:cNvPr>
          <p:cNvPicPr>
            <a:picLocks noChangeAspect="1"/>
          </p:cNvPicPr>
          <p:nvPr/>
        </p:nvPicPr>
        <p:blipFill>
          <a:blip r:embed="rId382"/>
          <a:stretch>
            <a:fillRect/>
          </a:stretch>
        </p:blipFill>
        <p:spPr>
          <a:xfrm>
            <a:off x="7478180" y="3951331"/>
            <a:ext cx="27179" cy="24052"/>
          </a:xfrm>
          <a:prstGeom prst="rect">
            <a:avLst/>
          </a:prstGeom>
        </p:spPr>
      </p:pic>
      <p:pic>
        <p:nvPicPr>
          <p:cNvPr id="385" name="Image 382" descr="preencoded.png">    </p:cNvPr>
          <p:cNvPicPr>
            <a:picLocks noChangeAspect="1"/>
          </p:cNvPicPr>
          <p:nvPr/>
        </p:nvPicPr>
        <p:blipFill>
          <a:blip r:embed="rId383"/>
          <a:stretch>
            <a:fillRect/>
          </a:stretch>
        </p:blipFill>
        <p:spPr>
          <a:xfrm>
            <a:off x="7455161" y="3972951"/>
            <a:ext cx="29405" cy="28626"/>
          </a:xfrm>
          <a:prstGeom prst="rect">
            <a:avLst/>
          </a:prstGeom>
        </p:spPr>
      </p:pic>
      <p:pic>
        <p:nvPicPr>
          <p:cNvPr id="386" name="Image 383" descr="preencoded.png">    </p:cNvPr>
          <p:cNvPicPr>
            <a:picLocks noChangeAspect="1"/>
          </p:cNvPicPr>
          <p:nvPr/>
        </p:nvPicPr>
        <p:blipFill>
          <a:blip r:embed="rId384"/>
          <a:stretch>
            <a:fillRect/>
          </a:stretch>
        </p:blipFill>
        <p:spPr>
          <a:xfrm>
            <a:off x="7370875" y="3945063"/>
            <a:ext cx="217314" cy="81693"/>
          </a:xfrm>
          <a:prstGeom prst="rect">
            <a:avLst/>
          </a:prstGeom>
        </p:spPr>
      </p:pic>
      <p:pic>
        <p:nvPicPr>
          <p:cNvPr id="387" name="Image 384" descr="preencoded.png">    </p:cNvPr>
          <p:cNvPicPr>
            <a:picLocks noChangeAspect="1"/>
          </p:cNvPicPr>
          <p:nvPr/>
        </p:nvPicPr>
        <p:blipFill>
          <a:blip r:embed="rId385"/>
          <a:stretch>
            <a:fillRect/>
          </a:stretch>
        </p:blipFill>
        <p:spPr>
          <a:xfrm>
            <a:off x="6118981" y="3919450"/>
            <a:ext cx="687263" cy="120079"/>
          </a:xfrm>
          <a:prstGeom prst="rect">
            <a:avLst/>
          </a:prstGeom>
        </p:spPr>
      </p:pic>
      <p:pic>
        <p:nvPicPr>
          <p:cNvPr id="388" name="Image 385" descr="preencoded.png">    </p:cNvPr>
          <p:cNvPicPr>
            <a:picLocks noChangeAspect="1"/>
          </p:cNvPicPr>
          <p:nvPr/>
        </p:nvPicPr>
        <p:blipFill>
          <a:blip r:embed="rId386"/>
          <a:stretch>
            <a:fillRect/>
          </a:stretch>
        </p:blipFill>
        <p:spPr>
          <a:xfrm>
            <a:off x="7635161" y="3876018"/>
            <a:ext cx="29269" cy="29525"/>
          </a:xfrm>
          <a:prstGeom prst="rect">
            <a:avLst/>
          </a:prstGeom>
        </p:spPr>
      </p:pic>
      <p:pic>
        <p:nvPicPr>
          <p:cNvPr id="389" name="Image 386" descr="preencoded.png">    </p:cNvPr>
          <p:cNvPicPr>
            <a:picLocks noChangeAspect="1"/>
          </p:cNvPicPr>
          <p:nvPr/>
        </p:nvPicPr>
        <p:blipFill>
          <a:blip r:embed="rId387"/>
          <a:stretch>
            <a:fillRect/>
          </a:stretch>
        </p:blipFill>
        <p:spPr>
          <a:xfrm>
            <a:off x="7595698" y="3906657"/>
            <a:ext cx="30262" cy="30015"/>
          </a:xfrm>
          <a:prstGeom prst="rect">
            <a:avLst/>
          </a:prstGeom>
        </p:spPr>
      </p:pic>
      <p:pic>
        <p:nvPicPr>
          <p:cNvPr id="390" name="Image 387" descr="preencoded.png">    </p:cNvPr>
          <p:cNvPicPr>
            <a:picLocks noChangeAspect="1"/>
          </p:cNvPicPr>
          <p:nvPr/>
        </p:nvPicPr>
        <p:blipFill>
          <a:blip r:embed="rId388"/>
          <a:stretch>
            <a:fillRect/>
          </a:stretch>
        </p:blipFill>
        <p:spPr>
          <a:xfrm>
            <a:off x="7526722" y="3926963"/>
            <a:ext cx="26978" cy="25701"/>
          </a:xfrm>
          <a:prstGeom prst="rect">
            <a:avLst/>
          </a:prstGeom>
        </p:spPr>
      </p:pic>
      <p:pic>
        <p:nvPicPr>
          <p:cNvPr id="391" name="Image 388" descr="preencoded.png">    </p:cNvPr>
          <p:cNvPicPr>
            <a:picLocks noChangeAspect="1"/>
          </p:cNvPicPr>
          <p:nvPr/>
        </p:nvPicPr>
        <p:blipFill>
          <a:blip r:embed="rId389"/>
          <a:stretch>
            <a:fillRect/>
          </a:stretch>
        </p:blipFill>
        <p:spPr>
          <a:xfrm>
            <a:off x="7585745" y="3949875"/>
            <a:ext cx="29766" cy="30363"/>
          </a:xfrm>
          <a:prstGeom prst="rect">
            <a:avLst/>
          </a:prstGeom>
        </p:spPr>
      </p:pic>
      <p:pic>
        <p:nvPicPr>
          <p:cNvPr id="392" name="Image 389" descr="preencoded.png">    </p:cNvPr>
          <p:cNvPicPr>
            <a:picLocks noChangeAspect="1"/>
          </p:cNvPicPr>
          <p:nvPr/>
        </p:nvPicPr>
        <p:blipFill>
          <a:blip r:embed="rId390"/>
          <a:stretch>
            <a:fillRect/>
          </a:stretch>
        </p:blipFill>
        <p:spPr>
          <a:xfrm>
            <a:off x="7544606" y="3947554"/>
            <a:ext cx="29982" cy="28812"/>
          </a:xfrm>
          <a:prstGeom prst="rect">
            <a:avLst/>
          </a:prstGeom>
        </p:spPr>
      </p:pic>
      <p:pic>
        <p:nvPicPr>
          <p:cNvPr id="393" name="Image 390" descr="preencoded.png">    </p:cNvPr>
          <p:cNvPicPr>
            <a:picLocks noChangeAspect="1"/>
          </p:cNvPicPr>
          <p:nvPr/>
        </p:nvPicPr>
        <p:blipFill>
          <a:blip r:embed="rId391"/>
          <a:stretch>
            <a:fillRect/>
          </a:stretch>
        </p:blipFill>
        <p:spPr>
          <a:xfrm>
            <a:off x="7624688" y="3955219"/>
            <a:ext cx="26594" cy="29778"/>
          </a:xfrm>
          <a:prstGeom prst="rect">
            <a:avLst/>
          </a:prstGeom>
        </p:spPr>
      </p:pic>
      <p:pic>
        <p:nvPicPr>
          <p:cNvPr id="394" name="Image 391" descr="preencoded.png">    </p:cNvPr>
          <p:cNvPicPr>
            <a:picLocks noChangeAspect="1"/>
          </p:cNvPicPr>
          <p:nvPr/>
        </p:nvPicPr>
        <p:blipFill>
          <a:blip r:embed="rId392"/>
          <a:stretch>
            <a:fillRect/>
          </a:stretch>
        </p:blipFill>
        <p:spPr>
          <a:xfrm>
            <a:off x="7519636" y="3868353"/>
            <a:ext cx="152102" cy="125189"/>
          </a:xfrm>
          <a:prstGeom prst="rect">
            <a:avLst/>
          </a:prstGeom>
        </p:spPr>
      </p:pic>
      <p:pic>
        <p:nvPicPr>
          <p:cNvPr id="395" name="Image 392" descr="preencoded.png">    </p:cNvPr>
          <p:cNvPicPr>
            <a:picLocks noChangeAspect="1"/>
          </p:cNvPicPr>
          <p:nvPr/>
        </p:nvPicPr>
        <p:blipFill>
          <a:blip r:embed="rId393"/>
          <a:stretch>
            <a:fillRect/>
          </a:stretch>
        </p:blipFill>
        <p:spPr>
          <a:xfrm>
            <a:off x="7089756" y="3973082"/>
            <a:ext cx="40960" cy="53673"/>
          </a:xfrm>
          <a:prstGeom prst="rect">
            <a:avLst/>
          </a:prstGeom>
        </p:spPr>
      </p:pic>
      <p:pic>
        <p:nvPicPr>
          <p:cNvPr id="396" name="Image 393" descr="preencoded.png">    </p:cNvPr>
          <p:cNvPicPr>
            <a:picLocks noChangeAspect="1"/>
          </p:cNvPicPr>
          <p:nvPr/>
        </p:nvPicPr>
        <p:blipFill>
          <a:blip r:embed="rId394"/>
          <a:stretch>
            <a:fillRect/>
          </a:stretch>
        </p:blipFill>
        <p:spPr>
          <a:xfrm>
            <a:off x="7094947" y="3970574"/>
            <a:ext cx="37980" cy="10358"/>
          </a:xfrm>
          <a:prstGeom prst="rect">
            <a:avLst/>
          </a:prstGeom>
        </p:spPr>
      </p:pic>
      <p:pic>
        <p:nvPicPr>
          <p:cNvPr id="397" name="Image 394" descr="preencoded.png">    </p:cNvPr>
          <p:cNvPicPr>
            <a:picLocks noChangeAspect="1"/>
          </p:cNvPicPr>
          <p:nvPr/>
        </p:nvPicPr>
        <p:blipFill>
          <a:blip r:embed="rId395"/>
          <a:stretch>
            <a:fillRect/>
          </a:stretch>
        </p:blipFill>
        <p:spPr>
          <a:xfrm>
            <a:off x="6016786" y="3965438"/>
            <a:ext cx="43624" cy="7966"/>
          </a:xfrm>
          <a:prstGeom prst="rect">
            <a:avLst/>
          </a:prstGeom>
        </p:spPr>
      </p:pic>
      <p:pic>
        <p:nvPicPr>
          <p:cNvPr id="398" name="Image 395" descr="preencoded.png">    </p:cNvPr>
          <p:cNvPicPr>
            <a:picLocks noChangeAspect="1"/>
          </p:cNvPicPr>
          <p:nvPr/>
        </p:nvPicPr>
        <p:blipFill>
          <a:blip r:embed="rId396"/>
          <a:stretch>
            <a:fillRect/>
          </a:stretch>
        </p:blipFill>
        <p:spPr>
          <a:xfrm>
            <a:off x="7095316" y="3934224"/>
            <a:ext cx="29030" cy="23550"/>
          </a:xfrm>
          <a:prstGeom prst="rect">
            <a:avLst/>
          </a:prstGeom>
        </p:spPr>
      </p:pic>
      <p:pic>
        <p:nvPicPr>
          <p:cNvPr id="399" name="Image 396" descr="preencoded.png">    </p:cNvPr>
          <p:cNvPicPr>
            <a:picLocks noChangeAspect="1"/>
          </p:cNvPicPr>
          <p:nvPr/>
        </p:nvPicPr>
        <p:blipFill>
          <a:blip r:embed="rId397"/>
          <a:stretch>
            <a:fillRect/>
          </a:stretch>
        </p:blipFill>
        <p:spPr>
          <a:xfrm>
            <a:off x="6014268" y="3916732"/>
            <a:ext cx="45951" cy="54376"/>
          </a:xfrm>
          <a:prstGeom prst="rect">
            <a:avLst/>
          </a:prstGeom>
        </p:spPr>
      </p:pic>
      <p:pic>
        <p:nvPicPr>
          <p:cNvPr id="400" name="Image 397" descr="preencoded.png">    </p:cNvPr>
          <p:cNvPicPr>
            <a:picLocks noChangeAspect="1"/>
          </p:cNvPicPr>
          <p:nvPr/>
        </p:nvPicPr>
        <p:blipFill>
          <a:blip r:embed="rId398"/>
          <a:stretch>
            <a:fillRect/>
          </a:stretch>
        </p:blipFill>
        <p:spPr>
          <a:xfrm>
            <a:off x="6343812" y="3538773"/>
            <a:ext cx="171177" cy="429220"/>
          </a:xfrm>
          <a:prstGeom prst="rect">
            <a:avLst/>
          </a:prstGeom>
        </p:spPr>
      </p:pic>
      <p:pic>
        <p:nvPicPr>
          <p:cNvPr id="401" name="Image 398" descr="preencoded.png">    </p:cNvPr>
          <p:cNvPicPr>
            <a:picLocks noChangeAspect="1"/>
          </p:cNvPicPr>
          <p:nvPr/>
        </p:nvPicPr>
        <p:blipFill>
          <a:blip r:embed="rId399"/>
          <a:stretch>
            <a:fillRect/>
          </a:stretch>
        </p:blipFill>
        <p:spPr>
          <a:xfrm>
            <a:off x="7669919" y="3914341"/>
            <a:ext cx="26946" cy="30410"/>
          </a:xfrm>
          <a:prstGeom prst="rect">
            <a:avLst/>
          </a:prstGeom>
        </p:spPr>
      </p:pic>
      <p:pic>
        <p:nvPicPr>
          <p:cNvPr id="402" name="Image 399" descr="preencoded.png">    </p:cNvPr>
          <p:cNvPicPr>
            <a:picLocks noChangeAspect="1"/>
          </p:cNvPicPr>
          <p:nvPr/>
        </p:nvPicPr>
        <p:blipFill>
          <a:blip r:embed="rId400"/>
          <a:stretch>
            <a:fillRect/>
          </a:stretch>
        </p:blipFill>
        <p:spPr>
          <a:xfrm>
            <a:off x="7661647" y="3906677"/>
            <a:ext cx="43080" cy="43694"/>
          </a:xfrm>
          <a:prstGeom prst="rect">
            <a:avLst/>
          </a:prstGeom>
        </p:spPr>
      </p:pic>
      <p:pic>
        <p:nvPicPr>
          <p:cNvPr id="403" name="Image 400" descr="preencoded.png">    </p:cNvPr>
          <p:cNvPicPr>
            <a:picLocks noChangeAspect="1"/>
          </p:cNvPicPr>
          <p:nvPr/>
        </p:nvPicPr>
        <p:blipFill>
          <a:blip r:embed="rId401"/>
          <a:stretch>
            <a:fillRect/>
          </a:stretch>
        </p:blipFill>
        <p:spPr>
          <a:xfrm>
            <a:off x="3395317" y="2854065"/>
            <a:ext cx="2348097" cy="1678558"/>
          </a:xfrm>
          <a:prstGeom prst="rect">
            <a:avLst/>
          </a:prstGeom>
        </p:spPr>
      </p:pic>
      <p:pic>
        <p:nvPicPr>
          <p:cNvPr id="404" name="Image 401" descr="preencoded.png">    </p:cNvPr>
          <p:cNvPicPr>
            <a:picLocks noChangeAspect="1"/>
          </p:cNvPicPr>
          <p:nvPr/>
        </p:nvPicPr>
        <p:blipFill>
          <a:blip r:embed="rId402"/>
          <a:stretch>
            <a:fillRect/>
          </a:stretch>
        </p:blipFill>
        <p:spPr>
          <a:xfrm>
            <a:off x="7087410" y="3925967"/>
            <a:ext cx="45860" cy="40046"/>
          </a:xfrm>
          <a:prstGeom prst="rect">
            <a:avLst/>
          </a:prstGeom>
        </p:spPr>
      </p:pic>
      <p:pic>
        <p:nvPicPr>
          <p:cNvPr id="405" name="Image 402" descr="preencoded.png">    </p:cNvPr>
          <p:cNvPicPr>
            <a:picLocks noChangeAspect="1"/>
          </p:cNvPicPr>
          <p:nvPr/>
        </p:nvPicPr>
        <p:blipFill>
          <a:blip r:embed="rId403"/>
          <a:stretch>
            <a:fillRect/>
          </a:stretch>
        </p:blipFill>
        <p:spPr>
          <a:xfrm>
            <a:off x="7077062" y="3904121"/>
            <a:ext cx="56408" cy="17884"/>
          </a:xfrm>
          <a:prstGeom prst="rect">
            <a:avLst/>
          </a:prstGeom>
        </p:spPr>
      </p:pic>
      <p:pic>
        <p:nvPicPr>
          <p:cNvPr id="406" name="Image 403" descr="preencoded.png">    </p:cNvPr>
          <p:cNvPicPr>
            <a:picLocks noChangeAspect="1"/>
          </p:cNvPicPr>
          <p:nvPr/>
        </p:nvPicPr>
        <p:blipFill>
          <a:blip r:embed="rId404"/>
          <a:stretch>
            <a:fillRect/>
          </a:stretch>
        </p:blipFill>
        <p:spPr>
          <a:xfrm>
            <a:off x="7166483" y="3503005"/>
            <a:ext cx="43433" cy="536525"/>
          </a:xfrm>
          <a:prstGeom prst="rect">
            <a:avLst/>
          </a:prstGeom>
        </p:spPr>
      </p:pic>
      <p:pic>
        <p:nvPicPr>
          <p:cNvPr id="407" name="Image 404" descr="preencoded.png">    </p:cNvPr>
          <p:cNvPicPr>
            <a:picLocks noChangeAspect="1"/>
          </p:cNvPicPr>
          <p:nvPr/>
        </p:nvPicPr>
        <p:blipFill>
          <a:blip r:embed="rId405"/>
          <a:stretch>
            <a:fillRect/>
          </a:stretch>
        </p:blipFill>
        <p:spPr>
          <a:xfrm>
            <a:off x="7074508" y="3904121"/>
            <a:ext cx="15329" cy="10220"/>
          </a:xfrm>
          <a:prstGeom prst="rect">
            <a:avLst/>
          </a:prstGeom>
        </p:spPr>
      </p:pic>
      <p:pic>
        <p:nvPicPr>
          <p:cNvPr id="408" name="Image 405" descr="preencoded.png">    </p:cNvPr>
          <p:cNvPicPr>
            <a:picLocks noChangeAspect="1"/>
          </p:cNvPicPr>
          <p:nvPr/>
        </p:nvPicPr>
        <p:blipFill>
          <a:blip r:embed="rId406"/>
          <a:stretch>
            <a:fillRect/>
          </a:stretch>
        </p:blipFill>
        <p:spPr>
          <a:xfrm>
            <a:off x="7089837" y="3891347"/>
            <a:ext cx="40878" cy="5110"/>
          </a:xfrm>
          <a:prstGeom prst="rect">
            <a:avLst/>
          </a:prstGeom>
        </p:spPr>
      </p:pic>
      <p:pic>
        <p:nvPicPr>
          <p:cNvPr id="409" name="Image 406" descr="preencoded.png">    </p:cNvPr>
          <p:cNvPicPr>
            <a:picLocks noChangeAspect="1"/>
          </p:cNvPicPr>
          <p:nvPr/>
        </p:nvPicPr>
        <p:blipFill>
          <a:blip r:embed="rId407"/>
          <a:stretch>
            <a:fillRect/>
          </a:stretch>
        </p:blipFill>
        <p:spPr>
          <a:xfrm>
            <a:off x="7074508" y="3888792"/>
            <a:ext cx="7665" cy="7665"/>
          </a:xfrm>
          <a:prstGeom prst="rect">
            <a:avLst/>
          </a:prstGeom>
        </p:spPr>
      </p:pic>
      <p:pic>
        <p:nvPicPr>
          <p:cNvPr id="410" name="Image 407" descr="preencoded.png">    </p:cNvPr>
          <p:cNvPicPr>
            <a:picLocks noChangeAspect="1"/>
          </p:cNvPicPr>
          <p:nvPr/>
        </p:nvPicPr>
        <p:blipFill>
          <a:blip r:embed="rId408"/>
          <a:stretch>
            <a:fillRect/>
          </a:stretch>
        </p:blipFill>
        <p:spPr>
          <a:xfrm>
            <a:off x="6024629" y="3880705"/>
            <a:ext cx="27624" cy="22095"/>
          </a:xfrm>
          <a:prstGeom prst="rect">
            <a:avLst/>
          </a:prstGeom>
        </p:spPr>
      </p:pic>
      <p:pic>
        <p:nvPicPr>
          <p:cNvPr id="411" name="Image 408" descr="preencoded.png">    </p:cNvPr>
          <p:cNvPicPr>
            <a:picLocks noChangeAspect="1"/>
          </p:cNvPicPr>
          <p:nvPr/>
        </p:nvPicPr>
        <p:blipFill>
          <a:blip r:embed="rId409"/>
          <a:stretch>
            <a:fillRect/>
          </a:stretch>
        </p:blipFill>
        <p:spPr>
          <a:xfrm>
            <a:off x="7087091" y="3888792"/>
            <a:ext cx="46369" cy="7665"/>
          </a:xfrm>
          <a:prstGeom prst="rect">
            <a:avLst/>
          </a:prstGeom>
        </p:spPr>
      </p:pic>
      <p:pic>
        <p:nvPicPr>
          <p:cNvPr id="412" name="Image 409" descr="preencoded.png">    </p:cNvPr>
          <p:cNvPicPr>
            <a:picLocks noChangeAspect="1"/>
          </p:cNvPicPr>
          <p:nvPr/>
        </p:nvPicPr>
        <p:blipFill>
          <a:blip r:embed="rId410"/>
          <a:stretch>
            <a:fillRect/>
          </a:stretch>
        </p:blipFill>
        <p:spPr>
          <a:xfrm>
            <a:off x="1345257" y="2886830"/>
            <a:ext cx="1724546" cy="1113929"/>
          </a:xfrm>
          <a:prstGeom prst="rect">
            <a:avLst/>
          </a:prstGeom>
        </p:spPr>
      </p:pic>
      <p:pic>
        <p:nvPicPr>
          <p:cNvPr id="413" name="Image 410" descr="preencoded.png">    </p:cNvPr>
          <p:cNvPicPr>
            <a:picLocks noChangeAspect="1"/>
          </p:cNvPicPr>
          <p:nvPr/>
        </p:nvPicPr>
        <p:blipFill>
          <a:blip r:embed="rId411"/>
          <a:stretch>
            <a:fillRect/>
          </a:stretch>
        </p:blipFill>
        <p:spPr>
          <a:xfrm>
            <a:off x="1324819" y="2879166"/>
            <a:ext cx="845666" cy="1119038"/>
          </a:xfrm>
          <a:prstGeom prst="rect">
            <a:avLst/>
          </a:prstGeom>
        </p:spPr>
      </p:pic>
      <p:pic>
        <p:nvPicPr>
          <p:cNvPr id="414" name="Image 411" descr="preencoded.png">    </p:cNvPr>
          <p:cNvPicPr>
            <a:picLocks noChangeAspect="1"/>
          </p:cNvPicPr>
          <p:nvPr/>
        </p:nvPicPr>
        <p:blipFill>
          <a:blip r:embed="rId412"/>
          <a:stretch>
            <a:fillRect/>
          </a:stretch>
        </p:blipFill>
        <p:spPr>
          <a:xfrm>
            <a:off x="6016586" y="3870521"/>
            <a:ext cx="42231" cy="38721"/>
          </a:xfrm>
          <a:prstGeom prst="rect">
            <a:avLst/>
          </a:prstGeom>
        </p:spPr>
      </p:pic>
      <p:pic>
        <p:nvPicPr>
          <p:cNvPr id="415" name="Image 412" descr="preencoded.png">    </p:cNvPr>
          <p:cNvPicPr>
            <a:picLocks noChangeAspect="1"/>
          </p:cNvPicPr>
          <p:nvPr/>
        </p:nvPicPr>
        <p:blipFill>
          <a:blip r:embed="rId413"/>
          <a:stretch>
            <a:fillRect/>
          </a:stretch>
        </p:blipFill>
        <p:spPr>
          <a:xfrm>
            <a:off x="7094947" y="3852864"/>
            <a:ext cx="30477" cy="23340"/>
          </a:xfrm>
          <a:prstGeom prst="rect">
            <a:avLst/>
          </a:prstGeom>
        </p:spPr>
      </p:pic>
      <p:pic>
        <p:nvPicPr>
          <p:cNvPr id="416" name="Image 413" descr="preencoded.png">    </p:cNvPr>
          <p:cNvPicPr>
            <a:picLocks noChangeAspect="1"/>
          </p:cNvPicPr>
          <p:nvPr/>
        </p:nvPicPr>
        <p:blipFill>
          <a:blip r:embed="rId414"/>
          <a:stretch>
            <a:fillRect/>
          </a:stretch>
        </p:blipFill>
        <p:spPr>
          <a:xfrm>
            <a:off x="7087410" y="3844700"/>
            <a:ext cx="44847" cy="39284"/>
          </a:xfrm>
          <a:prstGeom prst="rect">
            <a:avLst/>
          </a:prstGeom>
        </p:spPr>
      </p:pic>
      <p:pic>
        <p:nvPicPr>
          <p:cNvPr id="417" name="Image 414" descr="preencoded.png">    </p:cNvPr>
          <p:cNvPicPr>
            <a:picLocks noChangeAspect="1"/>
          </p:cNvPicPr>
          <p:nvPr/>
        </p:nvPicPr>
        <p:blipFill>
          <a:blip r:embed="rId415"/>
          <a:stretch>
            <a:fillRect/>
          </a:stretch>
        </p:blipFill>
        <p:spPr>
          <a:xfrm>
            <a:off x="6004011" y="3847914"/>
            <a:ext cx="56208" cy="20439"/>
          </a:xfrm>
          <a:prstGeom prst="rect">
            <a:avLst/>
          </a:prstGeom>
        </p:spPr>
      </p:pic>
      <p:pic>
        <p:nvPicPr>
          <p:cNvPr id="418" name="Image 415" descr="preencoded.png">    </p:cNvPr>
          <p:cNvPicPr>
            <a:picLocks noChangeAspect="1"/>
          </p:cNvPicPr>
          <p:nvPr/>
        </p:nvPicPr>
        <p:blipFill>
          <a:blip r:embed="rId416"/>
          <a:stretch>
            <a:fillRect/>
          </a:stretch>
        </p:blipFill>
        <p:spPr>
          <a:xfrm>
            <a:off x="6783251" y="3615420"/>
            <a:ext cx="7665" cy="148183"/>
          </a:xfrm>
          <a:prstGeom prst="rect">
            <a:avLst/>
          </a:prstGeom>
        </p:spPr>
      </p:pic>
      <p:pic>
        <p:nvPicPr>
          <p:cNvPr id="419" name="Image 416" descr="preencoded.png">    </p:cNvPr>
          <p:cNvPicPr>
            <a:picLocks noChangeAspect="1"/>
          </p:cNvPicPr>
          <p:nvPr/>
        </p:nvPicPr>
        <p:blipFill>
          <a:blip r:embed="rId417"/>
          <a:stretch>
            <a:fillRect/>
          </a:stretch>
        </p:blipFill>
        <p:spPr>
          <a:xfrm>
            <a:off x="6507324" y="3551547"/>
            <a:ext cx="375568" cy="419001"/>
          </a:xfrm>
          <a:prstGeom prst="rect">
            <a:avLst/>
          </a:prstGeom>
        </p:spPr>
      </p:pic>
      <p:pic>
        <p:nvPicPr>
          <p:cNvPr id="420" name="Image 417" descr="preencoded.png">    </p:cNvPr>
          <p:cNvPicPr>
            <a:picLocks noChangeAspect="1"/>
          </p:cNvPicPr>
          <p:nvPr/>
        </p:nvPicPr>
        <p:blipFill>
          <a:blip r:embed="rId418"/>
          <a:stretch>
            <a:fillRect/>
          </a:stretch>
        </p:blipFill>
        <p:spPr>
          <a:xfrm>
            <a:off x="7665077" y="3827475"/>
            <a:ext cx="27452" cy="29626"/>
          </a:xfrm>
          <a:prstGeom prst="rect">
            <a:avLst/>
          </a:prstGeom>
        </p:spPr>
      </p:pic>
      <p:pic>
        <p:nvPicPr>
          <p:cNvPr id="421" name="Image 418" descr="preencoded.png">    </p:cNvPr>
          <p:cNvPicPr>
            <a:picLocks noChangeAspect="1"/>
          </p:cNvPicPr>
          <p:nvPr/>
        </p:nvPicPr>
        <p:blipFill>
          <a:blip r:embed="rId419"/>
          <a:stretch>
            <a:fillRect/>
          </a:stretch>
        </p:blipFill>
        <p:spPr>
          <a:xfrm>
            <a:off x="7657456" y="3821626"/>
            <a:ext cx="42379" cy="41412"/>
          </a:xfrm>
          <a:prstGeom prst="rect">
            <a:avLst/>
          </a:prstGeom>
        </p:spPr>
      </p:pic>
      <p:pic>
        <p:nvPicPr>
          <p:cNvPr id="422" name="Image 419" descr="preencoded.png">    </p:cNvPr>
          <p:cNvPicPr>
            <a:picLocks noChangeAspect="1"/>
          </p:cNvPicPr>
          <p:nvPr/>
        </p:nvPicPr>
        <p:blipFill>
          <a:blip r:embed="rId420"/>
          <a:stretch>
            <a:fillRect/>
          </a:stretch>
        </p:blipFill>
        <p:spPr>
          <a:xfrm>
            <a:off x="6016786" y="3835139"/>
            <a:ext cx="43433" cy="7665"/>
          </a:xfrm>
          <a:prstGeom prst="rect">
            <a:avLst/>
          </a:prstGeom>
        </p:spPr>
      </p:pic>
      <p:pic>
        <p:nvPicPr>
          <p:cNvPr id="423" name="Image 420" descr="preencoded.png">    </p:cNvPr>
          <p:cNvPicPr>
            <a:picLocks noChangeAspect="1"/>
          </p:cNvPicPr>
          <p:nvPr/>
        </p:nvPicPr>
        <p:blipFill>
          <a:blip r:embed="rId421"/>
          <a:stretch>
            <a:fillRect/>
          </a:stretch>
        </p:blipFill>
        <p:spPr>
          <a:xfrm>
            <a:off x="6001457" y="3835139"/>
            <a:ext cx="7665" cy="7665"/>
          </a:xfrm>
          <a:prstGeom prst="rect">
            <a:avLst/>
          </a:prstGeom>
        </p:spPr>
      </p:pic>
      <p:pic>
        <p:nvPicPr>
          <p:cNvPr id="424" name="Image 421" descr="preencoded.png">    </p:cNvPr>
          <p:cNvPicPr>
            <a:picLocks noChangeAspect="1"/>
          </p:cNvPicPr>
          <p:nvPr/>
        </p:nvPicPr>
        <p:blipFill>
          <a:blip r:embed="rId422"/>
          <a:stretch>
            <a:fillRect/>
          </a:stretch>
        </p:blipFill>
        <p:spPr>
          <a:xfrm>
            <a:off x="6024629" y="3798948"/>
            <a:ext cx="27624" cy="22095"/>
          </a:xfrm>
          <a:prstGeom prst="rect">
            <a:avLst/>
          </a:prstGeom>
        </p:spPr>
      </p:pic>
      <p:pic>
        <p:nvPicPr>
          <p:cNvPr id="425" name="Image 422" descr="preencoded.png">    </p:cNvPr>
          <p:cNvPicPr>
            <a:picLocks noChangeAspect="1"/>
          </p:cNvPicPr>
          <p:nvPr/>
        </p:nvPicPr>
        <p:blipFill>
          <a:blip r:embed="rId423"/>
          <a:stretch>
            <a:fillRect/>
          </a:stretch>
        </p:blipFill>
        <p:spPr>
          <a:xfrm>
            <a:off x="6016586" y="3788764"/>
            <a:ext cx="42231" cy="38721"/>
          </a:xfrm>
          <a:prstGeom prst="rect">
            <a:avLst/>
          </a:prstGeom>
        </p:spPr>
      </p:pic>
      <p:pic>
        <p:nvPicPr>
          <p:cNvPr id="426" name="Image 423" descr="preencoded.png">    </p:cNvPr>
          <p:cNvPicPr>
            <a:picLocks noChangeAspect="1"/>
          </p:cNvPicPr>
          <p:nvPr/>
        </p:nvPicPr>
        <p:blipFill>
          <a:blip r:embed="rId424"/>
          <a:stretch>
            <a:fillRect/>
          </a:stretch>
        </p:blipFill>
        <p:spPr>
          <a:xfrm>
            <a:off x="3651020" y="3709956"/>
            <a:ext cx="449610" cy="458571"/>
          </a:xfrm>
          <a:prstGeom prst="rect">
            <a:avLst/>
          </a:prstGeom>
        </p:spPr>
      </p:pic>
      <p:pic>
        <p:nvPicPr>
          <p:cNvPr id="427" name="Image 424" descr="preencoded.png">    </p:cNvPr>
          <p:cNvPicPr>
            <a:picLocks noChangeAspect="1"/>
          </p:cNvPicPr>
          <p:nvPr/>
        </p:nvPicPr>
        <p:blipFill>
          <a:blip r:embed="rId425"/>
          <a:stretch>
            <a:fillRect/>
          </a:stretch>
        </p:blipFill>
        <p:spPr>
          <a:xfrm>
            <a:off x="7089837" y="3804481"/>
            <a:ext cx="43433" cy="33529"/>
          </a:xfrm>
          <a:prstGeom prst="rect">
            <a:avLst/>
          </a:prstGeom>
        </p:spPr>
      </p:pic>
      <p:pic>
        <p:nvPicPr>
          <p:cNvPr id="428" name="Image 425" descr="preencoded.png">    </p:cNvPr>
          <p:cNvPicPr>
            <a:picLocks noChangeAspect="1"/>
          </p:cNvPicPr>
          <p:nvPr/>
        </p:nvPicPr>
        <p:blipFill>
          <a:blip r:embed="rId426"/>
          <a:stretch>
            <a:fillRect/>
          </a:stretch>
        </p:blipFill>
        <p:spPr>
          <a:xfrm>
            <a:off x="7757939" y="3773822"/>
            <a:ext cx="29123" cy="29638"/>
          </a:xfrm>
          <a:prstGeom prst="rect">
            <a:avLst/>
          </a:prstGeom>
        </p:spPr>
      </p:pic>
      <p:pic>
        <p:nvPicPr>
          <p:cNvPr id="429" name="Image 426" descr="preencoded.png">    </p:cNvPr>
          <p:cNvPicPr>
            <a:picLocks noChangeAspect="1"/>
          </p:cNvPicPr>
          <p:nvPr/>
        </p:nvPicPr>
        <p:blipFill>
          <a:blip r:embed="rId427"/>
          <a:stretch>
            <a:fillRect/>
          </a:stretch>
        </p:blipFill>
        <p:spPr>
          <a:xfrm>
            <a:off x="7752748" y="3768229"/>
            <a:ext cx="40105" cy="42068"/>
          </a:xfrm>
          <a:prstGeom prst="rect">
            <a:avLst/>
          </a:prstGeom>
        </p:spPr>
      </p:pic>
      <p:pic>
        <p:nvPicPr>
          <p:cNvPr id="430" name="Image 427" descr="preencoded.png">    </p:cNvPr>
          <p:cNvPicPr>
            <a:picLocks noChangeAspect="1"/>
          </p:cNvPicPr>
          <p:nvPr/>
        </p:nvPicPr>
        <p:blipFill>
          <a:blip r:embed="rId428"/>
          <a:stretch>
            <a:fillRect/>
          </a:stretch>
        </p:blipFill>
        <p:spPr>
          <a:xfrm>
            <a:off x="2622699" y="3410581"/>
            <a:ext cx="40878" cy="10219"/>
          </a:xfrm>
          <a:prstGeom prst="rect">
            <a:avLst/>
          </a:prstGeom>
        </p:spPr>
      </p:pic>
      <p:pic>
        <p:nvPicPr>
          <p:cNvPr id="431" name="Image 428" descr="preencoded.png">    </p:cNvPr>
          <p:cNvPicPr>
            <a:picLocks noChangeAspect="1"/>
          </p:cNvPicPr>
          <p:nvPr/>
        </p:nvPicPr>
        <p:blipFill>
          <a:blip r:embed="rId429"/>
          <a:stretch>
            <a:fillRect/>
          </a:stretch>
        </p:blipFill>
        <p:spPr>
          <a:xfrm>
            <a:off x="2620144" y="3408026"/>
            <a:ext cx="46238" cy="12775"/>
          </a:xfrm>
          <a:prstGeom prst="rect">
            <a:avLst/>
          </a:prstGeom>
        </p:spPr>
      </p:pic>
      <p:pic>
        <p:nvPicPr>
          <p:cNvPr id="432" name="Image 429" descr="preencoded.png">    </p:cNvPr>
          <p:cNvPicPr>
            <a:picLocks noChangeAspect="1"/>
          </p:cNvPicPr>
          <p:nvPr/>
        </p:nvPicPr>
        <p:blipFill>
          <a:blip r:embed="rId430"/>
          <a:stretch>
            <a:fillRect/>
          </a:stretch>
        </p:blipFill>
        <p:spPr>
          <a:xfrm>
            <a:off x="2530723" y="3407767"/>
            <a:ext cx="45988" cy="13034"/>
          </a:xfrm>
          <a:prstGeom prst="rect">
            <a:avLst/>
          </a:prstGeom>
        </p:spPr>
      </p:pic>
      <p:pic>
        <p:nvPicPr>
          <p:cNvPr id="433" name="Image 430" descr="preencoded.png">    </p:cNvPr>
          <p:cNvPicPr>
            <a:picLocks noChangeAspect="1"/>
          </p:cNvPicPr>
          <p:nvPr/>
        </p:nvPicPr>
        <p:blipFill>
          <a:blip r:embed="rId431"/>
          <a:stretch>
            <a:fillRect/>
          </a:stretch>
        </p:blipFill>
        <p:spPr>
          <a:xfrm>
            <a:off x="2170522" y="3712057"/>
            <a:ext cx="10341" cy="45982"/>
          </a:xfrm>
          <a:prstGeom prst="rect">
            <a:avLst/>
          </a:prstGeom>
        </p:spPr>
      </p:pic>
      <p:pic>
        <p:nvPicPr>
          <p:cNvPr id="434" name="Image 431" descr="preencoded.png">    </p:cNvPr>
          <p:cNvPicPr>
            <a:picLocks noChangeAspect="1"/>
          </p:cNvPicPr>
          <p:nvPr/>
        </p:nvPicPr>
        <p:blipFill>
          <a:blip r:embed="rId432"/>
          <a:stretch>
            <a:fillRect/>
          </a:stretch>
        </p:blipFill>
        <p:spPr>
          <a:xfrm>
            <a:off x="2170326" y="3793814"/>
            <a:ext cx="10537" cy="45981"/>
          </a:xfrm>
          <a:prstGeom prst="rect">
            <a:avLst/>
          </a:prstGeom>
        </p:spPr>
      </p:pic>
      <p:pic>
        <p:nvPicPr>
          <p:cNvPr id="435" name="Image 432" descr="preencoded.png">    </p:cNvPr>
          <p:cNvPicPr>
            <a:picLocks noChangeAspect="1"/>
          </p:cNvPicPr>
          <p:nvPr/>
        </p:nvPicPr>
        <p:blipFill>
          <a:blip r:embed="rId433"/>
          <a:stretch>
            <a:fillRect/>
          </a:stretch>
        </p:blipFill>
        <p:spPr>
          <a:xfrm>
            <a:off x="2170326" y="3875569"/>
            <a:ext cx="10378" cy="43544"/>
          </a:xfrm>
          <a:prstGeom prst="rect">
            <a:avLst/>
          </a:prstGeom>
        </p:spPr>
      </p:pic>
      <p:pic>
        <p:nvPicPr>
          <p:cNvPr id="436" name="Image 433" descr="preencoded.png">    </p:cNvPr>
          <p:cNvPicPr>
            <a:picLocks noChangeAspect="1"/>
          </p:cNvPicPr>
          <p:nvPr/>
        </p:nvPicPr>
        <p:blipFill>
          <a:blip r:embed="rId434"/>
          <a:stretch>
            <a:fillRect/>
          </a:stretch>
        </p:blipFill>
        <p:spPr>
          <a:xfrm>
            <a:off x="4264529" y="3206638"/>
            <a:ext cx="689425" cy="635922"/>
          </a:xfrm>
          <a:prstGeom prst="rect">
            <a:avLst/>
          </a:prstGeom>
        </p:spPr>
      </p:pic>
      <p:pic>
        <p:nvPicPr>
          <p:cNvPr id="437" name="Image 434" descr="preencoded.png">    </p:cNvPr>
          <p:cNvPicPr>
            <a:picLocks noChangeAspect="1"/>
          </p:cNvPicPr>
          <p:nvPr/>
        </p:nvPicPr>
        <p:blipFill>
          <a:blip r:embed="rId435"/>
          <a:stretch>
            <a:fillRect/>
          </a:stretch>
        </p:blipFill>
        <p:spPr>
          <a:xfrm>
            <a:off x="7074508" y="3651188"/>
            <a:ext cx="7665" cy="7665"/>
          </a:xfrm>
          <a:prstGeom prst="rect">
            <a:avLst/>
          </a:prstGeom>
        </p:spPr>
      </p:pic>
      <p:pic>
        <p:nvPicPr>
          <p:cNvPr id="438" name="Image 435" descr="preencoded.png">    </p:cNvPr>
          <p:cNvPicPr>
            <a:picLocks noChangeAspect="1"/>
          </p:cNvPicPr>
          <p:nvPr/>
        </p:nvPicPr>
        <p:blipFill>
          <a:blip r:embed="rId436"/>
          <a:stretch>
            <a:fillRect/>
          </a:stretch>
        </p:blipFill>
        <p:spPr>
          <a:xfrm>
            <a:off x="7087283" y="3663962"/>
            <a:ext cx="45988" cy="20439"/>
          </a:xfrm>
          <a:prstGeom prst="rect">
            <a:avLst/>
          </a:prstGeom>
        </p:spPr>
      </p:pic>
      <p:pic>
        <p:nvPicPr>
          <p:cNvPr id="439" name="Image 436" descr="preencoded.png">    </p:cNvPr>
          <p:cNvPicPr>
            <a:picLocks noChangeAspect="1"/>
          </p:cNvPicPr>
          <p:nvPr/>
        </p:nvPicPr>
        <p:blipFill>
          <a:blip r:embed="rId437"/>
          <a:stretch>
            <a:fillRect/>
          </a:stretch>
        </p:blipFill>
        <p:spPr>
          <a:xfrm>
            <a:off x="7112831" y="3704840"/>
            <a:ext cx="12277" cy="17541"/>
          </a:xfrm>
          <a:prstGeom prst="rect">
            <a:avLst/>
          </a:prstGeom>
        </p:spPr>
      </p:pic>
      <p:pic>
        <p:nvPicPr>
          <p:cNvPr id="440" name="Image 437" descr="preencoded.png">    </p:cNvPr>
          <p:cNvPicPr>
            <a:picLocks noChangeAspect="1"/>
          </p:cNvPicPr>
          <p:nvPr/>
        </p:nvPicPr>
        <p:blipFill>
          <a:blip r:embed="rId438"/>
          <a:stretch>
            <a:fillRect/>
          </a:stretch>
        </p:blipFill>
        <p:spPr>
          <a:xfrm>
            <a:off x="7089467" y="3692066"/>
            <a:ext cx="43803" cy="38030"/>
          </a:xfrm>
          <a:prstGeom prst="rect">
            <a:avLst/>
          </a:prstGeom>
        </p:spPr>
      </p:pic>
      <p:pic>
        <p:nvPicPr>
          <p:cNvPr id="441" name="Image 438" descr="preencoded.png">    </p:cNvPr>
          <p:cNvPicPr>
            <a:picLocks noChangeAspect="1"/>
          </p:cNvPicPr>
          <p:nvPr/>
        </p:nvPicPr>
        <p:blipFill>
          <a:blip r:embed="rId439"/>
          <a:stretch>
            <a:fillRect/>
          </a:stretch>
        </p:blipFill>
        <p:spPr>
          <a:xfrm>
            <a:off x="7069392" y="3617975"/>
            <a:ext cx="109975" cy="191616"/>
          </a:xfrm>
          <a:prstGeom prst="rect">
            <a:avLst/>
          </a:prstGeom>
        </p:spPr>
      </p:pic>
      <p:pic>
        <p:nvPicPr>
          <p:cNvPr id="442" name="Image 439" descr="preencoded.png">    </p:cNvPr>
          <p:cNvPicPr>
            <a:picLocks noChangeAspect="1"/>
          </p:cNvPicPr>
          <p:nvPr/>
        </p:nvPicPr>
        <p:blipFill>
          <a:blip r:embed="rId440"/>
          <a:stretch>
            <a:fillRect/>
          </a:stretch>
        </p:blipFill>
        <p:spPr>
          <a:xfrm>
            <a:off x="6016786" y="3750665"/>
            <a:ext cx="43433" cy="31134"/>
          </a:xfrm>
          <a:prstGeom prst="rect">
            <a:avLst/>
          </a:prstGeom>
        </p:spPr>
      </p:pic>
      <p:pic>
        <p:nvPicPr>
          <p:cNvPr id="443" name="Image 440" descr="preencoded.png">    </p:cNvPr>
          <p:cNvPicPr>
            <a:picLocks noChangeAspect="1"/>
          </p:cNvPicPr>
          <p:nvPr/>
        </p:nvPicPr>
        <p:blipFill>
          <a:blip r:embed="rId441"/>
          <a:stretch>
            <a:fillRect/>
          </a:stretch>
        </p:blipFill>
        <p:spPr>
          <a:xfrm>
            <a:off x="7074339" y="3730389"/>
            <a:ext cx="57645" cy="48543"/>
          </a:xfrm>
          <a:prstGeom prst="rect">
            <a:avLst/>
          </a:prstGeom>
        </p:spPr>
      </p:pic>
      <p:pic>
        <p:nvPicPr>
          <p:cNvPr id="444" name="Image 441" descr="preencoded.png">    </p:cNvPr>
          <p:cNvPicPr>
            <a:picLocks noChangeAspect="1"/>
          </p:cNvPicPr>
          <p:nvPr/>
        </p:nvPicPr>
        <p:blipFill>
          <a:blip r:embed="rId442"/>
          <a:stretch>
            <a:fillRect/>
          </a:stretch>
        </p:blipFill>
        <p:spPr>
          <a:xfrm>
            <a:off x="7832027" y="3720145"/>
            <a:ext cx="28522" cy="27240"/>
          </a:xfrm>
          <a:prstGeom prst="rect">
            <a:avLst/>
          </a:prstGeom>
        </p:spPr>
      </p:pic>
      <p:pic>
        <p:nvPicPr>
          <p:cNvPr id="445" name="Image 442" descr="preencoded.png">    </p:cNvPr>
          <p:cNvPicPr>
            <a:picLocks noChangeAspect="1"/>
          </p:cNvPicPr>
          <p:nvPr/>
        </p:nvPicPr>
        <p:blipFill>
          <a:blip r:embed="rId443"/>
          <a:stretch>
            <a:fillRect/>
          </a:stretch>
        </p:blipFill>
        <p:spPr>
          <a:xfrm>
            <a:off x="7825637" y="3712499"/>
            <a:ext cx="41478" cy="43312"/>
          </a:xfrm>
          <a:prstGeom prst="rect">
            <a:avLst/>
          </a:prstGeom>
        </p:spPr>
      </p:pic>
      <p:pic>
        <p:nvPicPr>
          <p:cNvPr id="446" name="Image 443" descr="preencoded.png">    </p:cNvPr>
          <p:cNvPicPr>
            <a:picLocks noChangeAspect="1"/>
          </p:cNvPicPr>
          <p:nvPr/>
        </p:nvPicPr>
        <p:blipFill>
          <a:blip r:embed="rId444"/>
          <a:stretch>
            <a:fillRect/>
          </a:stretch>
        </p:blipFill>
        <p:spPr>
          <a:xfrm>
            <a:off x="4169606" y="3715060"/>
            <a:ext cx="130316" cy="86866"/>
          </a:xfrm>
          <a:prstGeom prst="rect">
            <a:avLst/>
          </a:prstGeom>
        </p:spPr>
      </p:pic>
      <p:pic>
        <p:nvPicPr>
          <p:cNvPr id="447" name="Image 444" descr="preencoded.png">    </p:cNvPr>
          <p:cNvPicPr>
            <a:picLocks noChangeAspect="1"/>
          </p:cNvPicPr>
          <p:nvPr/>
        </p:nvPicPr>
        <p:blipFill>
          <a:blip r:embed="rId445"/>
          <a:stretch>
            <a:fillRect/>
          </a:stretch>
        </p:blipFill>
        <p:spPr>
          <a:xfrm>
            <a:off x="7718961" y="3694621"/>
            <a:ext cx="27552" cy="30035"/>
          </a:xfrm>
          <a:prstGeom prst="rect">
            <a:avLst/>
          </a:prstGeom>
        </p:spPr>
      </p:pic>
      <p:pic>
        <p:nvPicPr>
          <p:cNvPr id="448" name="Image 445" descr="preencoded.png">    </p:cNvPr>
          <p:cNvPicPr>
            <a:picLocks noChangeAspect="1"/>
          </p:cNvPicPr>
          <p:nvPr/>
        </p:nvPicPr>
        <p:blipFill>
          <a:blip r:embed="rId446"/>
          <a:stretch>
            <a:fillRect/>
          </a:stretch>
        </p:blipFill>
        <p:spPr>
          <a:xfrm>
            <a:off x="7710579" y="3689665"/>
            <a:ext cx="44389" cy="42449"/>
          </a:xfrm>
          <a:prstGeom prst="rect">
            <a:avLst/>
          </a:prstGeom>
        </p:spPr>
      </p:pic>
      <p:pic>
        <p:nvPicPr>
          <p:cNvPr id="449" name="Image 446" descr="preencoded.png">    </p:cNvPr>
          <p:cNvPicPr>
            <a:picLocks noChangeAspect="1"/>
          </p:cNvPicPr>
          <p:nvPr/>
        </p:nvPicPr>
        <p:blipFill>
          <a:blip r:embed="rId447"/>
          <a:stretch>
            <a:fillRect/>
          </a:stretch>
        </p:blipFill>
        <p:spPr>
          <a:xfrm>
            <a:off x="6001457" y="3712312"/>
            <a:ext cx="56208" cy="5619"/>
          </a:xfrm>
          <a:prstGeom prst="rect">
            <a:avLst/>
          </a:prstGeom>
        </p:spPr>
      </p:pic>
      <p:pic>
        <p:nvPicPr>
          <p:cNvPr id="450" name="Image 447" descr="preencoded.png">    </p:cNvPr>
          <p:cNvPicPr>
            <a:picLocks noChangeAspect="1"/>
          </p:cNvPicPr>
          <p:nvPr/>
        </p:nvPicPr>
        <p:blipFill>
          <a:blip r:embed="rId448"/>
          <a:stretch>
            <a:fillRect/>
          </a:stretch>
        </p:blipFill>
        <p:spPr>
          <a:xfrm>
            <a:off x="4026532" y="3671627"/>
            <a:ext cx="107305" cy="109860"/>
          </a:xfrm>
          <a:prstGeom prst="rect">
            <a:avLst/>
          </a:prstGeom>
        </p:spPr>
      </p:pic>
      <p:pic>
        <p:nvPicPr>
          <p:cNvPr id="451" name="Image 448" descr="preencoded.png">    </p:cNvPr>
          <p:cNvPicPr>
            <a:picLocks noChangeAspect="1"/>
          </p:cNvPicPr>
          <p:nvPr/>
        </p:nvPicPr>
        <p:blipFill>
          <a:blip r:embed="rId449"/>
          <a:stretch>
            <a:fillRect/>
          </a:stretch>
        </p:blipFill>
        <p:spPr>
          <a:xfrm>
            <a:off x="6001457" y="3684402"/>
            <a:ext cx="58762" cy="36081"/>
          </a:xfrm>
          <a:prstGeom prst="rect">
            <a:avLst/>
          </a:prstGeom>
        </p:spPr>
      </p:pic>
      <p:pic>
        <p:nvPicPr>
          <p:cNvPr id="452" name="Image 449" descr="preencoded.png">    </p:cNvPr>
          <p:cNvPicPr>
            <a:picLocks noChangeAspect="1"/>
          </p:cNvPicPr>
          <p:nvPr/>
        </p:nvPicPr>
        <p:blipFill>
          <a:blip r:embed="rId450"/>
          <a:stretch>
            <a:fillRect/>
          </a:stretch>
        </p:blipFill>
        <p:spPr>
          <a:xfrm>
            <a:off x="4113399" y="3663962"/>
            <a:ext cx="112523" cy="82040"/>
          </a:xfrm>
          <a:prstGeom prst="rect">
            <a:avLst/>
          </a:prstGeom>
        </p:spPr>
      </p:pic>
      <p:pic>
        <p:nvPicPr>
          <p:cNvPr id="453" name="Image 450" descr="preencoded.png">    </p:cNvPr>
          <p:cNvPicPr>
            <a:picLocks noChangeAspect="1"/>
          </p:cNvPicPr>
          <p:nvPr/>
        </p:nvPicPr>
        <p:blipFill>
          <a:blip r:embed="rId451"/>
          <a:stretch>
            <a:fillRect/>
          </a:stretch>
        </p:blipFill>
        <p:spPr>
          <a:xfrm>
            <a:off x="7739809" y="3584761"/>
            <a:ext cx="28883" cy="30266"/>
          </a:xfrm>
          <a:prstGeom prst="rect">
            <a:avLst/>
          </a:prstGeom>
        </p:spPr>
      </p:pic>
      <p:pic>
        <p:nvPicPr>
          <p:cNvPr id="454" name="Image 451" descr="preencoded.png">    </p:cNvPr>
          <p:cNvPicPr>
            <a:picLocks noChangeAspect="1"/>
          </p:cNvPicPr>
          <p:nvPr/>
        </p:nvPicPr>
        <p:blipFill>
          <a:blip r:embed="rId452"/>
          <a:stretch>
            <a:fillRect/>
          </a:stretch>
        </p:blipFill>
        <p:spPr>
          <a:xfrm>
            <a:off x="7862049" y="3594963"/>
            <a:ext cx="28744" cy="30441"/>
          </a:xfrm>
          <a:prstGeom prst="rect">
            <a:avLst/>
          </a:prstGeom>
        </p:spPr>
      </p:pic>
      <p:pic>
        <p:nvPicPr>
          <p:cNvPr id="455" name="Image 452" descr="preencoded.png">    </p:cNvPr>
          <p:cNvPicPr>
            <a:picLocks noChangeAspect="1"/>
          </p:cNvPicPr>
          <p:nvPr/>
        </p:nvPicPr>
        <p:blipFill>
          <a:blip r:embed="rId453"/>
          <a:stretch>
            <a:fillRect/>
          </a:stretch>
        </p:blipFill>
        <p:spPr>
          <a:xfrm>
            <a:off x="7733411" y="3579651"/>
            <a:ext cx="41293" cy="43126"/>
          </a:xfrm>
          <a:prstGeom prst="rect">
            <a:avLst/>
          </a:prstGeom>
        </p:spPr>
      </p:pic>
      <p:pic>
        <p:nvPicPr>
          <p:cNvPr id="456" name="Image 453" descr="preencoded.png">    </p:cNvPr>
          <p:cNvPicPr>
            <a:picLocks noChangeAspect="1"/>
          </p:cNvPicPr>
          <p:nvPr/>
        </p:nvPicPr>
        <p:blipFill>
          <a:blip r:embed="rId454"/>
          <a:stretch>
            <a:fillRect/>
          </a:stretch>
        </p:blipFill>
        <p:spPr>
          <a:xfrm>
            <a:off x="7853637" y="3590019"/>
            <a:ext cx="43332" cy="43035"/>
          </a:xfrm>
          <a:prstGeom prst="rect">
            <a:avLst/>
          </a:prstGeom>
        </p:spPr>
      </p:pic>
      <p:pic>
        <p:nvPicPr>
          <p:cNvPr id="457" name="Image 454" descr="preencoded.png">    </p:cNvPr>
          <p:cNvPicPr>
            <a:picLocks noChangeAspect="1"/>
          </p:cNvPicPr>
          <p:nvPr/>
        </p:nvPicPr>
        <p:blipFill>
          <a:blip r:embed="rId455"/>
          <a:stretch>
            <a:fillRect/>
          </a:stretch>
        </p:blipFill>
        <p:spPr>
          <a:xfrm>
            <a:off x="7782589" y="3609932"/>
            <a:ext cx="29241" cy="28245"/>
          </a:xfrm>
          <a:prstGeom prst="rect">
            <a:avLst/>
          </a:prstGeom>
        </p:spPr>
      </p:pic>
      <p:pic>
        <p:nvPicPr>
          <p:cNvPr id="458" name="Image 455" descr="preencoded.png">    </p:cNvPr>
          <p:cNvPicPr>
            <a:picLocks noChangeAspect="1"/>
          </p:cNvPicPr>
          <p:nvPr/>
        </p:nvPicPr>
        <p:blipFill>
          <a:blip r:embed="rId456"/>
          <a:stretch>
            <a:fillRect/>
          </a:stretch>
        </p:blipFill>
        <p:spPr>
          <a:xfrm>
            <a:off x="7823241" y="3620560"/>
            <a:ext cx="40725" cy="40725"/>
          </a:xfrm>
          <a:prstGeom prst="rect">
            <a:avLst/>
          </a:prstGeom>
        </p:spPr>
      </p:pic>
      <p:pic>
        <p:nvPicPr>
          <p:cNvPr id="459" name="Image 456" descr="preencoded.png">    </p:cNvPr>
          <p:cNvPicPr>
            <a:picLocks noChangeAspect="1"/>
          </p:cNvPicPr>
          <p:nvPr/>
        </p:nvPicPr>
        <p:blipFill>
          <a:blip r:embed="rId457"/>
          <a:stretch>
            <a:fillRect/>
          </a:stretch>
        </p:blipFill>
        <p:spPr>
          <a:xfrm>
            <a:off x="7777396" y="3602871"/>
            <a:ext cx="40641" cy="41360"/>
          </a:xfrm>
          <a:prstGeom prst="rect">
            <a:avLst/>
          </a:prstGeom>
        </p:spPr>
      </p:pic>
      <p:pic>
        <p:nvPicPr>
          <p:cNvPr id="460" name="Image 457" descr="preencoded.png">    </p:cNvPr>
          <p:cNvPicPr>
            <a:picLocks noChangeAspect="1"/>
          </p:cNvPicPr>
          <p:nvPr/>
        </p:nvPicPr>
        <p:blipFill>
          <a:blip r:embed="rId458"/>
          <a:stretch>
            <a:fillRect/>
          </a:stretch>
        </p:blipFill>
        <p:spPr>
          <a:xfrm>
            <a:off x="7825643" y="3626791"/>
            <a:ext cx="30850" cy="29517"/>
          </a:xfrm>
          <a:prstGeom prst="rect">
            <a:avLst/>
          </a:prstGeom>
        </p:spPr>
      </p:pic>
      <p:pic>
        <p:nvPicPr>
          <p:cNvPr id="461" name="Image 458" descr="preencoded.png">    </p:cNvPr>
          <p:cNvPicPr>
            <a:picLocks noChangeAspect="1"/>
          </p:cNvPicPr>
          <p:nvPr/>
        </p:nvPicPr>
        <p:blipFill>
          <a:blip r:embed="rId459"/>
          <a:stretch>
            <a:fillRect/>
          </a:stretch>
        </p:blipFill>
        <p:spPr>
          <a:xfrm>
            <a:off x="7741243" y="3597535"/>
            <a:ext cx="125278" cy="84311"/>
          </a:xfrm>
          <a:prstGeom prst="rect">
            <a:avLst/>
          </a:prstGeom>
        </p:spPr>
      </p:pic>
      <p:pic>
        <p:nvPicPr>
          <p:cNvPr id="462" name="Image 459" descr="preencoded.png">    </p:cNvPr>
          <p:cNvPicPr>
            <a:picLocks noChangeAspect="1"/>
          </p:cNvPicPr>
          <p:nvPr/>
        </p:nvPicPr>
        <p:blipFill>
          <a:blip r:embed="rId460"/>
          <a:stretch>
            <a:fillRect/>
          </a:stretch>
        </p:blipFill>
        <p:spPr>
          <a:xfrm>
            <a:off x="7879419" y="3648559"/>
            <a:ext cx="27100" cy="30270"/>
          </a:xfrm>
          <a:prstGeom prst="rect">
            <a:avLst/>
          </a:prstGeom>
        </p:spPr>
      </p:pic>
      <p:pic>
        <p:nvPicPr>
          <p:cNvPr id="463" name="Image 460" descr="preencoded.png">    </p:cNvPr>
          <p:cNvPicPr>
            <a:picLocks noChangeAspect="1"/>
          </p:cNvPicPr>
          <p:nvPr/>
        </p:nvPicPr>
        <p:blipFill>
          <a:blip r:embed="rId461"/>
          <a:stretch>
            <a:fillRect/>
          </a:stretch>
        </p:blipFill>
        <p:spPr>
          <a:xfrm>
            <a:off x="7856302" y="3641552"/>
            <a:ext cx="56906" cy="41998"/>
          </a:xfrm>
          <a:prstGeom prst="rect">
            <a:avLst/>
          </a:prstGeom>
        </p:spPr>
      </p:pic>
      <p:pic>
        <p:nvPicPr>
          <p:cNvPr id="464" name="Image 461" descr="preencoded.png">    </p:cNvPr>
          <p:cNvPicPr>
            <a:picLocks noChangeAspect="1"/>
          </p:cNvPicPr>
          <p:nvPr/>
        </p:nvPicPr>
        <p:blipFill>
          <a:blip r:embed="rId462"/>
          <a:stretch>
            <a:fillRect/>
          </a:stretch>
        </p:blipFill>
        <p:spPr>
          <a:xfrm>
            <a:off x="7747193" y="3653578"/>
            <a:ext cx="31082" cy="30366"/>
          </a:xfrm>
          <a:prstGeom prst="rect">
            <a:avLst/>
          </a:prstGeom>
        </p:spPr>
      </p:pic>
      <p:pic>
        <p:nvPicPr>
          <p:cNvPr id="465" name="Image 462" descr="preencoded.png">    </p:cNvPr>
          <p:cNvPicPr>
            <a:picLocks noChangeAspect="1"/>
          </p:cNvPicPr>
          <p:nvPr/>
        </p:nvPicPr>
        <p:blipFill>
          <a:blip r:embed="rId463"/>
          <a:stretch>
            <a:fillRect/>
          </a:stretch>
        </p:blipFill>
        <p:spPr>
          <a:xfrm>
            <a:off x="7778378" y="3676581"/>
            <a:ext cx="29221" cy="30291"/>
          </a:xfrm>
          <a:prstGeom prst="rect">
            <a:avLst/>
          </a:prstGeom>
        </p:spPr>
      </p:pic>
      <p:pic>
        <p:nvPicPr>
          <p:cNvPr id="466" name="Image 463" descr="preencoded.png">    </p:cNvPr>
          <p:cNvPicPr>
            <a:picLocks noChangeAspect="1"/>
          </p:cNvPicPr>
          <p:nvPr/>
        </p:nvPicPr>
        <p:blipFill>
          <a:blip r:embed="rId464"/>
          <a:stretch>
            <a:fillRect/>
          </a:stretch>
        </p:blipFill>
        <p:spPr>
          <a:xfrm>
            <a:off x="7740893" y="3648433"/>
            <a:ext cx="107745" cy="65051"/>
          </a:xfrm>
          <a:prstGeom prst="rect">
            <a:avLst/>
          </a:prstGeom>
        </p:spPr>
      </p:pic>
      <p:pic>
        <p:nvPicPr>
          <p:cNvPr id="467" name="Image 464" descr="preencoded.png">    </p:cNvPr>
          <p:cNvPicPr>
            <a:picLocks noChangeAspect="1"/>
          </p:cNvPicPr>
          <p:nvPr/>
        </p:nvPicPr>
        <p:blipFill>
          <a:blip r:embed="rId465"/>
          <a:stretch>
            <a:fillRect/>
          </a:stretch>
        </p:blipFill>
        <p:spPr>
          <a:xfrm>
            <a:off x="7812863" y="3661408"/>
            <a:ext cx="28110" cy="30659"/>
          </a:xfrm>
          <a:prstGeom prst="rect">
            <a:avLst/>
          </a:prstGeom>
        </p:spPr>
      </p:pic>
      <p:pic>
        <p:nvPicPr>
          <p:cNvPr id="468" name="Image 465" descr="preencoded.png">    </p:cNvPr>
          <p:cNvPicPr>
            <a:picLocks noChangeAspect="1"/>
          </p:cNvPicPr>
          <p:nvPr/>
        </p:nvPicPr>
        <p:blipFill>
          <a:blip r:embed="rId466"/>
          <a:stretch>
            <a:fillRect/>
          </a:stretch>
        </p:blipFill>
        <p:spPr>
          <a:xfrm>
            <a:off x="7710650" y="3522587"/>
            <a:ext cx="212078" cy="284485"/>
          </a:xfrm>
          <a:prstGeom prst="rect">
            <a:avLst/>
          </a:prstGeom>
        </p:spPr>
      </p:pic>
      <p:pic>
        <p:nvPicPr>
          <p:cNvPr id="469" name="Image 466" descr="preencoded.png">    </p:cNvPr>
          <p:cNvPicPr>
            <a:picLocks noChangeAspect="1"/>
          </p:cNvPicPr>
          <p:nvPr/>
        </p:nvPicPr>
        <p:blipFill>
          <a:blip r:embed="rId467"/>
          <a:stretch>
            <a:fillRect/>
          </a:stretch>
        </p:blipFill>
        <p:spPr>
          <a:xfrm>
            <a:off x="6116432" y="3531221"/>
            <a:ext cx="761342" cy="508309"/>
          </a:xfrm>
          <a:prstGeom prst="rect">
            <a:avLst/>
          </a:prstGeom>
        </p:spPr>
      </p:pic>
      <p:pic>
        <p:nvPicPr>
          <p:cNvPr id="470" name="Image 467" descr="preencoded.png">    </p:cNvPr>
          <p:cNvPicPr>
            <a:picLocks noChangeAspect="1"/>
          </p:cNvPicPr>
          <p:nvPr/>
        </p:nvPicPr>
        <p:blipFill>
          <a:blip r:embed="rId468"/>
          <a:stretch>
            <a:fillRect/>
          </a:stretch>
        </p:blipFill>
        <p:spPr>
          <a:xfrm>
            <a:off x="6022148" y="3651188"/>
            <a:ext cx="12985" cy="20439"/>
          </a:xfrm>
          <a:prstGeom prst="rect">
            <a:avLst/>
          </a:prstGeom>
        </p:spPr>
      </p:pic>
      <p:pic>
        <p:nvPicPr>
          <p:cNvPr id="471" name="Image 468" descr="preencoded.png">    </p:cNvPr>
          <p:cNvPicPr>
            <a:picLocks noChangeAspect="1"/>
          </p:cNvPicPr>
          <p:nvPr/>
        </p:nvPicPr>
        <p:blipFill>
          <a:blip r:embed="rId469"/>
          <a:stretch>
            <a:fillRect/>
          </a:stretch>
        </p:blipFill>
        <p:spPr>
          <a:xfrm>
            <a:off x="7184052" y="3548993"/>
            <a:ext cx="202152" cy="498202"/>
          </a:xfrm>
          <a:prstGeom prst="rect">
            <a:avLst/>
          </a:prstGeom>
        </p:spPr>
      </p:pic>
      <p:pic>
        <p:nvPicPr>
          <p:cNvPr id="472" name="Image 469" descr="preencoded.png">    </p:cNvPr>
          <p:cNvPicPr>
            <a:picLocks noChangeAspect="1"/>
          </p:cNvPicPr>
          <p:nvPr/>
        </p:nvPicPr>
        <p:blipFill>
          <a:blip r:embed="rId470"/>
          <a:stretch>
            <a:fillRect/>
          </a:stretch>
        </p:blipFill>
        <p:spPr>
          <a:xfrm>
            <a:off x="7089837" y="3651188"/>
            <a:ext cx="43624" cy="7665"/>
          </a:xfrm>
          <a:prstGeom prst="rect">
            <a:avLst/>
          </a:prstGeom>
        </p:spPr>
      </p:pic>
      <p:pic>
        <p:nvPicPr>
          <p:cNvPr id="473" name="Image 470" descr="preencoded.png">    </p:cNvPr>
          <p:cNvPicPr>
            <a:picLocks noChangeAspect="1"/>
          </p:cNvPicPr>
          <p:nvPr/>
        </p:nvPicPr>
        <p:blipFill>
          <a:blip r:embed="rId471"/>
          <a:stretch>
            <a:fillRect/>
          </a:stretch>
        </p:blipFill>
        <p:spPr>
          <a:xfrm>
            <a:off x="6016475" y="3643502"/>
            <a:ext cx="43133" cy="36635"/>
          </a:xfrm>
          <a:prstGeom prst="rect">
            <a:avLst/>
          </a:prstGeom>
        </p:spPr>
      </p:pic>
      <p:pic>
        <p:nvPicPr>
          <p:cNvPr id="474" name="Image 471" descr="preencoded.png">    </p:cNvPr>
          <p:cNvPicPr>
            <a:picLocks noChangeAspect="1"/>
          </p:cNvPicPr>
          <p:nvPr/>
        </p:nvPicPr>
        <p:blipFill>
          <a:blip r:embed="rId472"/>
          <a:stretch>
            <a:fillRect/>
          </a:stretch>
        </p:blipFill>
        <p:spPr>
          <a:xfrm>
            <a:off x="2170181" y="3551100"/>
            <a:ext cx="10523" cy="43433"/>
          </a:xfrm>
          <a:prstGeom prst="rect">
            <a:avLst/>
          </a:prstGeom>
        </p:spPr>
      </p:pic>
      <p:pic>
        <p:nvPicPr>
          <p:cNvPr id="475" name="Image 472" descr="preencoded.png">    </p:cNvPr>
          <p:cNvPicPr>
            <a:picLocks noChangeAspect="1"/>
          </p:cNvPicPr>
          <p:nvPr/>
        </p:nvPicPr>
        <p:blipFill>
          <a:blip r:embed="rId473"/>
          <a:stretch>
            <a:fillRect/>
          </a:stretch>
        </p:blipFill>
        <p:spPr>
          <a:xfrm>
            <a:off x="2170326" y="3632856"/>
            <a:ext cx="10378" cy="43469"/>
          </a:xfrm>
          <a:prstGeom prst="rect">
            <a:avLst/>
          </a:prstGeom>
        </p:spPr>
      </p:pic>
      <p:pic>
        <p:nvPicPr>
          <p:cNvPr id="476" name="Image 473" descr="preencoded.png">    </p:cNvPr>
          <p:cNvPicPr>
            <a:picLocks noChangeAspect="1"/>
          </p:cNvPicPr>
          <p:nvPr/>
        </p:nvPicPr>
        <p:blipFill>
          <a:blip r:embed="rId474"/>
          <a:stretch>
            <a:fillRect/>
          </a:stretch>
        </p:blipFill>
        <p:spPr>
          <a:xfrm>
            <a:off x="1360587" y="3502557"/>
            <a:ext cx="952971" cy="487982"/>
          </a:xfrm>
          <a:prstGeom prst="rect">
            <a:avLst/>
          </a:prstGeom>
        </p:spPr>
      </p:pic>
      <p:pic>
        <p:nvPicPr>
          <p:cNvPr id="477" name="Image 474" descr="preencoded.png">    </p:cNvPr>
          <p:cNvPicPr>
            <a:picLocks noChangeAspect="1"/>
          </p:cNvPicPr>
          <p:nvPr/>
        </p:nvPicPr>
        <p:blipFill>
          <a:blip r:embed="rId475"/>
          <a:stretch>
            <a:fillRect/>
          </a:stretch>
        </p:blipFill>
        <p:spPr>
          <a:xfrm>
            <a:off x="7112831" y="3617975"/>
            <a:ext cx="13457" cy="17995"/>
          </a:xfrm>
          <a:prstGeom prst="rect">
            <a:avLst/>
          </a:prstGeom>
        </p:spPr>
      </p:pic>
      <p:pic>
        <p:nvPicPr>
          <p:cNvPr id="478" name="Image 475" descr="preencoded.png">    </p:cNvPr>
          <p:cNvPicPr>
            <a:picLocks noChangeAspect="1"/>
          </p:cNvPicPr>
          <p:nvPr/>
        </p:nvPicPr>
        <p:blipFill>
          <a:blip r:embed="rId476"/>
          <a:stretch>
            <a:fillRect/>
          </a:stretch>
        </p:blipFill>
        <p:spPr>
          <a:xfrm>
            <a:off x="7089668" y="3610147"/>
            <a:ext cx="43640" cy="32833"/>
          </a:xfrm>
          <a:prstGeom prst="rect">
            <a:avLst/>
          </a:prstGeom>
        </p:spPr>
      </p:pic>
      <p:pic>
        <p:nvPicPr>
          <p:cNvPr id="479" name="Image 476" descr="preencoded.png">    </p:cNvPr>
          <p:cNvPicPr>
            <a:picLocks noChangeAspect="1"/>
          </p:cNvPicPr>
          <p:nvPr/>
        </p:nvPicPr>
        <p:blipFill>
          <a:blip r:embed="rId477"/>
          <a:stretch>
            <a:fillRect/>
          </a:stretch>
        </p:blipFill>
        <p:spPr>
          <a:xfrm>
            <a:off x="6016676" y="3602645"/>
            <a:ext cx="43544" cy="35768"/>
          </a:xfrm>
          <a:prstGeom prst="rect">
            <a:avLst/>
          </a:prstGeom>
        </p:spPr>
      </p:pic>
      <p:pic>
        <p:nvPicPr>
          <p:cNvPr id="480" name="Image 477" descr="preencoded.png">    </p:cNvPr>
          <p:cNvPicPr>
            <a:picLocks noChangeAspect="1"/>
          </p:cNvPicPr>
          <p:nvPr/>
        </p:nvPicPr>
        <p:blipFill>
          <a:blip r:embed="rId478"/>
          <a:stretch>
            <a:fillRect/>
          </a:stretch>
        </p:blipFill>
        <p:spPr>
          <a:xfrm>
            <a:off x="7094947" y="3607453"/>
            <a:ext cx="38323" cy="13076"/>
          </a:xfrm>
          <a:prstGeom prst="rect">
            <a:avLst/>
          </a:prstGeom>
        </p:spPr>
      </p:pic>
      <p:pic>
        <p:nvPicPr>
          <p:cNvPr id="481" name="Image 478" descr="preencoded.png">    </p:cNvPr>
          <p:cNvPicPr>
            <a:picLocks noChangeAspect="1"/>
          </p:cNvPicPr>
          <p:nvPr/>
        </p:nvPicPr>
        <p:blipFill>
          <a:blip r:embed="rId479"/>
          <a:stretch>
            <a:fillRect/>
          </a:stretch>
        </p:blipFill>
        <p:spPr>
          <a:xfrm>
            <a:off x="7089673" y="3566877"/>
            <a:ext cx="43596" cy="33213"/>
          </a:xfrm>
          <a:prstGeom prst="rect">
            <a:avLst/>
          </a:prstGeom>
        </p:spPr>
      </p:pic>
      <p:pic>
        <p:nvPicPr>
          <p:cNvPr id="482" name="Image 479" descr="preencoded.png">    </p:cNvPr>
          <p:cNvPicPr>
            <a:picLocks noChangeAspect="1"/>
          </p:cNvPicPr>
          <p:nvPr/>
        </p:nvPicPr>
        <p:blipFill>
          <a:blip r:embed="rId480"/>
          <a:stretch>
            <a:fillRect/>
          </a:stretch>
        </p:blipFill>
        <p:spPr>
          <a:xfrm>
            <a:off x="6022216" y="3571987"/>
            <a:ext cx="10173" cy="17884"/>
          </a:xfrm>
          <a:prstGeom prst="rect">
            <a:avLst/>
          </a:prstGeom>
        </p:spPr>
      </p:pic>
      <p:pic>
        <p:nvPicPr>
          <p:cNvPr id="483" name="Image 480" descr="preencoded.png">    </p:cNvPr>
          <p:cNvPicPr>
            <a:picLocks noChangeAspect="1"/>
          </p:cNvPicPr>
          <p:nvPr/>
        </p:nvPicPr>
        <p:blipFill>
          <a:blip r:embed="rId481"/>
          <a:stretch>
            <a:fillRect/>
          </a:stretch>
        </p:blipFill>
        <p:spPr>
          <a:xfrm>
            <a:off x="6029561" y="3569432"/>
            <a:ext cx="5046" cy="20439"/>
          </a:xfrm>
          <a:prstGeom prst="rect">
            <a:avLst/>
          </a:prstGeom>
        </p:spPr>
      </p:pic>
      <p:pic>
        <p:nvPicPr>
          <p:cNvPr id="484" name="Image 481" descr="preencoded.png">    </p:cNvPr>
          <p:cNvPicPr>
            <a:picLocks noChangeAspect="1"/>
          </p:cNvPicPr>
          <p:nvPr/>
        </p:nvPicPr>
        <p:blipFill>
          <a:blip r:embed="rId482"/>
          <a:stretch>
            <a:fillRect/>
          </a:stretch>
        </p:blipFill>
        <p:spPr>
          <a:xfrm>
            <a:off x="6016612" y="3561556"/>
            <a:ext cx="43475" cy="38534"/>
          </a:xfrm>
          <a:prstGeom prst="rect">
            <a:avLst/>
          </a:prstGeom>
        </p:spPr>
      </p:pic>
      <p:pic>
        <p:nvPicPr>
          <p:cNvPr id="485" name="Image 482" descr="preencoded.png">    </p:cNvPr>
          <p:cNvPicPr>
            <a:picLocks noChangeAspect="1"/>
          </p:cNvPicPr>
          <p:nvPr/>
        </p:nvPicPr>
        <p:blipFill>
          <a:blip r:embed="rId483"/>
          <a:stretch>
            <a:fillRect/>
          </a:stretch>
        </p:blipFill>
        <p:spPr>
          <a:xfrm>
            <a:off x="4609309" y="3466160"/>
            <a:ext cx="155088" cy="156429"/>
          </a:xfrm>
          <a:prstGeom prst="rect">
            <a:avLst/>
          </a:prstGeom>
        </p:spPr>
      </p:pic>
      <p:pic>
        <p:nvPicPr>
          <p:cNvPr id="486" name="Image 483" descr="preencoded.png">    </p:cNvPr>
          <p:cNvPicPr>
            <a:picLocks noChangeAspect="1"/>
          </p:cNvPicPr>
          <p:nvPr/>
        </p:nvPicPr>
        <p:blipFill>
          <a:blip r:embed="rId484"/>
          <a:stretch>
            <a:fillRect/>
          </a:stretch>
        </p:blipFill>
        <p:spPr>
          <a:xfrm>
            <a:off x="4522180" y="3400810"/>
            <a:ext cx="252955" cy="232696"/>
          </a:xfrm>
          <a:prstGeom prst="rect">
            <a:avLst/>
          </a:prstGeom>
        </p:spPr>
      </p:pic>
      <p:pic>
        <p:nvPicPr>
          <p:cNvPr id="487" name="Image 484" descr="preencoded.png">    </p:cNvPr>
          <p:cNvPicPr>
            <a:picLocks noChangeAspect="1"/>
          </p:cNvPicPr>
          <p:nvPr/>
        </p:nvPicPr>
        <p:blipFill>
          <a:blip r:embed="rId485"/>
          <a:stretch>
            <a:fillRect/>
          </a:stretch>
        </p:blipFill>
        <p:spPr>
          <a:xfrm>
            <a:off x="7805204" y="3533663"/>
            <a:ext cx="30403" cy="30757"/>
          </a:xfrm>
          <a:prstGeom prst="rect">
            <a:avLst/>
          </a:prstGeom>
        </p:spPr>
      </p:pic>
      <p:pic>
        <p:nvPicPr>
          <p:cNvPr id="488" name="Image 485" descr="preencoded.png">    </p:cNvPr>
          <p:cNvPicPr>
            <a:picLocks noChangeAspect="1"/>
          </p:cNvPicPr>
          <p:nvPr/>
        </p:nvPicPr>
        <p:blipFill>
          <a:blip r:embed="rId486"/>
          <a:stretch>
            <a:fillRect/>
          </a:stretch>
        </p:blipFill>
        <p:spPr>
          <a:xfrm>
            <a:off x="7799901" y="3528554"/>
            <a:ext cx="41711" cy="41038"/>
          </a:xfrm>
          <a:prstGeom prst="rect">
            <a:avLst/>
          </a:prstGeom>
        </p:spPr>
      </p:pic>
      <p:pic>
        <p:nvPicPr>
          <p:cNvPr id="489" name="Image 486" descr="preencoded.png">    </p:cNvPr>
          <p:cNvPicPr>
            <a:picLocks noChangeAspect="1"/>
          </p:cNvPicPr>
          <p:nvPr/>
        </p:nvPicPr>
        <p:blipFill>
          <a:blip r:embed="rId487"/>
          <a:stretch>
            <a:fillRect/>
          </a:stretch>
        </p:blipFill>
        <p:spPr>
          <a:xfrm>
            <a:off x="6001457" y="3554103"/>
            <a:ext cx="71537" cy="63872"/>
          </a:xfrm>
          <a:prstGeom prst="rect">
            <a:avLst/>
          </a:prstGeom>
        </p:spPr>
      </p:pic>
      <p:pic>
        <p:nvPicPr>
          <p:cNvPr id="490" name="Image 487" descr="preencoded.png">    </p:cNvPr>
          <p:cNvPicPr>
            <a:picLocks noChangeAspect="1"/>
          </p:cNvPicPr>
          <p:nvPr/>
        </p:nvPicPr>
        <p:blipFill>
          <a:blip r:embed="rId488"/>
          <a:stretch>
            <a:fillRect/>
          </a:stretch>
        </p:blipFill>
        <p:spPr>
          <a:xfrm>
            <a:off x="7090114" y="3525996"/>
            <a:ext cx="42755" cy="34322"/>
          </a:xfrm>
          <a:prstGeom prst="rect">
            <a:avLst/>
          </a:prstGeom>
        </p:spPr>
      </p:pic>
      <p:pic>
        <p:nvPicPr>
          <p:cNvPr id="491" name="Image 488" descr="preencoded.png">    </p:cNvPr>
          <p:cNvPicPr>
            <a:picLocks noChangeAspect="1"/>
          </p:cNvPicPr>
          <p:nvPr/>
        </p:nvPicPr>
        <p:blipFill>
          <a:blip r:embed="rId489"/>
          <a:stretch>
            <a:fillRect/>
          </a:stretch>
        </p:blipFill>
        <p:spPr>
          <a:xfrm>
            <a:off x="6001457" y="3548407"/>
            <a:ext cx="56208" cy="5695"/>
          </a:xfrm>
          <a:prstGeom prst="rect">
            <a:avLst/>
          </a:prstGeom>
        </p:spPr>
      </p:pic>
      <p:pic>
        <p:nvPicPr>
          <p:cNvPr id="492" name="Image 489" descr="preencoded.png">    </p:cNvPr>
          <p:cNvPicPr>
            <a:picLocks noChangeAspect="1"/>
          </p:cNvPicPr>
          <p:nvPr/>
        </p:nvPicPr>
        <p:blipFill>
          <a:blip r:embed="rId490"/>
          <a:stretch>
            <a:fillRect/>
          </a:stretch>
        </p:blipFill>
        <p:spPr>
          <a:xfrm>
            <a:off x="2144936" y="3384897"/>
            <a:ext cx="22994" cy="20376"/>
          </a:xfrm>
          <a:prstGeom prst="rect">
            <a:avLst/>
          </a:prstGeom>
        </p:spPr>
      </p:pic>
      <p:pic>
        <p:nvPicPr>
          <p:cNvPr id="493" name="Image 490" descr="preencoded.png">    </p:cNvPr>
          <p:cNvPicPr>
            <a:picLocks noChangeAspect="1"/>
          </p:cNvPicPr>
          <p:nvPr/>
        </p:nvPicPr>
        <p:blipFill>
          <a:blip r:embed="rId491"/>
          <a:stretch>
            <a:fillRect/>
          </a:stretch>
        </p:blipFill>
        <p:spPr>
          <a:xfrm>
            <a:off x="2144936" y="3425989"/>
            <a:ext cx="22995" cy="20361"/>
          </a:xfrm>
          <a:prstGeom prst="rect">
            <a:avLst/>
          </a:prstGeom>
        </p:spPr>
      </p:pic>
      <p:pic>
        <p:nvPicPr>
          <p:cNvPr id="494" name="Image 491" descr="preencoded.png">    </p:cNvPr>
          <p:cNvPicPr>
            <a:picLocks noChangeAspect="1"/>
          </p:cNvPicPr>
          <p:nvPr/>
        </p:nvPicPr>
        <p:blipFill>
          <a:blip r:embed="rId492"/>
          <a:stretch>
            <a:fillRect/>
          </a:stretch>
        </p:blipFill>
        <p:spPr>
          <a:xfrm>
            <a:off x="1358032" y="3354373"/>
            <a:ext cx="1711771" cy="508423"/>
          </a:xfrm>
          <a:prstGeom prst="rect">
            <a:avLst/>
          </a:prstGeom>
        </p:spPr>
      </p:pic>
      <p:pic>
        <p:nvPicPr>
          <p:cNvPr id="495" name="Image 492" descr="preencoded.png">    </p:cNvPr>
          <p:cNvPicPr>
            <a:picLocks noChangeAspect="1"/>
          </p:cNvPicPr>
          <p:nvPr/>
        </p:nvPicPr>
        <p:blipFill>
          <a:blip r:embed="rId493"/>
          <a:stretch>
            <a:fillRect/>
          </a:stretch>
        </p:blipFill>
        <p:spPr>
          <a:xfrm>
            <a:off x="6001457" y="3546126"/>
            <a:ext cx="58762" cy="7977"/>
          </a:xfrm>
          <a:prstGeom prst="rect">
            <a:avLst/>
          </a:prstGeom>
        </p:spPr>
      </p:pic>
      <p:pic>
        <p:nvPicPr>
          <p:cNvPr id="496" name="Image 493" descr="preencoded.png">    </p:cNvPr>
          <p:cNvPicPr>
            <a:picLocks noChangeAspect="1"/>
          </p:cNvPicPr>
          <p:nvPr/>
        </p:nvPicPr>
        <p:blipFill>
          <a:blip r:embed="rId494"/>
          <a:stretch>
            <a:fillRect/>
          </a:stretch>
        </p:blipFill>
        <p:spPr>
          <a:xfrm>
            <a:off x="4152600" y="3466422"/>
            <a:ext cx="156019" cy="157358"/>
          </a:xfrm>
          <a:prstGeom prst="rect">
            <a:avLst/>
          </a:prstGeom>
        </p:spPr>
      </p:pic>
      <p:pic>
        <p:nvPicPr>
          <p:cNvPr id="497" name="Image 494" descr="preencoded.png">    </p:cNvPr>
          <p:cNvPicPr>
            <a:picLocks noChangeAspect="1"/>
          </p:cNvPicPr>
          <p:nvPr/>
        </p:nvPicPr>
        <p:blipFill>
          <a:blip r:embed="rId495"/>
          <a:stretch>
            <a:fillRect/>
          </a:stretch>
        </p:blipFill>
        <p:spPr>
          <a:xfrm>
            <a:off x="7094947" y="3492785"/>
            <a:ext cx="94531" cy="97086"/>
          </a:xfrm>
          <a:prstGeom prst="rect">
            <a:avLst/>
          </a:prstGeom>
        </p:spPr>
      </p:pic>
      <p:pic>
        <p:nvPicPr>
          <p:cNvPr id="498" name="Image 495" descr="preencoded.png">    </p:cNvPr>
          <p:cNvPicPr>
            <a:picLocks noChangeAspect="1"/>
          </p:cNvPicPr>
          <p:nvPr/>
        </p:nvPicPr>
        <p:blipFill>
          <a:blip r:embed="rId496"/>
          <a:stretch>
            <a:fillRect/>
          </a:stretch>
        </p:blipFill>
        <p:spPr>
          <a:xfrm>
            <a:off x="4710258" y="3206638"/>
            <a:ext cx="72204" cy="74348"/>
          </a:xfrm>
          <a:prstGeom prst="rect">
            <a:avLst/>
          </a:prstGeom>
        </p:spPr>
      </p:pic>
      <p:pic>
        <p:nvPicPr>
          <p:cNvPr id="499" name="Image 496" descr="preencoded.png">    </p:cNvPr>
          <p:cNvPicPr>
            <a:picLocks noChangeAspect="1"/>
          </p:cNvPicPr>
          <p:nvPr/>
        </p:nvPicPr>
        <p:blipFill>
          <a:blip r:embed="rId497"/>
          <a:stretch>
            <a:fillRect/>
          </a:stretch>
        </p:blipFill>
        <p:spPr>
          <a:xfrm>
            <a:off x="4381934" y="3270443"/>
            <a:ext cx="156225" cy="158483"/>
          </a:xfrm>
          <a:prstGeom prst="rect">
            <a:avLst/>
          </a:prstGeom>
        </p:spPr>
      </p:pic>
      <p:pic>
        <p:nvPicPr>
          <p:cNvPr id="500" name="Image 497" descr="preencoded.png">    </p:cNvPr>
          <p:cNvPicPr>
            <a:picLocks noChangeAspect="1"/>
          </p:cNvPicPr>
          <p:nvPr/>
        </p:nvPicPr>
        <p:blipFill>
          <a:blip r:embed="rId498"/>
          <a:stretch>
            <a:fillRect/>
          </a:stretch>
        </p:blipFill>
        <p:spPr>
          <a:xfrm>
            <a:off x="4373990" y="3265290"/>
            <a:ext cx="168704" cy="166178"/>
          </a:xfrm>
          <a:prstGeom prst="rect">
            <a:avLst/>
          </a:prstGeom>
        </p:spPr>
      </p:pic>
      <p:pic>
        <p:nvPicPr>
          <p:cNvPr id="501" name="Image 498" descr="preencoded.png">    </p:cNvPr>
          <p:cNvPicPr>
            <a:picLocks noChangeAspect="1"/>
          </p:cNvPicPr>
          <p:nvPr/>
        </p:nvPicPr>
        <p:blipFill>
          <a:blip r:embed="rId499"/>
          <a:stretch>
            <a:fillRect/>
          </a:stretch>
        </p:blipFill>
        <p:spPr>
          <a:xfrm>
            <a:off x="4384216" y="3260291"/>
            <a:ext cx="163513" cy="125189"/>
          </a:xfrm>
          <a:prstGeom prst="rect">
            <a:avLst/>
          </a:prstGeom>
        </p:spPr>
      </p:pic>
      <p:pic>
        <p:nvPicPr>
          <p:cNvPr id="502" name="Image 499" descr="preencoded.png">    </p:cNvPr>
          <p:cNvPicPr>
            <a:picLocks noChangeAspect="1"/>
          </p:cNvPicPr>
          <p:nvPr/>
        </p:nvPicPr>
        <p:blipFill>
          <a:blip r:embed="rId500"/>
          <a:stretch>
            <a:fillRect/>
          </a:stretch>
        </p:blipFill>
        <p:spPr>
          <a:xfrm>
            <a:off x="4652276" y="3283196"/>
            <a:ext cx="44485" cy="45964"/>
          </a:xfrm>
          <a:prstGeom prst="rect">
            <a:avLst/>
          </a:prstGeom>
        </p:spPr>
      </p:pic>
      <p:pic>
        <p:nvPicPr>
          <p:cNvPr id="503" name="Image 500" descr="preencoded.png">    </p:cNvPr>
          <p:cNvPicPr>
            <a:picLocks noChangeAspect="1"/>
          </p:cNvPicPr>
          <p:nvPr/>
        </p:nvPicPr>
        <p:blipFill>
          <a:blip r:embed="rId501"/>
          <a:stretch>
            <a:fillRect/>
          </a:stretch>
        </p:blipFill>
        <p:spPr>
          <a:xfrm>
            <a:off x="4642903" y="3272930"/>
            <a:ext cx="64506" cy="66127"/>
          </a:xfrm>
          <a:prstGeom prst="rect">
            <a:avLst/>
          </a:prstGeom>
        </p:spPr>
      </p:pic>
      <p:pic>
        <p:nvPicPr>
          <p:cNvPr id="504" name="Image 501" descr="preencoded.png">    </p:cNvPr>
          <p:cNvPicPr>
            <a:picLocks noChangeAspect="1"/>
          </p:cNvPicPr>
          <p:nvPr/>
        </p:nvPicPr>
        <p:blipFill>
          <a:blip r:embed="rId502"/>
          <a:stretch>
            <a:fillRect/>
          </a:stretch>
        </p:blipFill>
        <p:spPr>
          <a:xfrm>
            <a:off x="4617127" y="3342047"/>
            <a:ext cx="15399" cy="14271"/>
          </a:xfrm>
          <a:prstGeom prst="rect">
            <a:avLst/>
          </a:prstGeom>
        </p:spPr>
      </p:pic>
      <p:pic>
        <p:nvPicPr>
          <p:cNvPr id="505" name="Image 502" descr="preencoded.png">    </p:cNvPr>
          <p:cNvPicPr>
            <a:picLocks noChangeAspect="1"/>
          </p:cNvPicPr>
          <p:nvPr/>
        </p:nvPicPr>
        <p:blipFill>
          <a:blip r:embed="rId503"/>
          <a:stretch>
            <a:fillRect/>
          </a:stretch>
        </p:blipFill>
        <p:spPr>
          <a:xfrm>
            <a:off x="4608816" y="3331824"/>
            <a:ext cx="33442" cy="33607"/>
          </a:xfrm>
          <a:prstGeom prst="rect">
            <a:avLst/>
          </a:prstGeom>
        </p:spPr>
      </p:pic>
      <p:pic>
        <p:nvPicPr>
          <p:cNvPr id="506" name="Image 503" descr="preencoded.png">    </p:cNvPr>
          <p:cNvPicPr>
            <a:picLocks noChangeAspect="1"/>
          </p:cNvPicPr>
          <p:nvPr/>
        </p:nvPicPr>
        <p:blipFill>
          <a:blip r:embed="rId504"/>
          <a:stretch>
            <a:fillRect/>
          </a:stretch>
        </p:blipFill>
        <p:spPr>
          <a:xfrm>
            <a:off x="4371279" y="3303724"/>
            <a:ext cx="25711" cy="107305"/>
          </a:xfrm>
          <a:prstGeom prst="rect">
            <a:avLst/>
          </a:prstGeom>
        </p:spPr>
      </p:pic>
      <p:pic>
        <p:nvPicPr>
          <p:cNvPr id="507" name="Image 504" descr="preencoded.png">    </p:cNvPr>
          <p:cNvPicPr>
            <a:picLocks noChangeAspect="1"/>
          </p:cNvPicPr>
          <p:nvPr/>
        </p:nvPicPr>
        <p:blipFill>
          <a:blip r:embed="rId505"/>
          <a:stretch>
            <a:fillRect/>
          </a:stretch>
        </p:blipFill>
        <p:spPr>
          <a:xfrm>
            <a:off x="4504296" y="3388035"/>
            <a:ext cx="33214" cy="35768"/>
          </a:xfrm>
          <a:prstGeom prst="rect">
            <a:avLst/>
          </a:prstGeom>
        </p:spPr>
      </p:pic>
      <p:pic>
        <p:nvPicPr>
          <p:cNvPr id="508" name="Image 505" descr="preencoded.png">    </p:cNvPr>
          <p:cNvPicPr>
            <a:picLocks noChangeAspect="1"/>
          </p:cNvPicPr>
          <p:nvPr/>
        </p:nvPicPr>
        <p:blipFill>
          <a:blip r:embed="rId506"/>
          <a:stretch>
            <a:fillRect/>
          </a:stretch>
        </p:blipFill>
        <p:spPr>
          <a:xfrm>
            <a:off x="4396991" y="3411029"/>
            <a:ext cx="104750" cy="26695"/>
          </a:xfrm>
          <a:prstGeom prst="rect">
            <a:avLst/>
          </a:prstGeom>
        </p:spPr>
      </p:pic>
      <p:pic>
        <p:nvPicPr>
          <p:cNvPr id="509" name="Image 506" descr="preencoded.png">    </p:cNvPr>
          <p:cNvPicPr>
            <a:picLocks noChangeAspect="1"/>
          </p:cNvPicPr>
          <p:nvPr/>
        </p:nvPicPr>
        <p:blipFill>
          <a:blip r:embed="rId507"/>
          <a:stretch>
            <a:fillRect/>
          </a:stretch>
        </p:blipFill>
        <p:spPr>
          <a:xfrm>
            <a:off x="4094195" y="3395700"/>
            <a:ext cx="41889" cy="42612"/>
          </a:xfrm>
          <a:prstGeom prst="rect">
            <a:avLst/>
          </a:prstGeom>
        </p:spPr>
      </p:pic>
      <p:pic>
        <p:nvPicPr>
          <p:cNvPr id="510" name="Image 507" descr="preencoded.png">    </p:cNvPr>
          <p:cNvPicPr>
            <a:picLocks noChangeAspect="1"/>
          </p:cNvPicPr>
          <p:nvPr/>
        </p:nvPicPr>
        <p:blipFill>
          <a:blip r:embed="rId508"/>
          <a:stretch>
            <a:fillRect/>
          </a:stretch>
        </p:blipFill>
        <p:spPr>
          <a:xfrm>
            <a:off x="4292240" y="3403364"/>
            <a:ext cx="99640" cy="89421"/>
          </a:xfrm>
          <a:prstGeom prst="rect">
            <a:avLst/>
          </a:prstGeom>
        </p:spPr>
      </p:pic>
      <p:pic>
        <p:nvPicPr>
          <p:cNvPr id="511" name="Image 508" descr="preencoded.png">    </p:cNvPr>
          <p:cNvPicPr>
            <a:picLocks noChangeAspect="1"/>
          </p:cNvPicPr>
          <p:nvPr/>
        </p:nvPicPr>
        <p:blipFill>
          <a:blip r:embed="rId509"/>
          <a:stretch>
            <a:fillRect/>
          </a:stretch>
        </p:blipFill>
        <p:spPr>
          <a:xfrm>
            <a:off x="4143073" y="3457914"/>
            <a:ext cx="174716" cy="174926"/>
          </a:xfrm>
          <a:prstGeom prst="rect">
            <a:avLst/>
          </a:prstGeom>
        </p:spPr>
      </p:pic>
      <p:pic>
        <p:nvPicPr>
          <p:cNvPr id="512" name="Image 509" descr="preencoded.png">    </p:cNvPr>
          <p:cNvPicPr>
            <a:picLocks noChangeAspect="1"/>
          </p:cNvPicPr>
          <p:nvPr/>
        </p:nvPicPr>
        <p:blipFill>
          <a:blip r:embed="rId510"/>
          <a:stretch>
            <a:fillRect/>
          </a:stretch>
        </p:blipFill>
        <p:spPr>
          <a:xfrm>
            <a:off x="3788820" y="2854065"/>
            <a:ext cx="1172391" cy="1055166"/>
          </a:xfrm>
          <a:prstGeom prst="rect">
            <a:avLst/>
          </a:prstGeom>
        </p:spPr>
      </p:pic>
      <p:pic>
        <p:nvPicPr>
          <p:cNvPr id="513" name="Image 510" descr="preencoded.png">    </p:cNvPr>
          <p:cNvPicPr>
            <a:picLocks noChangeAspect="1"/>
          </p:cNvPicPr>
          <p:nvPr/>
        </p:nvPicPr>
        <p:blipFill>
          <a:blip r:embed="rId511"/>
          <a:stretch>
            <a:fillRect/>
          </a:stretch>
        </p:blipFill>
        <p:spPr>
          <a:xfrm>
            <a:off x="7097356" y="3492785"/>
            <a:ext cx="8231" cy="17884"/>
          </a:xfrm>
          <a:prstGeom prst="rect">
            <a:avLst/>
          </a:prstGeom>
        </p:spPr>
      </p:pic>
      <p:pic>
        <p:nvPicPr>
          <p:cNvPr id="514" name="Image 511" descr="preencoded.png">    </p:cNvPr>
          <p:cNvPicPr>
            <a:picLocks noChangeAspect="1"/>
          </p:cNvPicPr>
          <p:nvPr/>
        </p:nvPicPr>
        <p:blipFill>
          <a:blip r:embed="rId512"/>
          <a:stretch>
            <a:fillRect/>
          </a:stretch>
        </p:blipFill>
        <p:spPr>
          <a:xfrm>
            <a:off x="7089327" y="3485068"/>
            <a:ext cx="43944" cy="36817"/>
          </a:xfrm>
          <a:prstGeom prst="rect">
            <a:avLst/>
          </a:prstGeom>
        </p:spPr>
      </p:pic>
      <p:pic>
        <p:nvPicPr>
          <p:cNvPr id="515" name="Image 512" descr="preencoded.png">    </p:cNvPr>
          <p:cNvPicPr>
            <a:picLocks noChangeAspect="1"/>
          </p:cNvPicPr>
          <p:nvPr/>
        </p:nvPicPr>
        <p:blipFill>
          <a:blip r:embed="rId513"/>
          <a:stretch>
            <a:fillRect/>
          </a:stretch>
        </p:blipFill>
        <p:spPr>
          <a:xfrm>
            <a:off x="969052" y="1880206"/>
            <a:ext cx="53727" cy="2653694"/>
          </a:xfrm>
          <a:prstGeom prst="rect">
            <a:avLst/>
          </a:prstGeom>
        </p:spPr>
      </p:pic>
      <p:pic>
        <p:nvPicPr>
          <p:cNvPr id="516" name="Image 513" descr="preencoded.png">    </p:cNvPr>
          <p:cNvPicPr>
            <a:picLocks noChangeAspect="1"/>
          </p:cNvPicPr>
          <p:nvPr/>
        </p:nvPicPr>
        <p:blipFill>
          <a:blip r:embed="rId514"/>
          <a:stretch>
            <a:fillRect/>
          </a:stretch>
        </p:blipFill>
        <p:spPr>
          <a:xfrm>
            <a:off x="3967771" y="3063565"/>
            <a:ext cx="196726" cy="633611"/>
          </a:xfrm>
          <a:prstGeom prst="rect">
            <a:avLst/>
          </a:prstGeom>
        </p:spPr>
      </p:pic>
      <p:pic>
        <p:nvPicPr>
          <p:cNvPr id="517" name="Image 514" descr="preencoded.png">    </p:cNvPr>
          <p:cNvPicPr>
            <a:picLocks noChangeAspect="1"/>
          </p:cNvPicPr>
          <p:nvPr/>
        </p:nvPicPr>
        <p:blipFill>
          <a:blip r:embed="rId515"/>
          <a:stretch>
            <a:fillRect/>
          </a:stretch>
        </p:blipFill>
        <p:spPr>
          <a:xfrm>
            <a:off x="7657671" y="3428913"/>
            <a:ext cx="22343" cy="15173"/>
          </a:xfrm>
          <a:prstGeom prst="rect">
            <a:avLst/>
          </a:prstGeom>
        </p:spPr>
      </p:pic>
      <p:pic>
        <p:nvPicPr>
          <p:cNvPr id="518" name="Image 515" descr="preencoded.png">    </p:cNvPr>
          <p:cNvPicPr>
            <a:picLocks noChangeAspect="1"/>
          </p:cNvPicPr>
          <p:nvPr/>
        </p:nvPicPr>
        <p:blipFill>
          <a:blip r:embed="rId516"/>
          <a:stretch>
            <a:fillRect/>
          </a:stretch>
        </p:blipFill>
        <p:spPr>
          <a:xfrm>
            <a:off x="7648961" y="3400458"/>
            <a:ext cx="41274" cy="51279"/>
          </a:xfrm>
          <a:prstGeom prst="rect">
            <a:avLst/>
          </a:prstGeom>
        </p:spPr>
      </p:pic>
      <p:pic>
        <p:nvPicPr>
          <p:cNvPr id="519" name="Image 516" descr="preencoded.png">    </p:cNvPr>
          <p:cNvPicPr>
            <a:picLocks noChangeAspect="1"/>
          </p:cNvPicPr>
          <p:nvPr/>
        </p:nvPicPr>
        <p:blipFill>
          <a:blip r:embed="rId517"/>
          <a:stretch>
            <a:fillRect/>
          </a:stretch>
        </p:blipFill>
        <p:spPr>
          <a:xfrm>
            <a:off x="7174316" y="3384672"/>
            <a:ext cx="20272" cy="85230"/>
          </a:xfrm>
          <a:prstGeom prst="rect">
            <a:avLst/>
          </a:prstGeom>
        </p:spPr>
      </p:pic>
      <p:pic>
        <p:nvPicPr>
          <p:cNvPr id="520" name="Image 517" descr="preencoded.png">    </p:cNvPr>
          <p:cNvPicPr>
            <a:picLocks noChangeAspect="1"/>
          </p:cNvPicPr>
          <p:nvPr/>
        </p:nvPicPr>
        <p:blipFill>
          <a:blip r:embed="rId518"/>
          <a:stretch>
            <a:fillRect/>
          </a:stretch>
        </p:blipFill>
        <p:spPr>
          <a:xfrm>
            <a:off x="6377154" y="3408474"/>
            <a:ext cx="22890" cy="34643"/>
          </a:xfrm>
          <a:prstGeom prst="rect">
            <a:avLst/>
          </a:prstGeom>
        </p:spPr>
      </p:pic>
      <p:pic>
        <p:nvPicPr>
          <p:cNvPr id="521" name="Image 518" descr="preencoded.png">    </p:cNvPr>
          <p:cNvPicPr>
            <a:picLocks noChangeAspect="1"/>
          </p:cNvPicPr>
          <p:nvPr/>
        </p:nvPicPr>
        <p:blipFill>
          <a:blip r:embed="rId519"/>
          <a:stretch>
            <a:fillRect/>
          </a:stretch>
        </p:blipFill>
        <p:spPr>
          <a:xfrm>
            <a:off x="6366954" y="3382925"/>
            <a:ext cx="40729" cy="69056"/>
          </a:xfrm>
          <a:prstGeom prst="rect">
            <a:avLst/>
          </a:prstGeom>
        </p:spPr>
      </p:pic>
      <p:pic>
        <p:nvPicPr>
          <p:cNvPr id="522" name="Image 519" descr="preencoded.png">    </p:cNvPr>
          <p:cNvPicPr>
            <a:picLocks noChangeAspect="1"/>
          </p:cNvPicPr>
          <p:nvPr/>
        </p:nvPicPr>
        <p:blipFill>
          <a:blip r:embed="rId520"/>
          <a:stretch>
            <a:fillRect/>
          </a:stretch>
        </p:blipFill>
        <p:spPr>
          <a:xfrm>
            <a:off x="6325866" y="3408453"/>
            <a:ext cx="23061" cy="35412"/>
          </a:xfrm>
          <a:prstGeom prst="rect">
            <a:avLst/>
          </a:prstGeom>
        </p:spPr>
      </p:pic>
      <p:pic>
        <p:nvPicPr>
          <p:cNvPr id="523" name="Image 520" descr="preencoded.png">    </p:cNvPr>
          <p:cNvPicPr>
            <a:picLocks noChangeAspect="1"/>
          </p:cNvPicPr>
          <p:nvPr/>
        </p:nvPicPr>
        <p:blipFill>
          <a:blip r:embed="rId521"/>
          <a:stretch>
            <a:fillRect/>
          </a:stretch>
        </p:blipFill>
        <p:spPr>
          <a:xfrm>
            <a:off x="6318256" y="3382925"/>
            <a:ext cx="40885" cy="68982"/>
          </a:xfrm>
          <a:prstGeom prst="rect">
            <a:avLst/>
          </a:prstGeom>
        </p:spPr>
      </p:pic>
      <p:pic>
        <p:nvPicPr>
          <p:cNvPr id="524" name="Image 521" descr="preencoded.png">    </p:cNvPr>
          <p:cNvPicPr>
            <a:picLocks noChangeAspect="1"/>
          </p:cNvPicPr>
          <p:nvPr/>
        </p:nvPicPr>
        <p:blipFill>
          <a:blip r:embed="rId522"/>
          <a:stretch>
            <a:fillRect/>
          </a:stretch>
        </p:blipFill>
        <p:spPr>
          <a:xfrm>
            <a:off x="7945723" y="3382925"/>
            <a:ext cx="20286" cy="86866"/>
          </a:xfrm>
          <a:prstGeom prst="rect">
            <a:avLst/>
          </a:prstGeom>
        </p:spPr>
      </p:pic>
      <p:pic>
        <p:nvPicPr>
          <p:cNvPr id="525" name="Image 522" descr="preencoded.png">    </p:cNvPr>
          <p:cNvPicPr>
            <a:picLocks noChangeAspect="1"/>
          </p:cNvPicPr>
          <p:nvPr/>
        </p:nvPicPr>
        <p:blipFill>
          <a:blip r:embed="rId523"/>
          <a:stretch>
            <a:fillRect/>
          </a:stretch>
        </p:blipFill>
        <p:spPr>
          <a:xfrm>
            <a:off x="7731113" y="3403364"/>
            <a:ext cx="7665" cy="45988"/>
          </a:xfrm>
          <a:prstGeom prst="rect">
            <a:avLst/>
          </a:prstGeom>
        </p:spPr>
      </p:pic>
      <p:pic>
        <p:nvPicPr>
          <p:cNvPr id="526" name="Image 523" descr="preencoded.png">    </p:cNvPr>
          <p:cNvPicPr>
            <a:picLocks noChangeAspect="1"/>
          </p:cNvPicPr>
          <p:nvPr/>
        </p:nvPicPr>
        <p:blipFill>
          <a:blip r:embed="rId524"/>
          <a:stretch>
            <a:fillRect/>
          </a:stretch>
        </p:blipFill>
        <p:spPr>
          <a:xfrm>
            <a:off x="6468699" y="3403364"/>
            <a:ext cx="10521" cy="48543"/>
          </a:xfrm>
          <a:prstGeom prst="rect">
            <a:avLst/>
          </a:prstGeom>
        </p:spPr>
      </p:pic>
      <p:pic>
        <p:nvPicPr>
          <p:cNvPr id="527" name="Image 524" descr="preencoded.png">    </p:cNvPr>
          <p:cNvPicPr>
            <a:picLocks noChangeAspect="1"/>
          </p:cNvPicPr>
          <p:nvPr/>
        </p:nvPicPr>
        <p:blipFill>
          <a:blip r:embed="rId525"/>
          <a:stretch>
            <a:fillRect/>
          </a:stretch>
        </p:blipFill>
        <p:spPr>
          <a:xfrm>
            <a:off x="7700454" y="3400739"/>
            <a:ext cx="25549" cy="51168"/>
          </a:xfrm>
          <a:prstGeom prst="rect">
            <a:avLst/>
          </a:prstGeom>
        </p:spPr>
      </p:pic>
      <p:pic>
        <p:nvPicPr>
          <p:cNvPr id="528" name="Image 525" descr="preencoded.png">    </p:cNvPr>
          <p:cNvPicPr>
            <a:picLocks noChangeAspect="1"/>
          </p:cNvPicPr>
          <p:nvPr/>
        </p:nvPicPr>
        <p:blipFill>
          <a:blip r:embed="rId526"/>
          <a:stretch>
            <a:fillRect/>
          </a:stretch>
        </p:blipFill>
        <p:spPr>
          <a:xfrm>
            <a:off x="7416832" y="3408312"/>
            <a:ext cx="23024" cy="13234"/>
          </a:xfrm>
          <a:prstGeom prst="rect">
            <a:avLst/>
          </a:prstGeom>
        </p:spPr>
      </p:pic>
      <p:pic>
        <p:nvPicPr>
          <p:cNvPr id="529" name="Image 526" descr="preencoded.png">    </p:cNvPr>
          <p:cNvPicPr>
            <a:picLocks noChangeAspect="1"/>
          </p:cNvPicPr>
          <p:nvPr/>
        </p:nvPicPr>
        <p:blipFill>
          <a:blip r:embed="rId527"/>
          <a:stretch>
            <a:fillRect/>
          </a:stretch>
        </p:blipFill>
        <p:spPr>
          <a:xfrm>
            <a:off x="7406418" y="3400810"/>
            <a:ext cx="43707" cy="51450"/>
          </a:xfrm>
          <a:prstGeom prst="rect">
            <a:avLst/>
          </a:prstGeom>
        </p:spPr>
      </p:pic>
      <p:pic>
        <p:nvPicPr>
          <p:cNvPr id="530" name="Image 527" descr="preencoded.png">    </p:cNvPr>
          <p:cNvPicPr>
            <a:picLocks noChangeAspect="1"/>
          </p:cNvPicPr>
          <p:nvPr/>
        </p:nvPicPr>
        <p:blipFill>
          <a:blip r:embed="rId528"/>
          <a:stretch>
            <a:fillRect/>
          </a:stretch>
        </p:blipFill>
        <p:spPr>
          <a:xfrm>
            <a:off x="7728256" y="3403364"/>
            <a:ext cx="10521" cy="48734"/>
          </a:xfrm>
          <a:prstGeom prst="rect">
            <a:avLst/>
          </a:prstGeom>
        </p:spPr>
      </p:pic>
      <p:pic>
        <p:nvPicPr>
          <p:cNvPr id="531" name="Image 528" descr="preencoded.png">    </p:cNvPr>
          <p:cNvPicPr>
            <a:picLocks noChangeAspect="1"/>
          </p:cNvPicPr>
          <p:nvPr/>
        </p:nvPicPr>
        <p:blipFill>
          <a:blip r:embed="rId529"/>
          <a:stretch>
            <a:fillRect/>
          </a:stretch>
        </p:blipFill>
        <p:spPr>
          <a:xfrm>
            <a:off x="6726986" y="3408269"/>
            <a:ext cx="23052" cy="12980"/>
          </a:xfrm>
          <a:prstGeom prst="rect">
            <a:avLst/>
          </a:prstGeom>
        </p:spPr>
      </p:pic>
      <p:pic>
        <p:nvPicPr>
          <p:cNvPr id="532" name="Image 529" descr="preencoded.png">    </p:cNvPr>
          <p:cNvPicPr>
            <a:picLocks noChangeAspect="1"/>
          </p:cNvPicPr>
          <p:nvPr/>
        </p:nvPicPr>
        <p:blipFill>
          <a:blip r:embed="rId530"/>
          <a:stretch>
            <a:fillRect/>
          </a:stretch>
        </p:blipFill>
        <p:spPr>
          <a:xfrm>
            <a:off x="6716868" y="3400523"/>
            <a:ext cx="43404" cy="51233"/>
          </a:xfrm>
          <a:prstGeom prst="rect">
            <a:avLst/>
          </a:prstGeom>
        </p:spPr>
      </p:pic>
      <p:pic>
        <p:nvPicPr>
          <p:cNvPr id="533" name="Image 530" descr="preencoded.png">    </p:cNvPr>
          <p:cNvPicPr>
            <a:picLocks noChangeAspect="1"/>
          </p:cNvPicPr>
          <p:nvPr/>
        </p:nvPicPr>
        <p:blipFill>
          <a:blip r:embed="rId531"/>
          <a:stretch>
            <a:fillRect/>
          </a:stretch>
        </p:blipFill>
        <p:spPr>
          <a:xfrm>
            <a:off x="6652952" y="3400580"/>
            <a:ext cx="10220" cy="51557"/>
          </a:xfrm>
          <a:prstGeom prst="rect">
            <a:avLst/>
          </a:prstGeom>
        </p:spPr>
      </p:pic>
      <p:pic>
        <p:nvPicPr>
          <p:cNvPr id="534" name="Image 531" descr="preencoded.png">    </p:cNvPr>
          <p:cNvPicPr>
            <a:picLocks noChangeAspect="1"/>
          </p:cNvPicPr>
          <p:nvPr/>
        </p:nvPicPr>
        <p:blipFill>
          <a:blip r:embed="rId532"/>
          <a:stretch>
            <a:fillRect/>
          </a:stretch>
        </p:blipFill>
        <p:spPr>
          <a:xfrm>
            <a:off x="6269556" y="3403364"/>
            <a:ext cx="38788" cy="48781"/>
          </a:xfrm>
          <a:prstGeom prst="rect">
            <a:avLst/>
          </a:prstGeom>
        </p:spPr>
      </p:pic>
      <p:pic>
        <p:nvPicPr>
          <p:cNvPr id="535" name="Image 532" descr="preencoded.png">    </p:cNvPr>
          <p:cNvPicPr>
            <a:picLocks noChangeAspect="1"/>
          </p:cNvPicPr>
          <p:nvPr/>
        </p:nvPicPr>
        <p:blipFill>
          <a:blip r:embed="rId533"/>
          <a:stretch>
            <a:fillRect/>
          </a:stretch>
        </p:blipFill>
        <p:spPr>
          <a:xfrm>
            <a:off x="7314666" y="3428913"/>
            <a:ext cx="22994" cy="15112"/>
          </a:xfrm>
          <a:prstGeom prst="rect">
            <a:avLst/>
          </a:prstGeom>
        </p:spPr>
      </p:pic>
      <p:pic>
        <p:nvPicPr>
          <p:cNvPr id="536" name="Image 533" descr="preencoded.png">    </p:cNvPr>
          <p:cNvPicPr>
            <a:picLocks noChangeAspect="1"/>
          </p:cNvPicPr>
          <p:nvPr/>
        </p:nvPicPr>
        <p:blipFill>
          <a:blip r:embed="rId534"/>
          <a:stretch>
            <a:fillRect/>
          </a:stretch>
        </p:blipFill>
        <p:spPr>
          <a:xfrm>
            <a:off x="7756667" y="3428913"/>
            <a:ext cx="22988" cy="15112"/>
          </a:xfrm>
          <a:prstGeom prst="rect">
            <a:avLst/>
          </a:prstGeom>
        </p:spPr>
      </p:pic>
      <p:pic>
        <p:nvPicPr>
          <p:cNvPr id="537" name="Image 534" descr="preencoded.png">    </p:cNvPr>
          <p:cNvPicPr>
            <a:picLocks noChangeAspect="1"/>
          </p:cNvPicPr>
          <p:nvPr/>
        </p:nvPicPr>
        <p:blipFill>
          <a:blip r:embed="rId535"/>
          <a:stretch>
            <a:fillRect/>
          </a:stretch>
        </p:blipFill>
        <p:spPr>
          <a:xfrm>
            <a:off x="7304798" y="3400619"/>
            <a:ext cx="43245" cy="51288"/>
          </a:xfrm>
          <a:prstGeom prst="rect">
            <a:avLst/>
          </a:prstGeom>
        </p:spPr>
      </p:pic>
      <p:pic>
        <p:nvPicPr>
          <p:cNvPr id="538" name="Image 535" descr="preencoded.png">    </p:cNvPr>
          <p:cNvPicPr>
            <a:picLocks noChangeAspect="1"/>
          </p:cNvPicPr>
          <p:nvPr/>
        </p:nvPicPr>
        <p:blipFill>
          <a:blip r:embed="rId536"/>
          <a:stretch>
            <a:fillRect/>
          </a:stretch>
        </p:blipFill>
        <p:spPr>
          <a:xfrm>
            <a:off x="7527185" y="3390590"/>
            <a:ext cx="14416" cy="15329"/>
          </a:xfrm>
          <a:prstGeom prst="rect">
            <a:avLst/>
          </a:prstGeom>
        </p:spPr>
      </p:pic>
      <p:pic>
        <p:nvPicPr>
          <p:cNvPr id="539" name="Image 536" descr="preencoded.png">    </p:cNvPr>
          <p:cNvPicPr>
            <a:picLocks noChangeAspect="1"/>
          </p:cNvPicPr>
          <p:nvPr/>
        </p:nvPicPr>
        <p:blipFill>
          <a:blip r:embed="rId537"/>
          <a:stretch>
            <a:fillRect/>
          </a:stretch>
        </p:blipFill>
        <p:spPr>
          <a:xfrm>
            <a:off x="7520001" y="3421248"/>
            <a:ext cx="21266" cy="21768"/>
          </a:xfrm>
          <a:prstGeom prst="rect">
            <a:avLst/>
          </a:prstGeom>
        </p:spPr>
      </p:pic>
      <p:pic>
        <p:nvPicPr>
          <p:cNvPr id="540" name="Image 537" descr="preencoded.png">    </p:cNvPr>
          <p:cNvPicPr>
            <a:picLocks noChangeAspect="1"/>
          </p:cNvPicPr>
          <p:nvPr/>
        </p:nvPicPr>
        <p:blipFill>
          <a:blip r:embed="rId538"/>
          <a:stretch>
            <a:fillRect/>
          </a:stretch>
        </p:blipFill>
        <p:spPr>
          <a:xfrm>
            <a:off x="7510957" y="3383533"/>
            <a:ext cx="53775" cy="69236"/>
          </a:xfrm>
          <a:prstGeom prst="rect">
            <a:avLst/>
          </a:prstGeom>
        </p:spPr>
      </p:pic>
      <p:pic>
        <p:nvPicPr>
          <p:cNvPr id="541" name="Image 538" descr="preencoded.png">    </p:cNvPr>
          <p:cNvPicPr>
            <a:picLocks noChangeAspect="1"/>
          </p:cNvPicPr>
          <p:nvPr/>
        </p:nvPicPr>
        <p:blipFill>
          <a:blip r:embed="rId539"/>
          <a:stretch>
            <a:fillRect/>
          </a:stretch>
        </p:blipFill>
        <p:spPr>
          <a:xfrm>
            <a:off x="6655507" y="3403364"/>
            <a:ext cx="7665" cy="45988"/>
          </a:xfrm>
          <a:prstGeom prst="rect">
            <a:avLst/>
          </a:prstGeom>
        </p:spPr>
      </p:pic>
      <p:pic>
        <p:nvPicPr>
          <p:cNvPr id="542" name="Image 539" descr="preencoded.png">    </p:cNvPr>
          <p:cNvPicPr>
            <a:picLocks noChangeAspect="1"/>
          </p:cNvPicPr>
          <p:nvPr/>
        </p:nvPicPr>
        <p:blipFill>
          <a:blip r:embed="rId540"/>
          <a:stretch>
            <a:fillRect/>
          </a:stretch>
        </p:blipFill>
        <p:spPr>
          <a:xfrm>
            <a:off x="7800095" y="3400795"/>
            <a:ext cx="38487" cy="51112"/>
          </a:xfrm>
          <a:prstGeom prst="rect">
            <a:avLst/>
          </a:prstGeom>
        </p:spPr>
      </p:pic>
      <p:pic>
        <p:nvPicPr>
          <p:cNvPr id="543" name="Image 540" descr="preencoded.png">    </p:cNvPr>
          <p:cNvPicPr>
            <a:picLocks noChangeAspect="1"/>
          </p:cNvPicPr>
          <p:nvPr/>
        </p:nvPicPr>
        <p:blipFill>
          <a:blip r:embed="rId541"/>
          <a:stretch>
            <a:fillRect/>
          </a:stretch>
        </p:blipFill>
        <p:spPr>
          <a:xfrm>
            <a:off x="7747147" y="3400104"/>
            <a:ext cx="42890" cy="51804"/>
          </a:xfrm>
          <a:prstGeom prst="rect">
            <a:avLst/>
          </a:prstGeom>
        </p:spPr>
      </p:pic>
      <p:pic>
        <p:nvPicPr>
          <p:cNvPr id="544" name="Image 541" descr="preencoded.png">    </p:cNvPr>
          <p:cNvPicPr>
            <a:picLocks noChangeAspect="1"/>
          </p:cNvPicPr>
          <p:nvPr/>
        </p:nvPicPr>
        <p:blipFill>
          <a:blip r:embed="rId542"/>
          <a:stretch>
            <a:fillRect/>
          </a:stretch>
        </p:blipFill>
        <p:spPr>
          <a:xfrm>
            <a:off x="6428093" y="3408268"/>
            <a:ext cx="23024" cy="12981"/>
          </a:xfrm>
          <a:prstGeom prst="rect">
            <a:avLst/>
          </a:prstGeom>
        </p:spPr>
      </p:pic>
      <p:pic>
        <p:nvPicPr>
          <p:cNvPr id="545" name="Image 542" descr="preencoded.png">    </p:cNvPr>
          <p:cNvPicPr>
            <a:picLocks noChangeAspect="1"/>
          </p:cNvPicPr>
          <p:nvPr/>
        </p:nvPicPr>
        <p:blipFill>
          <a:blip r:embed="rId543"/>
          <a:stretch>
            <a:fillRect/>
          </a:stretch>
        </p:blipFill>
        <p:spPr>
          <a:xfrm>
            <a:off x="6418008" y="3400703"/>
            <a:ext cx="43328" cy="51329"/>
          </a:xfrm>
          <a:prstGeom prst="rect">
            <a:avLst/>
          </a:prstGeom>
        </p:spPr>
      </p:pic>
      <p:pic>
        <p:nvPicPr>
          <p:cNvPr id="546" name="Image 543" descr="preencoded.png">    </p:cNvPr>
          <p:cNvPicPr>
            <a:picLocks noChangeAspect="1"/>
          </p:cNvPicPr>
          <p:nvPr/>
        </p:nvPicPr>
        <p:blipFill>
          <a:blip r:embed="rId544"/>
          <a:stretch>
            <a:fillRect/>
          </a:stretch>
        </p:blipFill>
        <p:spPr>
          <a:xfrm>
            <a:off x="6179482" y="3382855"/>
            <a:ext cx="21256" cy="86936"/>
          </a:xfrm>
          <a:prstGeom prst="rect">
            <a:avLst/>
          </a:prstGeom>
        </p:spPr>
      </p:pic>
      <p:pic>
        <p:nvPicPr>
          <p:cNvPr id="547" name="Image 544" descr="preencoded.png">    </p:cNvPr>
          <p:cNvPicPr>
            <a:picLocks noChangeAspect="1"/>
          </p:cNvPicPr>
          <p:nvPr/>
        </p:nvPicPr>
        <p:blipFill>
          <a:blip r:embed="rId545"/>
          <a:stretch>
            <a:fillRect/>
          </a:stretch>
        </p:blipFill>
        <p:spPr>
          <a:xfrm>
            <a:off x="7902290" y="3408312"/>
            <a:ext cx="25549" cy="12930"/>
          </a:xfrm>
          <a:prstGeom prst="rect">
            <a:avLst/>
          </a:prstGeom>
        </p:spPr>
      </p:pic>
      <p:pic>
        <p:nvPicPr>
          <p:cNvPr id="548" name="Image 545" descr="preencoded.png">    </p:cNvPr>
          <p:cNvPicPr>
            <a:picLocks noChangeAspect="1"/>
          </p:cNvPicPr>
          <p:nvPr/>
        </p:nvPicPr>
        <p:blipFill>
          <a:blip r:embed="rId546"/>
          <a:stretch>
            <a:fillRect/>
          </a:stretch>
        </p:blipFill>
        <p:spPr>
          <a:xfrm>
            <a:off x="7891794" y="3400292"/>
            <a:ext cx="43828" cy="51759"/>
          </a:xfrm>
          <a:prstGeom prst="rect">
            <a:avLst/>
          </a:prstGeom>
        </p:spPr>
      </p:pic>
      <p:pic>
        <p:nvPicPr>
          <p:cNvPr id="549" name="Image 546" descr="preencoded.png">    </p:cNvPr>
          <p:cNvPicPr>
            <a:picLocks noChangeAspect="1"/>
          </p:cNvPicPr>
          <p:nvPr/>
        </p:nvPicPr>
        <p:blipFill>
          <a:blip r:embed="rId547"/>
          <a:stretch>
            <a:fillRect/>
          </a:stretch>
        </p:blipFill>
        <p:spPr>
          <a:xfrm>
            <a:off x="7457740" y="3400724"/>
            <a:ext cx="25549" cy="51374"/>
          </a:xfrm>
          <a:prstGeom prst="rect">
            <a:avLst/>
          </a:prstGeom>
        </p:spPr>
      </p:pic>
      <p:pic>
        <p:nvPicPr>
          <p:cNvPr id="550" name="Image 547" descr="preencoded.png">    </p:cNvPr>
          <p:cNvPicPr>
            <a:picLocks noChangeAspect="1"/>
          </p:cNvPicPr>
          <p:nvPr/>
        </p:nvPicPr>
        <p:blipFill>
          <a:blip r:embed="rId548"/>
          <a:stretch>
            <a:fillRect/>
          </a:stretch>
        </p:blipFill>
        <p:spPr>
          <a:xfrm>
            <a:off x="6612228" y="3408471"/>
            <a:ext cx="25394" cy="35088"/>
          </a:xfrm>
          <a:prstGeom prst="rect">
            <a:avLst/>
          </a:prstGeom>
        </p:spPr>
      </p:pic>
      <p:pic>
        <p:nvPicPr>
          <p:cNvPr id="551" name="Image 548" descr="preencoded.png">    </p:cNvPr>
          <p:cNvPicPr>
            <a:picLocks noChangeAspect="1"/>
          </p:cNvPicPr>
          <p:nvPr/>
        </p:nvPicPr>
        <p:blipFill>
          <a:blip r:embed="rId549"/>
          <a:stretch>
            <a:fillRect/>
          </a:stretch>
        </p:blipFill>
        <p:spPr>
          <a:xfrm>
            <a:off x="6604410" y="3400657"/>
            <a:ext cx="40951" cy="69134"/>
          </a:xfrm>
          <a:prstGeom prst="rect">
            <a:avLst/>
          </a:prstGeom>
        </p:spPr>
      </p:pic>
      <p:pic>
        <p:nvPicPr>
          <p:cNvPr id="552" name="Image 549" descr="preencoded.png">    </p:cNvPr>
          <p:cNvPicPr>
            <a:picLocks noChangeAspect="1"/>
          </p:cNvPicPr>
          <p:nvPr/>
        </p:nvPicPr>
        <p:blipFill>
          <a:blip r:embed="rId550"/>
          <a:stretch>
            <a:fillRect/>
          </a:stretch>
        </p:blipFill>
        <p:spPr>
          <a:xfrm>
            <a:off x="1352922" y="3425747"/>
            <a:ext cx="855886" cy="564793"/>
          </a:xfrm>
          <a:prstGeom prst="rect">
            <a:avLst/>
          </a:prstGeom>
        </p:spPr>
      </p:pic>
      <p:pic>
        <p:nvPicPr>
          <p:cNvPr id="553" name="Image 550" descr="preencoded.png">    </p:cNvPr>
          <p:cNvPicPr>
            <a:picLocks noChangeAspect="1"/>
          </p:cNvPicPr>
          <p:nvPr/>
        </p:nvPicPr>
        <p:blipFill>
          <a:blip r:embed="rId551"/>
          <a:stretch>
            <a:fillRect/>
          </a:stretch>
        </p:blipFill>
        <p:spPr>
          <a:xfrm>
            <a:off x="6675946" y="3385480"/>
            <a:ext cx="38323" cy="66427"/>
          </a:xfrm>
          <a:prstGeom prst="rect">
            <a:avLst/>
          </a:prstGeom>
        </p:spPr>
      </p:pic>
      <p:pic>
        <p:nvPicPr>
          <p:cNvPr id="554" name="Image 551" descr="preencoded.png">    </p:cNvPr>
          <p:cNvPicPr>
            <a:picLocks noChangeAspect="1"/>
          </p:cNvPicPr>
          <p:nvPr/>
        </p:nvPicPr>
        <p:blipFill>
          <a:blip r:embed="rId552"/>
          <a:stretch>
            <a:fillRect/>
          </a:stretch>
        </p:blipFill>
        <p:spPr>
          <a:xfrm>
            <a:off x="7848345" y="3400194"/>
            <a:ext cx="41170" cy="51856"/>
          </a:xfrm>
          <a:prstGeom prst="rect">
            <a:avLst/>
          </a:prstGeom>
        </p:spPr>
      </p:pic>
      <p:pic>
        <p:nvPicPr>
          <p:cNvPr id="555" name="Image 552" descr="preencoded.png">    </p:cNvPr>
          <p:cNvPicPr>
            <a:picLocks noChangeAspect="1"/>
          </p:cNvPicPr>
          <p:nvPr/>
        </p:nvPicPr>
        <p:blipFill>
          <a:blip r:embed="rId553"/>
          <a:stretch>
            <a:fillRect/>
          </a:stretch>
        </p:blipFill>
        <p:spPr>
          <a:xfrm>
            <a:off x="6297824" y="3400580"/>
            <a:ext cx="10220" cy="35998"/>
          </a:xfrm>
          <a:prstGeom prst="rect">
            <a:avLst/>
          </a:prstGeom>
        </p:spPr>
      </p:pic>
      <p:pic>
        <p:nvPicPr>
          <p:cNvPr id="556" name="Image 553" descr="preencoded.png">    </p:cNvPr>
          <p:cNvPicPr>
            <a:picLocks noChangeAspect="1"/>
          </p:cNvPicPr>
          <p:nvPr/>
        </p:nvPicPr>
        <p:blipFill>
          <a:blip r:embed="rId554"/>
          <a:stretch>
            <a:fillRect/>
          </a:stretch>
        </p:blipFill>
        <p:spPr>
          <a:xfrm>
            <a:off x="7260851" y="3400354"/>
            <a:ext cx="41042" cy="51367"/>
          </a:xfrm>
          <a:prstGeom prst="rect">
            <a:avLst/>
          </a:prstGeom>
        </p:spPr>
      </p:pic>
      <p:pic>
        <p:nvPicPr>
          <p:cNvPr id="557" name="Image 554" descr="preencoded.png">    </p:cNvPr>
          <p:cNvPicPr>
            <a:picLocks noChangeAspect="1"/>
          </p:cNvPicPr>
          <p:nvPr/>
        </p:nvPicPr>
        <p:blipFill>
          <a:blip r:embed="rId555"/>
          <a:stretch>
            <a:fillRect/>
          </a:stretch>
        </p:blipFill>
        <p:spPr>
          <a:xfrm>
            <a:off x="6767922" y="3382790"/>
            <a:ext cx="23036" cy="86190"/>
          </a:xfrm>
          <a:prstGeom prst="rect">
            <a:avLst/>
          </a:prstGeom>
        </p:spPr>
      </p:pic>
      <p:pic>
        <p:nvPicPr>
          <p:cNvPr id="558" name="Image 555" descr="preencoded.png">    </p:cNvPr>
          <p:cNvPicPr>
            <a:picLocks noChangeAspect="1"/>
          </p:cNvPicPr>
          <p:nvPr/>
        </p:nvPicPr>
        <p:blipFill>
          <a:blip r:embed="rId556"/>
          <a:stretch>
            <a:fillRect/>
          </a:stretch>
        </p:blipFill>
        <p:spPr>
          <a:xfrm>
            <a:off x="6208401" y="3382192"/>
            <a:ext cx="50884" cy="69622"/>
          </a:xfrm>
          <a:prstGeom prst="rect">
            <a:avLst/>
          </a:prstGeom>
        </p:spPr>
      </p:pic>
      <p:pic>
        <p:nvPicPr>
          <p:cNvPr id="559" name="Image 556" descr="preencoded.png">    </p:cNvPr>
          <p:cNvPicPr>
            <a:picLocks noChangeAspect="1"/>
          </p:cNvPicPr>
          <p:nvPr/>
        </p:nvPicPr>
        <p:blipFill>
          <a:blip r:embed="rId557"/>
          <a:stretch>
            <a:fillRect/>
          </a:stretch>
        </p:blipFill>
        <p:spPr>
          <a:xfrm>
            <a:off x="7593149" y="3382814"/>
            <a:ext cx="56208" cy="68873"/>
          </a:xfrm>
          <a:prstGeom prst="rect">
            <a:avLst/>
          </a:prstGeom>
        </p:spPr>
      </p:pic>
      <p:pic>
        <p:nvPicPr>
          <p:cNvPr id="560" name="Image 557" descr="preencoded.png">    </p:cNvPr>
          <p:cNvPicPr>
            <a:picLocks noChangeAspect="1"/>
          </p:cNvPicPr>
          <p:nvPr/>
        </p:nvPicPr>
        <p:blipFill>
          <a:blip r:embed="rId558"/>
          <a:stretch>
            <a:fillRect/>
          </a:stretch>
        </p:blipFill>
        <p:spPr>
          <a:xfrm>
            <a:off x="7352990" y="3385480"/>
            <a:ext cx="48543" cy="66620"/>
          </a:xfrm>
          <a:prstGeom prst="rect">
            <a:avLst/>
          </a:prstGeom>
        </p:spPr>
      </p:pic>
      <p:pic>
        <p:nvPicPr>
          <p:cNvPr id="561" name="Image 558" descr="preencoded.png">    </p:cNvPr>
          <p:cNvPicPr>
            <a:picLocks noChangeAspect="1"/>
          </p:cNvPicPr>
          <p:nvPr/>
        </p:nvPicPr>
        <p:blipFill>
          <a:blip r:embed="rId559"/>
          <a:stretch>
            <a:fillRect/>
          </a:stretch>
        </p:blipFill>
        <p:spPr>
          <a:xfrm>
            <a:off x="6471240" y="3400809"/>
            <a:ext cx="36247" cy="51098"/>
          </a:xfrm>
          <a:prstGeom prst="rect">
            <a:avLst/>
          </a:prstGeom>
        </p:spPr>
      </p:pic>
      <p:pic>
        <p:nvPicPr>
          <p:cNvPr id="562" name="Image 559" descr="preencoded.png">    </p:cNvPr>
          <p:cNvPicPr>
            <a:picLocks noChangeAspect="1"/>
          </p:cNvPicPr>
          <p:nvPr/>
        </p:nvPicPr>
        <p:blipFill>
          <a:blip r:embed="rId560"/>
          <a:stretch>
            <a:fillRect/>
          </a:stretch>
        </p:blipFill>
        <p:spPr>
          <a:xfrm>
            <a:off x="7674905" y="3395700"/>
            <a:ext cx="38323" cy="56207"/>
          </a:xfrm>
          <a:prstGeom prst="rect">
            <a:avLst/>
          </a:prstGeom>
        </p:spPr>
      </p:pic>
      <p:pic>
        <p:nvPicPr>
          <p:cNvPr id="563" name="Image 560" descr="preencoded.png">    </p:cNvPr>
          <p:cNvPicPr>
            <a:picLocks noChangeAspect="1"/>
          </p:cNvPicPr>
          <p:nvPr/>
        </p:nvPicPr>
        <p:blipFill>
          <a:blip r:embed="rId561"/>
          <a:stretch>
            <a:fillRect/>
          </a:stretch>
        </p:blipFill>
        <p:spPr>
          <a:xfrm>
            <a:off x="7202185" y="3383030"/>
            <a:ext cx="51045" cy="68772"/>
          </a:xfrm>
          <a:prstGeom prst="rect">
            <a:avLst/>
          </a:prstGeom>
        </p:spPr>
      </p:pic>
      <p:pic>
        <p:nvPicPr>
          <p:cNvPr id="564" name="Image 561" descr="preencoded.png">    </p:cNvPr>
          <p:cNvPicPr>
            <a:picLocks noChangeAspect="1"/>
          </p:cNvPicPr>
          <p:nvPr/>
        </p:nvPicPr>
        <p:blipFill>
          <a:blip r:embed="rId562"/>
          <a:stretch>
            <a:fillRect/>
          </a:stretch>
        </p:blipFill>
        <p:spPr>
          <a:xfrm>
            <a:off x="6543041" y="3382192"/>
            <a:ext cx="50960" cy="69726"/>
          </a:xfrm>
          <a:prstGeom prst="rect">
            <a:avLst/>
          </a:prstGeom>
        </p:spPr>
      </p:pic>
      <p:pic>
        <p:nvPicPr>
          <p:cNvPr id="565" name="Image 562" descr="preencoded.png">    </p:cNvPr>
          <p:cNvPicPr>
            <a:picLocks noChangeAspect="1"/>
          </p:cNvPicPr>
          <p:nvPr/>
        </p:nvPicPr>
        <p:blipFill>
          <a:blip r:embed="rId563"/>
          <a:stretch>
            <a:fillRect/>
          </a:stretch>
        </p:blipFill>
        <p:spPr>
          <a:xfrm>
            <a:off x="7388758" y="3385558"/>
            <a:ext cx="76646" cy="74014"/>
          </a:xfrm>
          <a:prstGeom prst="rect">
            <a:avLst/>
          </a:prstGeom>
        </p:spPr>
      </p:pic>
      <p:pic>
        <p:nvPicPr>
          <p:cNvPr id="566" name="Image 563" descr="preencoded.png">    </p:cNvPr>
          <p:cNvPicPr>
            <a:picLocks noChangeAspect="1"/>
          </p:cNvPicPr>
          <p:nvPr/>
        </p:nvPicPr>
        <p:blipFill>
          <a:blip r:embed="rId564"/>
          <a:stretch>
            <a:fillRect/>
          </a:stretch>
        </p:blipFill>
        <p:spPr>
          <a:xfrm>
            <a:off x="7728557" y="3382925"/>
            <a:ext cx="10220" cy="10219"/>
          </a:xfrm>
          <a:prstGeom prst="rect">
            <a:avLst/>
          </a:prstGeom>
        </p:spPr>
      </p:pic>
      <p:pic>
        <p:nvPicPr>
          <p:cNvPr id="567" name="Image 564" descr="preencoded.png">    </p:cNvPr>
          <p:cNvPicPr>
            <a:picLocks noChangeAspect="1"/>
          </p:cNvPicPr>
          <p:nvPr/>
        </p:nvPicPr>
        <p:blipFill>
          <a:blip r:embed="rId565"/>
          <a:stretch>
            <a:fillRect/>
          </a:stretch>
        </p:blipFill>
        <p:spPr>
          <a:xfrm>
            <a:off x="6673079" y="3382696"/>
            <a:ext cx="10532" cy="69211"/>
          </a:xfrm>
          <a:prstGeom prst="rect">
            <a:avLst/>
          </a:prstGeom>
        </p:spPr>
      </p:pic>
      <p:pic>
        <p:nvPicPr>
          <p:cNvPr id="568" name="Image 565" descr="preencoded.png">    </p:cNvPr>
          <p:cNvPicPr>
            <a:picLocks noChangeAspect="1"/>
          </p:cNvPicPr>
          <p:nvPr/>
        </p:nvPicPr>
        <p:blipFill>
          <a:blip r:embed="rId566"/>
          <a:stretch>
            <a:fillRect/>
          </a:stretch>
        </p:blipFill>
        <p:spPr>
          <a:xfrm>
            <a:off x="6652952" y="3382925"/>
            <a:ext cx="10220" cy="10219"/>
          </a:xfrm>
          <a:prstGeom prst="rect">
            <a:avLst/>
          </a:prstGeom>
        </p:spPr>
      </p:pic>
      <p:pic>
        <p:nvPicPr>
          <p:cNvPr id="569" name="Image 566" descr="preencoded.png">    </p:cNvPr>
          <p:cNvPicPr>
            <a:picLocks noChangeAspect="1"/>
          </p:cNvPicPr>
          <p:nvPr/>
        </p:nvPicPr>
        <p:blipFill>
          <a:blip r:embed="rId567"/>
          <a:stretch>
            <a:fillRect/>
          </a:stretch>
        </p:blipFill>
        <p:spPr>
          <a:xfrm>
            <a:off x="2170584" y="3464234"/>
            <a:ext cx="12675" cy="51091"/>
          </a:xfrm>
          <a:prstGeom prst="rect">
            <a:avLst/>
          </a:prstGeom>
        </p:spPr>
      </p:pic>
      <p:pic>
        <p:nvPicPr>
          <p:cNvPr id="570" name="Image 567" descr="preencoded.png">    </p:cNvPr>
          <p:cNvPicPr>
            <a:picLocks noChangeAspect="1"/>
          </p:cNvPicPr>
          <p:nvPr/>
        </p:nvPicPr>
        <p:blipFill>
          <a:blip r:embed="rId568"/>
          <a:stretch>
            <a:fillRect/>
          </a:stretch>
        </p:blipFill>
        <p:spPr>
          <a:xfrm>
            <a:off x="7657021" y="3273065"/>
            <a:ext cx="12774" cy="12775"/>
          </a:xfrm>
          <a:prstGeom prst="rect">
            <a:avLst/>
          </a:prstGeom>
        </p:spPr>
      </p:pic>
      <p:pic>
        <p:nvPicPr>
          <p:cNvPr id="571" name="Image 568" descr="preencoded.png">    </p:cNvPr>
          <p:cNvPicPr>
            <a:picLocks noChangeAspect="1"/>
          </p:cNvPicPr>
          <p:nvPr/>
        </p:nvPicPr>
        <p:blipFill>
          <a:blip r:embed="rId569"/>
          <a:stretch>
            <a:fillRect/>
          </a:stretch>
        </p:blipFill>
        <p:spPr>
          <a:xfrm>
            <a:off x="7605923" y="3273065"/>
            <a:ext cx="12774" cy="10219"/>
          </a:xfrm>
          <a:prstGeom prst="rect">
            <a:avLst/>
          </a:prstGeom>
        </p:spPr>
      </p:pic>
      <p:pic>
        <p:nvPicPr>
          <p:cNvPr id="572" name="Image 569" descr="preencoded.png">    </p:cNvPr>
          <p:cNvPicPr>
            <a:picLocks noChangeAspect="1"/>
          </p:cNvPicPr>
          <p:nvPr/>
        </p:nvPicPr>
        <p:blipFill>
          <a:blip r:embed="rId570"/>
          <a:stretch>
            <a:fillRect/>
          </a:stretch>
        </p:blipFill>
        <p:spPr>
          <a:xfrm>
            <a:off x="7570155" y="3275620"/>
            <a:ext cx="28260" cy="68880"/>
          </a:xfrm>
          <a:prstGeom prst="rect">
            <a:avLst/>
          </a:prstGeom>
        </p:spPr>
      </p:pic>
      <p:pic>
        <p:nvPicPr>
          <p:cNvPr id="573" name="Image 570" descr="preencoded.png">    </p:cNvPr>
          <p:cNvPicPr>
            <a:picLocks noChangeAspect="1"/>
          </p:cNvPicPr>
          <p:nvPr/>
        </p:nvPicPr>
        <p:blipFill>
          <a:blip r:embed="rId571"/>
          <a:stretch>
            <a:fillRect/>
          </a:stretch>
        </p:blipFill>
        <p:spPr>
          <a:xfrm>
            <a:off x="7605923" y="3273065"/>
            <a:ext cx="15575" cy="13034"/>
          </a:xfrm>
          <a:prstGeom prst="rect">
            <a:avLst/>
          </a:prstGeom>
        </p:spPr>
      </p:pic>
      <p:pic>
        <p:nvPicPr>
          <p:cNvPr id="574" name="Image 571" descr="preencoded.png">    </p:cNvPr>
          <p:cNvPicPr>
            <a:picLocks noChangeAspect="1"/>
          </p:cNvPicPr>
          <p:nvPr/>
        </p:nvPicPr>
        <p:blipFill>
          <a:blip r:embed="rId572"/>
          <a:stretch>
            <a:fillRect/>
          </a:stretch>
        </p:blipFill>
        <p:spPr>
          <a:xfrm>
            <a:off x="7585485" y="3273065"/>
            <a:ext cx="12774" cy="17884"/>
          </a:xfrm>
          <a:prstGeom prst="rect">
            <a:avLst/>
          </a:prstGeom>
        </p:spPr>
      </p:pic>
      <p:pic>
        <p:nvPicPr>
          <p:cNvPr id="575" name="Image 572" descr="preencoded.png">    </p:cNvPr>
          <p:cNvPicPr>
            <a:picLocks noChangeAspect="1"/>
          </p:cNvPicPr>
          <p:nvPr/>
        </p:nvPicPr>
        <p:blipFill>
          <a:blip r:embed="rId573"/>
          <a:stretch>
            <a:fillRect/>
          </a:stretch>
        </p:blipFill>
        <p:spPr>
          <a:xfrm>
            <a:off x="7631473" y="3273065"/>
            <a:ext cx="12774" cy="68982"/>
          </a:xfrm>
          <a:prstGeom prst="rect">
            <a:avLst/>
          </a:prstGeom>
        </p:spPr>
      </p:pic>
      <p:pic>
        <p:nvPicPr>
          <p:cNvPr id="576" name="Image 573" descr="preencoded.png">    </p:cNvPr>
          <p:cNvPicPr>
            <a:picLocks noChangeAspect="1"/>
          </p:cNvPicPr>
          <p:nvPr/>
        </p:nvPicPr>
        <p:blipFill>
          <a:blip r:embed="rId574"/>
          <a:stretch>
            <a:fillRect/>
          </a:stretch>
        </p:blipFill>
        <p:spPr>
          <a:xfrm>
            <a:off x="7605923" y="3290949"/>
            <a:ext cx="12774" cy="51098"/>
          </a:xfrm>
          <a:prstGeom prst="rect">
            <a:avLst/>
          </a:prstGeom>
        </p:spPr>
      </p:pic>
      <p:pic>
        <p:nvPicPr>
          <p:cNvPr id="577" name="Image 574" descr="preencoded.png">    </p:cNvPr>
          <p:cNvPicPr>
            <a:picLocks noChangeAspect="1"/>
          </p:cNvPicPr>
          <p:nvPr/>
        </p:nvPicPr>
        <p:blipFill>
          <a:blip r:embed="rId575"/>
          <a:stretch>
            <a:fillRect/>
          </a:stretch>
        </p:blipFill>
        <p:spPr>
          <a:xfrm>
            <a:off x="7587742" y="3301169"/>
            <a:ext cx="10517" cy="30659"/>
          </a:xfrm>
          <a:prstGeom prst="rect">
            <a:avLst/>
          </a:prstGeom>
        </p:spPr>
      </p:pic>
      <p:pic>
        <p:nvPicPr>
          <p:cNvPr id="578" name="Image 575" descr="preencoded.png">    </p:cNvPr>
          <p:cNvPicPr>
            <a:picLocks noChangeAspect="1"/>
          </p:cNvPicPr>
          <p:nvPr/>
        </p:nvPicPr>
        <p:blipFill>
          <a:blip r:embed="rId576"/>
          <a:stretch>
            <a:fillRect/>
          </a:stretch>
        </p:blipFill>
        <p:spPr>
          <a:xfrm>
            <a:off x="7534512" y="3319053"/>
            <a:ext cx="15572" cy="15329"/>
          </a:xfrm>
          <a:prstGeom prst="rect">
            <a:avLst/>
          </a:prstGeom>
        </p:spPr>
      </p:pic>
      <p:pic>
        <p:nvPicPr>
          <p:cNvPr id="579" name="Image 576" descr="preencoded.png">    </p:cNvPr>
          <p:cNvPicPr>
            <a:picLocks noChangeAspect="1"/>
          </p:cNvPicPr>
          <p:nvPr/>
        </p:nvPicPr>
        <p:blipFill>
          <a:blip r:embed="rId577"/>
          <a:stretch>
            <a:fillRect/>
          </a:stretch>
        </p:blipFill>
        <p:spPr>
          <a:xfrm>
            <a:off x="7520319" y="3290786"/>
            <a:ext cx="44726" cy="53280"/>
          </a:xfrm>
          <a:prstGeom prst="rect">
            <a:avLst/>
          </a:prstGeom>
        </p:spPr>
      </p:pic>
      <p:pic>
        <p:nvPicPr>
          <p:cNvPr id="580" name="Image 577" descr="preencoded.png">    </p:cNvPr>
          <p:cNvPicPr>
            <a:picLocks noChangeAspect="1"/>
          </p:cNvPicPr>
          <p:nvPr/>
        </p:nvPicPr>
        <p:blipFill>
          <a:blip r:embed="rId578"/>
          <a:stretch>
            <a:fillRect/>
          </a:stretch>
        </p:blipFill>
        <p:spPr>
          <a:xfrm>
            <a:off x="7657021" y="3290949"/>
            <a:ext cx="12774" cy="51098"/>
          </a:xfrm>
          <a:prstGeom prst="rect">
            <a:avLst/>
          </a:prstGeom>
        </p:spPr>
      </p:pic>
      <p:pic>
        <p:nvPicPr>
          <p:cNvPr id="581" name="Image 578" descr="preencoded.png">    </p:cNvPr>
          <p:cNvPicPr>
            <a:picLocks noChangeAspect="1"/>
          </p:cNvPicPr>
          <p:nvPr/>
        </p:nvPicPr>
        <p:blipFill>
          <a:blip r:embed="rId579"/>
          <a:stretch>
            <a:fillRect/>
          </a:stretch>
        </p:blipFill>
        <p:spPr>
          <a:xfrm>
            <a:off x="7710674" y="3290756"/>
            <a:ext cx="45988" cy="72017"/>
          </a:xfrm>
          <a:prstGeom prst="rect">
            <a:avLst/>
          </a:prstGeom>
        </p:spPr>
      </p:pic>
      <p:pic>
        <p:nvPicPr>
          <p:cNvPr id="582" name="Image 579" descr="preencoded.png">    </p:cNvPr>
          <p:cNvPicPr>
            <a:picLocks noChangeAspect="1"/>
          </p:cNvPicPr>
          <p:nvPr/>
        </p:nvPicPr>
        <p:blipFill>
          <a:blip r:embed="rId580"/>
          <a:stretch>
            <a:fillRect/>
          </a:stretch>
        </p:blipFill>
        <p:spPr>
          <a:xfrm>
            <a:off x="7183403" y="3227077"/>
            <a:ext cx="656220" cy="263153"/>
          </a:xfrm>
          <a:prstGeom prst="rect">
            <a:avLst/>
          </a:prstGeom>
        </p:spPr>
      </p:pic>
      <p:pic>
        <p:nvPicPr>
          <p:cNvPr id="583" name="Image 580" descr="preencoded.png">    </p:cNvPr>
          <p:cNvPicPr>
            <a:picLocks noChangeAspect="1"/>
          </p:cNvPicPr>
          <p:nvPr/>
        </p:nvPicPr>
        <p:blipFill>
          <a:blip r:embed="rId581"/>
          <a:stretch>
            <a:fillRect/>
          </a:stretch>
        </p:blipFill>
        <p:spPr>
          <a:xfrm>
            <a:off x="4013463" y="2230554"/>
            <a:ext cx="80901" cy="82303"/>
          </a:xfrm>
          <a:prstGeom prst="rect">
            <a:avLst/>
          </a:prstGeom>
        </p:spPr>
      </p:pic>
      <p:pic>
        <p:nvPicPr>
          <p:cNvPr id="584" name="Image 581" descr="preencoded.png">    </p:cNvPr>
          <p:cNvPicPr>
            <a:picLocks noChangeAspect="1"/>
          </p:cNvPicPr>
          <p:nvPr/>
        </p:nvPicPr>
        <p:blipFill>
          <a:blip r:embed="rId582"/>
          <a:stretch>
            <a:fillRect/>
          </a:stretch>
        </p:blipFill>
        <p:spPr>
          <a:xfrm>
            <a:off x="4110843" y="2274774"/>
            <a:ext cx="265708" cy="12107"/>
          </a:xfrm>
          <a:prstGeom prst="rect">
            <a:avLst/>
          </a:prstGeom>
        </p:spPr>
      </p:pic>
      <p:pic>
        <p:nvPicPr>
          <p:cNvPr id="585" name="Image 582" descr="preencoded.png">    </p:cNvPr>
          <p:cNvPicPr>
            <a:picLocks noChangeAspect="1"/>
          </p:cNvPicPr>
          <p:nvPr/>
        </p:nvPicPr>
        <p:blipFill>
          <a:blip r:embed="rId583"/>
          <a:stretch>
            <a:fillRect/>
          </a:stretch>
        </p:blipFill>
        <p:spPr>
          <a:xfrm>
            <a:off x="4100624" y="2263887"/>
            <a:ext cx="482873" cy="112416"/>
          </a:xfrm>
          <a:prstGeom prst="rect">
            <a:avLst/>
          </a:prstGeom>
        </p:spPr>
      </p:pic>
      <p:pic>
        <p:nvPicPr>
          <p:cNvPr id="586" name="Image 583" descr="preencoded.png">    </p:cNvPr>
          <p:cNvPicPr>
            <a:picLocks noChangeAspect="1"/>
          </p:cNvPicPr>
          <p:nvPr/>
        </p:nvPicPr>
        <p:blipFill>
          <a:blip r:embed="rId584"/>
          <a:stretch>
            <a:fillRect/>
          </a:stretch>
        </p:blipFill>
        <p:spPr>
          <a:xfrm>
            <a:off x="4006528" y="2225564"/>
            <a:ext cx="94097" cy="94906"/>
          </a:xfrm>
          <a:prstGeom prst="rect">
            <a:avLst/>
          </a:prstGeom>
        </p:spPr>
      </p:pic>
      <p:pic>
        <p:nvPicPr>
          <p:cNvPr id="587" name="Image 584" descr="preencoded.png">    </p:cNvPr>
          <p:cNvPicPr>
            <a:picLocks noChangeAspect="1"/>
          </p:cNvPicPr>
          <p:nvPr/>
        </p:nvPicPr>
        <p:blipFill>
          <a:blip r:embed="rId585"/>
          <a:stretch>
            <a:fillRect/>
          </a:stretch>
        </p:blipFill>
        <p:spPr>
          <a:xfrm>
            <a:off x="4468527" y="2297100"/>
            <a:ext cx="120079" cy="67704"/>
          </a:xfrm>
          <a:prstGeom prst="rect">
            <a:avLst/>
          </a:prstGeom>
        </p:spPr>
      </p:pic>
      <p:pic>
        <p:nvPicPr>
          <p:cNvPr id="588" name="Image 585" descr="preencoded.png">    </p:cNvPr>
          <p:cNvPicPr>
            <a:picLocks noChangeAspect="1"/>
          </p:cNvPicPr>
          <p:nvPr/>
        </p:nvPicPr>
        <p:blipFill>
          <a:blip r:embed="rId586"/>
          <a:stretch>
            <a:fillRect/>
          </a:stretch>
        </p:blipFill>
        <p:spPr>
          <a:xfrm>
            <a:off x="4846650" y="2330314"/>
            <a:ext cx="30659" cy="7665"/>
          </a:xfrm>
          <a:prstGeom prst="rect">
            <a:avLst/>
          </a:prstGeom>
        </p:spPr>
      </p:pic>
      <p:pic>
        <p:nvPicPr>
          <p:cNvPr id="589" name="Image 586" descr="preencoded.png">    </p:cNvPr>
          <p:cNvPicPr>
            <a:picLocks noChangeAspect="1"/>
          </p:cNvPicPr>
          <p:nvPr/>
        </p:nvPicPr>
        <p:blipFill>
          <a:blip r:embed="rId587"/>
          <a:stretch>
            <a:fillRect/>
          </a:stretch>
        </p:blipFill>
        <p:spPr>
          <a:xfrm>
            <a:off x="4591985" y="2345396"/>
            <a:ext cx="84775" cy="84744"/>
          </a:xfrm>
          <a:prstGeom prst="rect">
            <a:avLst/>
          </a:prstGeom>
        </p:spPr>
      </p:pic>
      <p:pic>
        <p:nvPicPr>
          <p:cNvPr id="590" name="Image 587" descr="preencoded.png">    </p:cNvPr>
          <p:cNvPicPr>
            <a:picLocks noChangeAspect="1"/>
          </p:cNvPicPr>
          <p:nvPr/>
        </p:nvPicPr>
        <p:blipFill>
          <a:blip r:embed="rId588"/>
          <a:stretch>
            <a:fillRect/>
          </a:stretch>
        </p:blipFill>
        <p:spPr>
          <a:xfrm>
            <a:off x="4586098" y="2340459"/>
            <a:ext cx="97039" cy="96855"/>
          </a:xfrm>
          <a:prstGeom prst="rect">
            <a:avLst/>
          </a:prstGeom>
        </p:spPr>
      </p:pic>
      <p:pic>
        <p:nvPicPr>
          <p:cNvPr id="591" name="Image 588" descr="preencoded.png">    </p:cNvPr>
          <p:cNvPicPr>
            <a:picLocks noChangeAspect="1"/>
          </p:cNvPicPr>
          <p:nvPr/>
        </p:nvPicPr>
        <p:blipFill>
          <a:blip r:embed="rId589"/>
          <a:stretch>
            <a:fillRect/>
          </a:stretch>
        </p:blipFill>
        <p:spPr>
          <a:xfrm>
            <a:off x="4683137" y="2337978"/>
            <a:ext cx="163513" cy="51098"/>
          </a:xfrm>
          <a:prstGeom prst="rect">
            <a:avLst/>
          </a:prstGeom>
        </p:spPr>
      </p:pic>
      <p:pic>
        <p:nvPicPr>
          <p:cNvPr id="592" name="Image 589" descr="preencoded.png">    </p:cNvPr>
          <p:cNvPicPr>
            <a:picLocks noChangeAspect="1"/>
          </p:cNvPicPr>
          <p:nvPr/>
        </p:nvPicPr>
        <p:blipFill>
          <a:blip r:embed="rId590"/>
          <a:stretch>
            <a:fillRect/>
          </a:stretch>
        </p:blipFill>
        <p:spPr>
          <a:xfrm>
            <a:off x="4175978" y="2575582"/>
            <a:ext cx="24919" cy="17884"/>
          </a:xfrm>
          <a:prstGeom prst="rect">
            <a:avLst/>
          </a:prstGeom>
        </p:spPr>
      </p:pic>
      <p:pic>
        <p:nvPicPr>
          <p:cNvPr id="593" name="Image 590" descr="preencoded.png">    </p:cNvPr>
          <p:cNvPicPr>
            <a:picLocks noChangeAspect="1"/>
          </p:cNvPicPr>
          <p:nvPr/>
        </p:nvPicPr>
        <p:blipFill>
          <a:blip r:embed="rId591"/>
          <a:stretch>
            <a:fillRect/>
          </a:stretch>
        </p:blipFill>
        <p:spPr>
          <a:xfrm>
            <a:off x="4165175" y="2544917"/>
            <a:ext cx="45312" cy="56484"/>
          </a:xfrm>
          <a:prstGeom prst="rect">
            <a:avLst/>
          </a:prstGeom>
        </p:spPr>
      </p:pic>
      <p:pic>
        <p:nvPicPr>
          <p:cNvPr id="594" name="Image 591" descr="preencoded.png">    </p:cNvPr>
          <p:cNvPicPr>
            <a:picLocks noChangeAspect="1"/>
          </p:cNvPicPr>
          <p:nvPr/>
        </p:nvPicPr>
        <p:blipFill>
          <a:blip r:embed="rId592"/>
          <a:stretch>
            <a:fillRect/>
          </a:stretch>
        </p:blipFill>
        <p:spPr>
          <a:xfrm>
            <a:off x="4018743" y="2555002"/>
            <a:ext cx="28281" cy="38465"/>
          </a:xfrm>
          <a:prstGeom prst="rect">
            <a:avLst/>
          </a:prstGeom>
        </p:spPr>
      </p:pic>
      <p:pic>
        <p:nvPicPr>
          <p:cNvPr id="595" name="Image 592" descr="preencoded.png">    </p:cNvPr>
          <p:cNvPicPr>
            <a:picLocks noChangeAspect="1"/>
          </p:cNvPicPr>
          <p:nvPr/>
        </p:nvPicPr>
        <p:blipFill>
          <a:blip r:embed="rId593"/>
          <a:stretch>
            <a:fillRect/>
          </a:stretch>
        </p:blipFill>
        <p:spPr>
          <a:xfrm>
            <a:off x="4008851" y="2545303"/>
            <a:ext cx="48190" cy="55168"/>
          </a:xfrm>
          <a:prstGeom prst="rect">
            <a:avLst/>
          </a:prstGeom>
        </p:spPr>
      </p:pic>
      <p:pic>
        <p:nvPicPr>
          <p:cNvPr id="596" name="Image 593" descr="preencoded.png">    </p:cNvPr>
          <p:cNvPicPr>
            <a:picLocks noChangeAspect="1"/>
          </p:cNvPicPr>
          <p:nvPr/>
        </p:nvPicPr>
        <p:blipFill>
          <a:blip r:embed="rId594"/>
          <a:stretch>
            <a:fillRect/>
          </a:stretch>
        </p:blipFill>
        <p:spPr>
          <a:xfrm>
            <a:off x="3929447" y="2542369"/>
            <a:ext cx="20439" cy="28103"/>
          </a:xfrm>
          <a:prstGeom prst="rect">
            <a:avLst/>
          </a:prstGeom>
        </p:spPr>
      </p:pic>
      <p:pic>
        <p:nvPicPr>
          <p:cNvPr id="597" name="Image 594" descr="preencoded.png">    </p:cNvPr>
          <p:cNvPicPr>
            <a:picLocks noChangeAspect="1"/>
          </p:cNvPicPr>
          <p:nvPr/>
        </p:nvPicPr>
        <p:blipFill>
          <a:blip r:embed="rId595"/>
          <a:stretch>
            <a:fillRect/>
          </a:stretch>
        </p:blipFill>
        <p:spPr>
          <a:xfrm>
            <a:off x="3977990" y="2547479"/>
            <a:ext cx="28104" cy="53652"/>
          </a:xfrm>
          <a:prstGeom prst="rect">
            <a:avLst/>
          </a:prstGeom>
        </p:spPr>
      </p:pic>
      <p:pic>
        <p:nvPicPr>
          <p:cNvPr id="598" name="Image 595" descr="preencoded.png">    </p:cNvPr>
          <p:cNvPicPr>
            <a:picLocks noChangeAspect="1"/>
          </p:cNvPicPr>
          <p:nvPr/>
        </p:nvPicPr>
        <p:blipFill>
          <a:blip r:embed="rId596"/>
          <a:stretch>
            <a:fillRect/>
          </a:stretch>
        </p:blipFill>
        <p:spPr>
          <a:xfrm>
            <a:off x="3909008" y="2526848"/>
            <a:ext cx="63872" cy="74547"/>
          </a:xfrm>
          <a:prstGeom prst="rect">
            <a:avLst/>
          </a:prstGeom>
        </p:spPr>
      </p:pic>
      <p:pic>
        <p:nvPicPr>
          <p:cNvPr id="599" name="Image 596" descr="preencoded.png">    </p:cNvPr>
          <p:cNvPicPr>
            <a:picLocks noChangeAspect="1"/>
          </p:cNvPicPr>
          <p:nvPr/>
        </p:nvPicPr>
        <p:blipFill>
          <a:blip r:embed="rId597"/>
          <a:stretch>
            <a:fillRect/>
          </a:stretch>
        </p:blipFill>
        <p:spPr>
          <a:xfrm>
            <a:off x="4118674" y="2547478"/>
            <a:ext cx="38178" cy="53582"/>
          </a:xfrm>
          <a:prstGeom prst="rect">
            <a:avLst/>
          </a:prstGeom>
        </p:spPr>
      </p:pic>
      <p:pic>
        <p:nvPicPr>
          <p:cNvPr id="600" name="Image 597" descr="preencoded.png">    </p:cNvPr>
          <p:cNvPicPr>
            <a:picLocks noChangeAspect="1"/>
          </p:cNvPicPr>
          <p:nvPr/>
        </p:nvPicPr>
        <p:blipFill>
          <a:blip r:embed="rId598"/>
          <a:stretch>
            <a:fillRect/>
          </a:stretch>
        </p:blipFill>
        <p:spPr>
          <a:xfrm>
            <a:off x="3837472" y="2527039"/>
            <a:ext cx="43800" cy="74092"/>
          </a:xfrm>
          <a:prstGeom prst="rect">
            <a:avLst/>
          </a:prstGeom>
        </p:spPr>
      </p:pic>
      <p:pic>
        <p:nvPicPr>
          <p:cNvPr id="601" name="Image 598" descr="preencoded.png">    </p:cNvPr>
          <p:cNvPicPr>
            <a:picLocks noChangeAspect="1"/>
          </p:cNvPicPr>
          <p:nvPr/>
        </p:nvPicPr>
        <p:blipFill>
          <a:blip r:embed="rId599"/>
          <a:stretch>
            <a:fillRect/>
          </a:stretch>
        </p:blipFill>
        <p:spPr>
          <a:xfrm>
            <a:off x="4064488" y="2547479"/>
            <a:ext cx="43800" cy="53653"/>
          </a:xfrm>
          <a:prstGeom prst="rect">
            <a:avLst/>
          </a:prstGeom>
        </p:spPr>
      </p:pic>
      <p:pic>
        <p:nvPicPr>
          <p:cNvPr id="602" name="Image 599" descr="preencoded.png">    </p:cNvPr>
          <p:cNvPicPr>
            <a:picLocks noChangeAspect="1"/>
          </p:cNvPicPr>
          <p:nvPr/>
        </p:nvPicPr>
        <p:blipFill>
          <a:blip r:embed="rId600"/>
          <a:stretch>
            <a:fillRect/>
          </a:stretch>
        </p:blipFill>
        <p:spPr>
          <a:xfrm>
            <a:off x="3806813" y="2502373"/>
            <a:ext cx="416446" cy="137081"/>
          </a:xfrm>
          <a:prstGeom prst="rect">
            <a:avLst/>
          </a:prstGeom>
        </p:spPr>
      </p:pic>
      <p:pic>
        <p:nvPicPr>
          <p:cNvPr id="603" name="Image 600" descr="preencoded.png">    </p:cNvPr>
          <p:cNvPicPr>
            <a:picLocks noChangeAspect="1"/>
          </p:cNvPicPr>
          <p:nvPr/>
        </p:nvPicPr>
        <p:blipFill>
          <a:blip r:embed="rId601"/>
          <a:stretch>
            <a:fillRect/>
          </a:stretch>
        </p:blipFill>
        <p:spPr>
          <a:xfrm>
            <a:off x="4300518" y="2521280"/>
            <a:ext cx="85116" cy="85472"/>
          </a:xfrm>
          <a:prstGeom prst="rect">
            <a:avLst/>
          </a:prstGeom>
        </p:spPr>
      </p:pic>
      <p:pic>
        <p:nvPicPr>
          <p:cNvPr id="604" name="Image 601" descr="preencoded.png">    </p:cNvPr>
          <p:cNvPicPr>
            <a:picLocks noChangeAspect="1"/>
          </p:cNvPicPr>
          <p:nvPr/>
        </p:nvPicPr>
        <p:blipFill>
          <a:blip r:embed="rId602"/>
          <a:stretch>
            <a:fillRect/>
          </a:stretch>
        </p:blipFill>
        <p:spPr>
          <a:xfrm>
            <a:off x="3760825" y="2526811"/>
            <a:ext cx="10220" cy="13232"/>
          </a:xfrm>
          <a:prstGeom prst="rect">
            <a:avLst/>
          </a:prstGeom>
        </p:spPr>
      </p:pic>
      <p:pic>
        <p:nvPicPr>
          <p:cNvPr id="605" name="Image 602" descr="preencoded.png">    </p:cNvPr>
          <p:cNvPicPr>
            <a:picLocks noChangeAspect="1"/>
          </p:cNvPicPr>
          <p:nvPr/>
        </p:nvPicPr>
        <p:blipFill>
          <a:blip r:embed="rId603"/>
          <a:stretch>
            <a:fillRect/>
          </a:stretch>
        </p:blipFill>
        <p:spPr>
          <a:xfrm>
            <a:off x="3763380" y="2529594"/>
            <a:ext cx="7665" cy="7665"/>
          </a:xfrm>
          <a:prstGeom prst="rect">
            <a:avLst/>
          </a:prstGeom>
        </p:spPr>
      </p:pic>
      <p:pic>
        <p:nvPicPr>
          <p:cNvPr id="606" name="Image 603" descr="preencoded.png">    </p:cNvPr>
          <p:cNvPicPr>
            <a:picLocks noChangeAspect="1"/>
          </p:cNvPicPr>
          <p:nvPr/>
        </p:nvPicPr>
        <p:blipFill>
          <a:blip r:embed="rId604"/>
          <a:stretch>
            <a:fillRect/>
          </a:stretch>
        </p:blipFill>
        <p:spPr>
          <a:xfrm>
            <a:off x="4424782" y="2527039"/>
            <a:ext cx="13086" cy="74092"/>
          </a:xfrm>
          <a:prstGeom prst="rect">
            <a:avLst/>
          </a:prstGeom>
        </p:spPr>
      </p:pic>
      <p:pic>
        <p:nvPicPr>
          <p:cNvPr id="607" name="Image 604" descr="preencoded.png">    </p:cNvPr>
          <p:cNvPicPr>
            <a:picLocks noChangeAspect="1"/>
          </p:cNvPicPr>
          <p:nvPr/>
        </p:nvPicPr>
        <p:blipFill>
          <a:blip r:embed="rId605"/>
          <a:stretch>
            <a:fillRect/>
          </a:stretch>
        </p:blipFill>
        <p:spPr>
          <a:xfrm>
            <a:off x="3691531" y="2527039"/>
            <a:ext cx="13087" cy="74092"/>
          </a:xfrm>
          <a:prstGeom prst="rect">
            <a:avLst/>
          </a:prstGeom>
        </p:spPr>
      </p:pic>
      <p:pic>
        <p:nvPicPr>
          <p:cNvPr id="608" name="Image 605" descr="preencoded.png">    </p:cNvPr>
          <p:cNvPicPr>
            <a:picLocks noChangeAspect="1"/>
          </p:cNvPicPr>
          <p:nvPr/>
        </p:nvPicPr>
        <p:blipFill>
          <a:blip r:embed="rId606"/>
          <a:stretch>
            <a:fillRect/>
          </a:stretch>
        </p:blipFill>
        <p:spPr>
          <a:xfrm>
            <a:off x="4223258" y="2527039"/>
            <a:ext cx="7665" cy="74092"/>
          </a:xfrm>
          <a:prstGeom prst="rect">
            <a:avLst/>
          </a:prstGeom>
        </p:spPr>
      </p:pic>
      <p:pic>
        <p:nvPicPr>
          <p:cNvPr id="609" name="Image 606" descr="preencoded.png">    </p:cNvPr>
          <p:cNvPicPr>
            <a:picLocks noChangeAspect="1"/>
          </p:cNvPicPr>
          <p:nvPr/>
        </p:nvPicPr>
        <p:blipFill>
          <a:blip r:embed="rId607"/>
          <a:stretch>
            <a:fillRect/>
          </a:stretch>
        </p:blipFill>
        <p:spPr>
          <a:xfrm>
            <a:off x="4486351" y="2555143"/>
            <a:ext cx="28433" cy="38323"/>
          </a:xfrm>
          <a:prstGeom prst="rect">
            <a:avLst/>
          </a:prstGeom>
        </p:spPr>
      </p:pic>
      <p:pic>
        <p:nvPicPr>
          <p:cNvPr id="610" name="Image 607" descr="preencoded.png">    </p:cNvPr>
          <p:cNvPicPr>
            <a:picLocks noChangeAspect="1"/>
          </p:cNvPicPr>
          <p:nvPr/>
        </p:nvPicPr>
        <p:blipFill>
          <a:blip r:embed="rId608"/>
          <a:stretch>
            <a:fillRect/>
          </a:stretch>
        </p:blipFill>
        <p:spPr>
          <a:xfrm>
            <a:off x="4476235" y="2544924"/>
            <a:ext cx="48920" cy="56054"/>
          </a:xfrm>
          <a:prstGeom prst="rect">
            <a:avLst/>
          </a:prstGeom>
        </p:spPr>
      </p:pic>
      <p:pic>
        <p:nvPicPr>
          <p:cNvPr id="611" name="Image 608" descr="preencoded.png">    </p:cNvPr>
          <p:cNvPicPr>
            <a:picLocks noChangeAspect="1"/>
          </p:cNvPicPr>
          <p:nvPr/>
        </p:nvPicPr>
        <p:blipFill>
          <a:blip r:embed="rId609"/>
          <a:stretch>
            <a:fillRect/>
          </a:stretch>
        </p:blipFill>
        <p:spPr>
          <a:xfrm>
            <a:off x="4427650" y="2529594"/>
            <a:ext cx="43544" cy="71537"/>
          </a:xfrm>
          <a:prstGeom prst="rect">
            <a:avLst/>
          </a:prstGeom>
        </p:spPr>
      </p:pic>
      <p:pic>
        <p:nvPicPr>
          <p:cNvPr id="612" name="Image 609" descr="preencoded.png">    </p:cNvPr>
          <p:cNvPicPr>
            <a:picLocks noChangeAspect="1"/>
          </p:cNvPicPr>
          <p:nvPr/>
        </p:nvPicPr>
        <p:blipFill>
          <a:blip r:embed="rId610"/>
          <a:stretch>
            <a:fillRect/>
          </a:stretch>
        </p:blipFill>
        <p:spPr>
          <a:xfrm>
            <a:off x="3788922" y="2555143"/>
            <a:ext cx="29071" cy="35614"/>
          </a:xfrm>
          <a:prstGeom prst="rect">
            <a:avLst/>
          </a:prstGeom>
        </p:spPr>
      </p:pic>
      <p:pic>
        <p:nvPicPr>
          <p:cNvPr id="613" name="Image 610" descr="preencoded.png">    </p:cNvPr>
          <p:cNvPicPr>
            <a:picLocks noChangeAspect="1"/>
          </p:cNvPicPr>
          <p:nvPr/>
        </p:nvPicPr>
        <p:blipFill>
          <a:blip r:embed="rId611"/>
          <a:stretch>
            <a:fillRect/>
          </a:stretch>
        </p:blipFill>
        <p:spPr>
          <a:xfrm>
            <a:off x="3763380" y="2547479"/>
            <a:ext cx="7665" cy="51098"/>
          </a:xfrm>
          <a:prstGeom prst="rect">
            <a:avLst/>
          </a:prstGeom>
        </p:spPr>
      </p:pic>
      <p:pic>
        <p:nvPicPr>
          <p:cNvPr id="614" name="Image 611" descr="preencoded.png">    </p:cNvPr>
          <p:cNvPicPr>
            <a:picLocks noChangeAspect="1"/>
          </p:cNvPicPr>
          <p:nvPr/>
        </p:nvPicPr>
        <p:blipFill>
          <a:blip r:embed="rId612"/>
          <a:stretch>
            <a:fillRect/>
          </a:stretch>
        </p:blipFill>
        <p:spPr>
          <a:xfrm>
            <a:off x="3566067" y="2520760"/>
            <a:ext cx="84652" cy="87270"/>
          </a:xfrm>
          <a:prstGeom prst="rect">
            <a:avLst/>
          </a:prstGeom>
        </p:spPr>
      </p:pic>
      <p:pic>
        <p:nvPicPr>
          <p:cNvPr id="615" name="Image 612" descr="preencoded.png">    </p:cNvPr>
          <p:cNvPicPr>
            <a:picLocks noChangeAspect="1"/>
          </p:cNvPicPr>
          <p:nvPr/>
        </p:nvPicPr>
        <p:blipFill>
          <a:blip r:embed="rId613"/>
          <a:stretch>
            <a:fillRect/>
          </a:stretch>
        </p:blipFill>
        <p:spPr>
          <a:xfrm>
            <a:off x="3558830" y="2513688"/>
            <a:ext cx="99077" cy="99103"/>
          </a:xfrm>
          <a:prstGeom prst="rect">
            <a:avLst/>
          </a:prstGeom>
        </p:spPr>
      </p:pic>
      <p:pic>
        <p:nvPicPr>
          <p:cNvPr id="616" name="Image 613" descr="preencoded.png">    </p:cNvPr>
          <p:cNvPicPr>
            <a:picLocks noChangeAspect="1"/>
          </p:cNvPicPr>
          <p:nvPr/>
        </p:nvPicPr>
        <p:blipFill>
          <a:blip r:embed="rId614"/>
          <a:stretch>
            <a:fillRect/>
          </a:stretch>
        </p:blipFill>
        <p:spPr>
          <a:xfrm>
            <a:off x="3694398" y="2527039"/>
            <a:ext cx="53653" cy="74092"/>
          </a:xfrm>
          <a:prstGeom prst="rect">
            <a:avLst/>
          </a:prstGeom>
        </p:spPr>
      </p:pic>
      <p:pic>
        <p:nvPicPr>
          <p:cNvPr id="617" name="Image 614" descr="preencoded.png">    </p:cNvPr>
          <p:cNvPicPr>
            <a:picLocks noChangeAspect="1"/>
          </p:cNvPicPr>
          <p:nvPr/>
        </p:nvPicPr>
        <p:blipFill>
          <a:blip r:embed="rId615"/>
          <a:stretch>
            <a:fillRect/>
          </a:stretch>
        </p:blipFill>
        <p:spPr>
          <a:xfrm>
            <a:off x="3760523" y="2547479"/>
            <a:ext cx="10521" cy="53881"/>
          </a:xfrm>
          <a:prstGeom prst="rect">
            <a:avLst/>
          </a:prstGeom>
        </p:spPr>
      </p:pic>
      <p:pic>
        <p:nvPicPr>
          <p:cNvPr id="618" name="Image 615" descr="preencoded.png">    </p:cNvPr>
          <p:cNvPicPr>
            <a:picLocks noChangeAspect="1"/>
          </p:cNvPicPr>
          <p:nvPr/>
        </p:nvPicPr>
        <p:blipFill>
          <a:blip r:embed="rId616"/>
          <a:stretch>
            <a:fillRect/>
          </a:stretch>
        </p:blipFill>
        <p:spPr>
          <a:xfrm>
            <a:off x="4294596" y="2514056"/>
            <a:ext cx="98571" cy="100878"/>
          </a:xfrm>
          <a:prstGeom prst="rect">
            <a:avLst/>
          </a:prstGeom>
        </p:spPr>
      </p:pic>
      <p:pic>
        <p:nvPicPr>
          <p:cNvPr id="619" name="Image 616" descr="preencoded.png">    </p:cNvPr>
          <p:cNvPicPr>
            <a:picLocks noChangeAspect="1"/>
          </p:cNvPicPr>
          <p:nvPr/>
        </p:nvPicPr>
        <p:blipFill>
          <a:blip r:embed="rId617"/>
          <a:stretch>
            <a:fillRect/>
          </a:stretch>
        </p:blipFill>
        <p:spPr>
          <a:xfrm>
            <a:off x="4527290" y="2547227"/>
            <a:ext cx="68982" cy="54064"/>
          </a:xfrm>
          <a:prstGeom prst="rect">
            <a:avLst/>
          </a:prstGeom>
        </p:spPr>
      </p:pic>
      <p:pic>
        <p:nvPicPr>
          <p:cNvPr id="620" name="Image 617" descr="preencoded.png">    </p:cNvPr>
          <p:cNvPicPr>
            <a:picLocks noChangeAspect="1"/>
          </p:cNvPicPr>
          <p:nvPr/>
        </p:nvPicPr>
        <p:blipFill>
          <a:blip r:embed="rId618"/>
          <a:stretch>
            <a:fillRect/>
          </a:stretch>
        </p:blipFill>
        <p:spPr>
          <a:xfrm>
            <a:off x="3780239" y="2544924"/>
            <a:ext cx="44458" cy="76680"/>
          </a:xfrm>
          <a:prstGeom prst="rect">
            <a:avLst/>
          </a:prstGeom>
        </p:spPr>
      </p:pic>
      <p:pic>
        <p:nvPicPr>
          <p:cNvPr id="621" name="Image 618" descr="preencoded.png">    </p:cNvPr>
          <p:cNvPicPr>
            <a:picLocks noChangeAspect="1"/>
          </p:cNvPicPr>
          <p:nvPr/>
        </p:nvPicPr>
        <p:blipFill>
          <a:blip r:embed="rId619"/>
          <a:stretch>
            <a:fillRect/>
          </a:stretch>
        </p:blipFill>
        <p:spPr>
          <a:xfrm>
            <a:off x="4389326" y="2843660"/>
            <a:ext cx="148183" cy="7850"/>
          </a:xfrm>
          <a:prstGeom prst="rect">
            <a:avLst/>
          </a:prstGeom>
        </p:spPr>
      </p:pic>
      <p:pic>
        <p:nvPicPr>
          <p:cNvPr id="622" name="Image 619" descr="preencoded.png">    </p:cNvPr>
          <p:cNvPicPr>
            <a:picLocks noChangeAspect="1"/>
          </p:cNvPicPr>
          <p:nvPr/>
        </p:nvPicPr>
        <p:blipFill>
          <a:blip r:embed="rId620"/>
          <a:stretch>
            <a:fillRect/>
          </a:stretch>
        </p:blipFill>
        <p:spPr>
          <a:xfrm>
            <a:off x="3339269" y="1598340"/>
            <a:ext cx="2396480" cy="2929336"/>
          </a:xfrm>
          <a:prstGeom prst="rect">
            <a:avLst/>
          </a:prstGeom>
        </p:spPr>
      </p:pic>
      <p:pic>
        <p:nvPicPr>
          <p:cNvPr id="623" name="Image 620" descr="preencoded.png">    </p:cNvPr>
          <p:cNvPicPr>
            <a:picLocks noChangeAspect="1"/>
          </p:cNvPicPr>
          <p:nvPr/>
        </p:nvPicPr>
        <p:blipFill>
          <a:blip r:embed="rId621"/>
          <a:stretch>
            <a:fillRect/>
          </a:stretch>
        </p:blipFill>
        <p:spPr>
          <a:xfrm>
            <a:off x="6747372" y="3290949"/>
            <a:ext cx="15440" cy="51098"/>
          </a:xfrm>
          <a:prstGeom prst="rect">
            <a:avLst/>
          </a:prstGeom>
        </p:spPr>
      </p:pic>
      <p:pic>
        <p:nvPicPr>
          <p:cNvPr id="624" name="Image 621" descr="preencoded.png">    </p:cNvPr>
          <p:cNvPicPr>
            <a:picLocks noChangeAspect="1"/>
          </p:cNvPicPr>
          <p:nvPr/>
        </p:nvPicPr>
        <p:blipFill>
          <a:blip r:embed="rId622"/>
          <a:stretch>
            <a:fillRect/>
          </a:stretch>
        </p:blipFill>
        <p:spPr>
          <a:xfrm>
            <a:off x="6113708" y="3290949"/>
            <a:ext cx="43596" cy="51339"/>
          </a:xfrm>
          <a:prstGeom prst="rect">
            <a:avLst/>
          </a:prstGeom>
        </p:spPr>
      </p:pic>
      <p:pic>
        <p:nvPicPr>
          <p:cNvPr id="625" name="Image 622" descr="preencoded.png">    </p:cNvPr>
          <p:cNvPicPr>
            <a:picLocks noChangeAspect="1"/>
          </p:cNvPicPr>
          <p:nvPr/>
        </p:nvPicPr>
        <p:blipFill>
          <a:blip r:embed="rId623"/>
          <a:stretch>
            <a:fillRect/>
          </a:stretch>
        </p:blipFill>
        <p:spPr>
          <a:xfrm>
            <a:off x="6057664" y="3273065"/>
            <a:ext cx="40878" cy="70604"/>
          </a:xfrm>
          <a:prstGeom prst="rect">
            <a:avLst/>
          </a:prstGeom>
        </p:spPr>
      </p:pic>
      <p:pic>
        <p:nvPicPr>
          <p:cNvPr id="626" name="Image 623" descr="preencoded.png">    </p:cNvPr>
          <p:cNvPicPr>
            <a:picLocks noChangeAspect="1"/>
          </p:cNvPicPr>
          <p:nvPr/>
        </p:nvPicPr>
        <p:blipFill>
          <a:blip r:embed="rId624"/>
          <a:stretch>
            <a:fillRect/>
          </a:stretch>
        </p:blipFill>
        <p:spPr>
          <a:xfrm>
            <a:off x="6709136" y="3300662"/>
            <a:ext cx="15368" cy="10726"/>
          </a:xfrm>
          <a:prstGeom prst="rect">
            <a:avLst/>
          </a:prstGeom>
        </p:spPr>
      </p:pic>
      <p:pic>
        <p:nvPicPr>
          <p:cNvPr id="627" name="Image 624" descr="preencoded.png">    </p:cNvPr>
          <p:cNvPicPr>
            <a:picLocks noChangeAspect="1"/>
          </p:cNvPicPr>
          <p:nvPr/>
        </p:nvPicPr>
        <p:blipFill>
          <a:blip r:embed="rId625"/>
          <a:stretch>
            <a:fillRect/>
          </a:stretch>
        </p:blipFill>
        <p:spPr>
          <a:xfrm>
            <a:off x="6693995" y="3291526"/>
            <a:ext cx="45829" cy="50527"/>
          </a:xfrm>
          <a:prstGeom prst="rect">
            <a:avLst/>
          </a:prstGeom>
        </p:spPr>
      </p:pic>
      <p:pic>
        <p:nvPicPr>
          <p:cNvPr id="628" name="Image 625" descr="preencoded.png">    </p:cNvPr>
          <p:cNvPicPr>
            <a:picLocks noChangeAspect="1"/>
          </p:cNvPicPr>
          <p:nvPr/>
        </p:nvPicPr>
        <p:blipFill>
          <a:blip r:embed="rId626"/>
          <a:stretch>
            <a:fillRect/>
          </a:stretch>
        </p:blipFill>
        <p:spPr>
          <a:xfrm>
            <a:off x="6264961" y="3301169"/>
            <a:ext cx="20293" cy="30659"/>
          </a:xfrm>
          <a:prstGeom prst="rect">
            <a:avLst/>
          </a:prstGeom>
        </p:spPr>
      </p:pic>
      <p:pic>
        <p:nvPicPr>
          <p:cNvPr id="629" name="Image 626" descr="preencoded.png">    </p:cNvPr>
          <p:cNvPicPr>
            <a:picLocks noChangeAspect="1"/>
          </p:cNvPicPr>
          <p:nvPr/>
        </p:nvPicPr>
        <p:blipFill>
          <a:blip r:embed="rId627"/>
          <a:stretch>
            <a:fillRect/>
          </a:stretch>
        </p:blipFill>
        <p:spPr>
          <a:xfrm>
            <a:off x="6251836" y="3290708"/>
            <a:ext cx="45903" cy="71778"/>
          </a:xfrm>
          <a:prstGeom prst="rect">
            <a:avLst/>
          </a:prstGeom>
        </p:spPr>
      </p:pic>
      <p:pic>
        <p:nvPicPr>
          <p:cNvPr id="630" name="Image 627" descr="preencoded.png">    </p:cNvPr>
          <p:cNvPicPr>
            <a:picLocks noChangeAspect="1"/>
          </p:cNvPicPr>
          <p:nvPr/>
        </p:nvPicPr>
        <p:blipFill>
          <a:blip r:embed="rId628"/>
          <a:stretch>
            <a:fillRect/>
          </a:stretch>
        </p:blipFill>
        <p:spPr>
          <a:xfrm>
            <a:off x="6569065" y="3301169"/>
            <a:ext cx="23190" cy="30460"/>
          </a:xfrm>
          <a:prstGeom prst="rect">
            <a:avLst/>
          </a:prstGeom>
        </p:spPr>
      </p:pic>
      <p:pic>
        <p:nvPicPr>
          <p:cNvPr id="631" name="Image 628" descr="preencoded.png">    </p:cNvPr>
          <p:cNvPicPr>
            <a:picLocks noChangeAspect="1"/>
          </p:cNvPicPr>
          <p:nvPr/>
        </p:nvPicPr>
        <p:blipFill>
          <a:blip r:embed="rId629"/>
          <a:stretch>
            <a:fillRect/>
          </a:stretch>
        </p:blipFill>
        <p:spPr>
          <a:xfrm>
            <a:off x="2190924" y="3420801"/>
            <a:ext cx="15329" cy="19915"/>
          </a:xfrm>
          <a:prstGeom prst="rect">
            <a:avLst/>
          </a:prstGeom>
        </p:spPr>
      </p:pic>
      <p:pic>
        <p:nvPicPr>
          <p:cNvPr id="632" name="Image 629" descr="preencoded.png">    </p:cNvPr>
          <p:cNvPicPr>
            <a:picLocks noChangeAspect="1"/>
          </p:cNvPicPr>
          <p:nvPr/>
        </p:nvPicPr>
        <p:blipFill>
          <a:blip r:embed="rId630"/>
          <a:stretch>
            <a:fillRect/>
          </a:stretch>
        </p:blipFill>
        <p:spPr>
          <a:xfrm>
            <a:off x="7677460" y="3273065"/>
            <a:ext cx="28244" cy="71798"/>
          </a:xfrm>
          <a:prstGeom prst="rect">
            <a:avLst/>
          </a:prstGeom>
        </p:spPr>
      </p:pic>
      <p:pic>
        <p:nvPicPr>
          <p:cNvPr id="633" name="Image 630" descr="preencoded.png">    </p:cNvPr>
          <p:cNvPicPr>
            <a:picLocks noChangeAspect="1"/>
          </p:cNvPicPr>
          <p:nvPr/>
        </p:nvPicPr>
        <p:blipFill>
          <a:blip r:embed="rId631"/>
          <a:stretch>
            <a:fillRect/>
          </a:stretch>
        </p:blipFill>
        <p:spPr>
          <a:xfrm>
            <a:off x="7452649" y="3301169"/>
            <a:ext cx="20543" cy="30129"/>
          </a:xfrm>
          <a:prstGeom prst="rect">
            <a:avLst/>
          </a:prstGeom>
        </p:spPr>
      </p:pic>
      <p:pic>
        <p:nvPicPr>
          <p:cNvPr id="634" name="Image 631" descr="preencoded.png">    </p:cNvPr>
          <p:cNvPicPr>
            <a:picLocks noChangeAspect="1"/>
          </p:cNvPicPr>
          <p:nvPr/>
        </p:nvPicPr>
        <p:blipFill>
          <a:blip r:embed="rId632"/>
          <a:stretch>
            <a:fillRect/>
          </a:stretch>
        </p:blipFill>
        <p:spPr>
          <a:xfrm>
            <a:off x="7437922" y="3290242"/>
            <a:ext cx="49743" cy="51701"/>
          </a:xfrm>
          <a:prstGeom prst="rect">
            <a:avLst/>
          </a:prstGeom>
        </p:spPr>
      </p:pic>
      <p:pic>
        <p:nvPicPr>
          <p:cNvPr id="635" name="Image 632" descr="preencoded.png">    </p:cNvPr>
          <p:cNvPicPr>
            <a:picLocks noChangeAspect="1"/>
          </p:cNvPicPr>
          <p:nvPr/>
        </p:nvPicPr>
        <p:blipFill>
          <a:blip r:embed="rId633"/>
          <a:stretch>
            <a:fillRect/>
          </a:stretch>
        </p:blipFill>
        <p:spPr>
          <a:xfrm>
            <a:off x="6816626" y="3301166"/>
            <a:ext cx="22560" cy="29789"/>
          </a:xfrm>
          <a:prstGeom prst="rect">
            <a:avLst/>
          </a:prstGeom>
        </p:spPr>
      </p:pic>
      <p:pic>
        <p:nvPicPr>
          <p:cNvPr id="636" name="Image 633" descr="preencoded.png">    </p:cNvPr>
          <p:cNvPicPr>
            <a:picLocks noChangeAspect="1"/>
          </p:cNvPicPr>
          <p:nvPr/>
        </p:nvPicPr>
        <p:blipFill>
          <a:blip r:embed="rId634"/>
          <a:stretch>
            <a:fillRect/>
          </a:stretch>
        </p:blipFill>
        <p:spPr>
          <a:xfrm>
            <a:off x="6394908" y="3273065"/>
            <a:ext cx="43693" cy="68982"/>
          </a:xfrm>
          <a:prstGeom prst="rect">
            <a:avLst/>
          </a:prstGeom>
        </p:spPr>
      </p:pic>
      <p:pic>
        <p:nvPicPr>
          <p:cNvPr id="637" name="Image 634" descr="preencoded.png">    </p:cNvPr>
          <p:cNvPicPr>
            <a:picLocks noChangeAspect="1"/>
          </p:cNvPicPr>
          <p:nvPr/>
        </p:nvPicPr>
        <p:blipFill>
          <a:blip r:embed="rId635"/>
          <a:stretch>
            <a:fillRect/>
          </a:stretch>
        </p:blipFill>
        <p:spPr>
          <a:xfrm>
            <a:off x="7378539" y="3272792"/>
            <a:ext cx="61317" cy="69539"/>
          </a:xfrm>
          <a:prstGeom prst="rect">
            <a:avLst/>
          </a:prstGeom>
        </p:spPr>
      </p:pic>
      <p:pic>
        <p:nvPicPr>
          <p:cNvPr id="638" name="Image 635" descr="preencoded.png">    </p:cNvPr>
          <p:cNvPicPr>
            <a:picLocks noChangeAspect="1"/>
          </p:cNvPicPr>
          <p:nvPr/>
        </p:nvPicPr>
        <p:blipFill>
          <a:blip r:embed="rId636"/>
          <a:stretch>
            <a:fillRect/>
          </a:stretch>
        </p:blipFill>
        <p:spPr>
          <a:xfrm>
            <a:off x="6555796" y="3290558"/>
            <a:ext cx="49947" cy="51470"/>
          </a:xfrm>
          <a:prstGeom prst="rect">
            <a:avLst/>
          </a:prstGeom>
        </p:spPr>
      </p:pic>
      <p:pic>
        <p:nvPicPr>
          <p:cNvPr id="639" name="Image 636" descr="preencoded.png">    </p:cNvPr>
          <p:cNvPicPr>
            <a:picLocks noChangeAspect="1"/>
          </p:cNvPicPr>
          <p:nvPr/>
        </p:nvPicPr>
        <p:blipFill>
          <a:blip r:embed="rId637"/>
          <a:stretch>
            <a:fillRect/>
          </a:stretch>
        </p:blipFill>
        <p:spPr>
          <a:xfrm>
            <a:off x="6461336" y="3300662"/>
            <a:ext cx="15345" cy="11000"/>
          </a:xfrm>
          <a:prstGeom prst="rect">
            <a:avLst/>
          </a:prstGeom>
        </p:spPr>
      </p:pic>
      <p:pic>
        <p:nvPicPr>
          <p:cNvPr id="640" name="Image 637" descr="preencoded.png">    </p:cNvPr>
          <p:cNvPicPr>
            <a:picLocks noChangeAspect="1"/>
          </p:cNvPicPr>
          <p:nvPr/>
        </p:nvPicPr>
        <p:blipFill>
          <a:blip r:embed="rId638"/>
          <a:stretch>
            <a:fillRect/>
          </a:stretch>
        </p:blipFill>
        <p:spPr>
          <a:xfrm>
            <a:off x="6446007" y="3290166"/>
            <a:ext cx="46249" cy="52684"/>
          </a:xfrm>
          <a:prstGeom prst="rect">
            <a:avLst/>
          </a:prstGeom>
        </p:spPr>
      </p:pic>
      <p:pic>
        <p:nvPicPr>
          <p:cNvPr id="641" name="Image 638" descr="preencoded.png">    </p:cNvPr>
          <p:cNvPicPr>
            <a:picLocks noChangeAspect="1"/>
          </p:cNvPicPr>
          <p:nvPr/>
        </p:nvPicPr>
        <p:blipFill>
          <a:blip r:embed="rId639"/>
          <a:stretch>
            <a:fillRect/>
          </a:stretch>
        </p:blipFill>
        <p:spPr>
          <a:xfrm>
            <a:off x="2980383" y="3410581"/>
            <a:ext cx="43433" cy="10219"/>
          </a:xfrm>
          <a:prstGeom prst="rect">
            <a:avLst/>
          </a:prstGeom>
        </p:spPr>
      </p:pic>
      <p:pic>
        <p:nvPicPr>
          <p:cNvPr id="642" name="Image 639" descr="preencoded.png">    </p:cNvPr>
          <p:cNvPicPr>
            <a:picLocks noChangeAspect="1"/>
          </p:cNvPicPr>
          <p:nvPr/>
        </p:nvPicPr>
        <p:blipFill>
          <a:blip r:embed="rId640"/>
          <a:stretch>
            <a:fillRect/>
          </a:stretch>
        </p:blipFill>
        <p:spPr>
          <a:xfrm>
            <a:off x="2798912" y="3407863"/>
            <a:ext cx="48777" cy="12938"/>
          </a:xfrm>
          <a:prstGeom prst="rect">
            <a:avLst/>
          </a:prstGeom>
        </p:spPr>
      </p:pic>
      <p:pic>
        <p:nvPicPr>
          <p:cNvPr id="643" name="Image 640" descr="preencoded.png">    </p:cNvPr>
          <p:cNvPicPr>
            <a:picLocks noChangeAspect="1"/>
          </p:cNvPicPr>
          <p:nvPr/>
        </p:nvPicPr>
        <p:blipFill>
          <a:blip r:embed="rId641"/>
          <a:stretch>
            <a:fillRect/>
          </a:stretch>
        </p:blipFill>
        <p:spPr>
          <a:xfrm>
            <a:off x="6862452" y="3290708"/>
            <a:ext cx="43596" cy="51339"/>
          </a:xfrm>
          <a:prstGeom prst="rect">
            <a:avLst/>
          </a:prstGeom>
        </p:spPr>
      </p:pic>
      <p:pic>
        <p:nvPicPr>
          <p:cNvPr id="644" name="Image 641" descr="preencoded.png">    </p:cNvPr>
          <p:cNvPicPr>
            <a:picLocks noChangeAspect="1"/>
          </p:cNvPicPr>
          <p:nvPr/>
        </p:nvPicPr>
        <p:blipFill>
          <a:blip r:embed="rId642"/>
          <a:stretch>
            <a:fillRect/>
          </a:stretch>
        </p:blipFill>
        <p:spPr>
          <a:xfrm>
            <a:off x="2709565" y="3408026"/>
            <a:ext cx="45988" cy="12775"/>
          </a:xfrm>
          <a:prstGeom prst="rect">
            <a:avLst/>
          </a:prstGeom>
        </p:spPr>
      </p:pic>
      <p:pic>
        <p:nvPicPr>
          <p:cNvPr id="645" name="Image 642" descr="preencoded.png">    </p:cNvPr>
          <p:cNvPicPr>
            <a:picLocks noChangeAspect="1"/>
          </p:cNvPicPr>
          <p:nvPr/>
        </p:nvPicPr>
        <p:blipFill>
          <a:blip r:embed="rId643"/>
          <a:stretch>
            <a:fillRect/>
          </a:stretch>
        </p:blipFill>
        <p:spPr>
          <a:xfrm>
            <a:off x="6346366" y="3285687"/>
            <a:ext cx="22664" cy="18189"/>
          </a:xfrm>
          <a:prstGeom prst="rect">
            <a:avLst/>
          </a:prstGeom>
        </p:spPr>
      </p:pic>
      <p:pic>
        <p:nvPicPr>
          <p:cNvPr id="646" name="Image 643" descr="preencoded.png">    </p:cNvPr>
          <p:cNvPicPr>
            <a:picLocks noChangeAspect="1"/>
          </p:cNvPicPr>
          <p:nvPr/>
        </p:nvPicPr>
        <p:blipFill>
          <a:blip r:embed="rId644"/>
          <a:stretch>
            <a:fillRect/>
          </a:stretch>
        </p:blipFill>
        <p:spPr>
          <a:xfrm>
            <a:off x="6333591" y="3272902"/>
            <a:ext cx="51025" cy="69145"/>
          </a:xfrm>
          <a:prstGeom prst="rect">
            <a:avLst/>
          </a:prstGeom>
        </p:spPr>
      </p:pic>
      <p:pic>
        <p:nvPicPr>
          <p:cNvPr id="647" name="Image 644" descr="preencoded.png">    </p:cNvPr>
          <p:cNvPicPr>
            <a:picLocks noChangeAspect="1"/>
          </p:cNvPicPr>
          <p:nvPr/>
        </p:nvPicPr>
        <p:blipFill>
          <a:blip r:embed="rId645"/>
          <a:stretch>
            <a:fillRect/>
          </a:stretch>
        </p:blipFill>
        <p:spPr>
          <a:xfrm>
            <a:off x="6085768" y="3270251"/>
            <a:ext cx="15329" cy="56467"/>
          </a:xfrm>
          <a:prstGeom prst="rect">
            <a:avLst/>
          </a:prstGeom>
        </p:spPr>
      </p:pic>
      <p:pic>
        <p:nvPicPr>
          <p:cNvPr id="648" name="Image 645" descr="preencoded.png">    </p:cNvPr>
          <p:cNvPicPr>
            <a:picLocks noChangeAspect="1"/>
          </p:cNvPicPr>
          <p:nvPr/>
        </p:nvPicPr>
        <p:blipFill>
          <a:blip r:embed="rId646"/>
          <a:stretch>
            <a:fillRect/>
          </a:stretch>
        </p:blipFill>
        <p:spPr>
          <a:xfrm>
            <a:off x="2890961" y="3407863"/>
            <a:ext cx="46148" cy="12938"/>
          </a:xfrm>
          <a:prstGeom prst="rect">
            <a:avLst/>
          </a:prstGeom>
        </p:spPr>
      </p:pic>
      <p:pic>
        <p:nvPicPr>
          <p:cNvPr id="649" name="Image 646" descr="preencoded.png">    </p:cNvPr>
          <p:cNvPicPr>
            <a:picLocks noChangeAspect="1"/>
          </p:cNvPicPr>
          <p:nvPr/>
        </p:nvPicPr>
        <p:blipFill>
          <a:blip r:embed="rId647"/>
          <a:stretch>
            <a:fillRect/>
          </a:stretch>
        </p:blipFill>
        <p:spPr>
          <a:xfrm>
            <a:off x="2349388" y="3408000"/>
            <a:ext cx="45926" cy="12800"/>
          </a:xfrm>
          <a:prstGeom prst="rect">
            <a:avLst/>
          </a:prstGeom>
        </p:spPr>
      </p:pic>
      <p:pic>
        <p:nvPicPr>
          <p:cNvPr id="650" name="Image 647" descr="preencoded.png">    </p:cNvPr>
          <p:cNvPicPr>
            <a:picLocks noChangeAspect="1"/>
          </p:cNvPicPr>
          <p:nvPr/>
        </p:nvPicPr>
        <p:blipFill>
          <a:blip r:embed="rId648"/>
          <a:stretch>
            <a:fillRect/>
          </a:stretch>
        </p:blipFill>
        <p:spPr>
          <a:xfrm>
            <a:off x="2259832" y="3408026"/>
            <a:ext cx="46061" cy="12775"/>
          </a:xfrm>
          <a:prstGeom prst="rect">
            <a:avLst/>
          </a:prstGeom>
        </p:spPr>
      </p:pic>
      <p:pic>
        <p:nvPicPr>
          <p:cNvPr id="651" name="Image 648" descr="preencoded.png">    </p:cNvPr>
          <p:cNvPicPr>
            <a:picLocks noChangeAspect="1"/>
          </p:cNvPicPr>
          <p:nvPr/>
        </p:nvPicPr>
        <p:blipFill>
          <a:blip r:embed="rId649"/>
          <a:stretch>
            <a:fillRect/>
          </a:stretch>
        </p:blipFill>
        <p:spPr>
          <a:xfrm>
            <a:off x="6803684" y="3290713"/>
            <a:ext cx="48441" cy="53717"/>
          </a:xfrm>
          <a:prstGeom prst="rect">
            <a:avLst/>
          </a:prstGeom>
        </p:spPr>
      </p:pic>
      <p:pic>
        <p:nvPicPr>
          <p:cNvPr id="652" name="Image 649" descr="preencoded.png">    </p:cNvPr>
          <p:cNvPicPr>
            <a:picLocks noChangeAspect="1"/>
          </p:cNvPicPr>
          <p:nvPr/>
        </p:nvPicPr>
        <p:blipFill>
          <a:blip r:embed="rId650"/>
          <a:stretch>
            <a:fillRect/>
          </a:stretch>
        </p:blipFill>
        <p:spPr>
          <a:xfrm>
            <a:off x="6170079" y="3291113"/>
            <a:ext cx="69269" cy="50934"/>
          </a:xfrm>
          <a:prstGeom prst="rect">
            <a:avLst/>
          </a:prstGeom>
        </p:spPr>
      </p:pic>
      <p:pic>
        <p:nvPicPr>
          <p:cNvPr id="653" name="Image 650" descr="preencoded.png">    </p:cNvPr>
          <p:cNvPicPr>
            <a:picLocks noChangeAspect="1"/>
          </p:cNvPicPr>
          <p:nvPr/>
        </p:nvPicPr>
        <p:blipFill>
          <a:blip r:embed="rId651"/>
          <a:stretch>
            <a:fillRect/>
          </a:stretch>
        </p:blipFill>
        <p:spPr>
          <a:xfrm>
            <a:off x="2438674" y="3408026"/>
            <a:ext cx="46061" cy="12775"/>
          </a:xfrm>
          <a:prstGeom prst="rect">
            <a:avLst/>
          </a:prstGeom>
        </p:spPr>
      </p:pic>
      <p:pic>
        <p:nvPicPr>
          <p:cNvPr id="654" name="Image 651" descr="preencoded.png">    </p:cNvPr>
          <p:cNvPicPr>
            <a:picLocks noChangeAspect="1"/>
          </p:cNvPicPr>
          <p:nvPr/>
        </p:nvPicPr>
        <p:blipFill>
          <a:blip r:embed="rId652"/>
          <a:stretch>
            <a:fillRect/>
          </a:stretch>
        </p:blipFill>
        <p:spPr>
          <a:xfrm>
            <a:off x="2980383" y="3407725"/>
            <a:ext cx="46238" cy="13076"/>
          </a:xfrm>
          <a:prstGeom prst="rect">
            <a:avLst/>
          </a:prstGeom>
        </p:spPr>
      </p:pic>
      <p:pic>
        <p:nvPicPr>
          <p:cNvPr id="655" name="Image 652" descr="preencoded.png">    </p:cNvPr>
          <p:cNvPicPr>
            <a:picLocks noChangeAspect="1"/>
          </p:cNvPicPr>
          <p:nvPr/>
        </p:nvPicPr>
        <p:blipFill>
          <a:blip r:embed="rId653"/>
          <a:stretch>
            <a:fillRect/>
          </a:stretch>
        </p:blipFill>
        <p:spPr>
          <a:xfrm>
            <a:off x="1350463" y="3405156"/>
            <a:ext cx="779143" cy="25865"/>
          </a:xfrm>
          <a:prstGeom prst="rect">
            <a:avLst/>
          </a:prstGeom>
        </p:spPr>
      </p:pic>
      <p:pic>
        <p:nvPicPr>
          <p:cNvPr id="656" name="Image 653" descr="preencoded.png">    </p:cNvPr>
          <p:cNvPicPr>
            <a:picLocks noChangeAspect="1"/>
          </p:cNvPicPr>
          <p:nvPr/>
        </p:nvPicPr>
        <p:blipFill>
          <a:blip r:embed="rId654"/>
          <a:stretch>
            <a:fillRect/>
          </a:stretch>
        </p:blipFill>
        <p:spPr>
          <a:xfrm>
            <a:off x="6614629" y="3290708"/>
            <a:ext cx="71700" cy="51339"/>
          </a:xfrm>
          <a:prstGeom prst="rect">
            <a:avLst/>
          </a:prstGeom>
        </p:spPr>
      </p:pic>
      <p:pic>
        <p:nvPicPr>
          <p:cNvPr id="657" name="Image 654" descr="preencoded.png">    </p:cNvPr>
          <p:cNvPicPr>
            <a:picLocks noChangeAspect="1"/>
          </p:cNvPicPr>
          <p:nvPr/>
        </p:nvPicPr>
        <p:blipFill>
          <a:blip r:embed="rId655"/>
          <a:stretch>
            <a:fillRect/>
          </a:stretch>
        </p:blipFill>
        <p:spPr>
          <a:xfrm>
            <a:off x="6502214" y="3290603"/>
            <a:ext cx="43596" cy="51444"/>
          </a:xfrm>
          <a:prstGeom prst="rect">
            <a:avLst/>
          </a:prstGeom>
        </p:spPr>
      </p:pic>
      <p:pic>
        <p:nvPicPr>
          <p:cNvPr id="658" name="Image 655" descr="preencoded.png">    </p:cNvPr>
          <p:cNvPicPr>
            <a:picLocks noChangeAspect="1"/>
          </p:cNvPicPr>
          <p:nvPr/>
        </p:nvPicPr>
        <p:blipFill>
          <a:blip r:embed="rId656"/>
          <a:stretch>
            <a:fillRect/>
          </a:stretch>
        </p:blipFill>
        <p:spPr>
          <a:xfrm>
            <a:off x="6750038" y="3291138"/>
            <a:ext cx="43596" cy="50909"/>
          </a:xfrm>
          <a:prstGeom prst="rect">
            <a:avLst/>
          </a:prstGeom>
        </p:spPr>
      </p:pic>
      <p:pic>
        <p:nvPicPr>
          <p:cNvPr id="659" name="Image 656" descr="preencoded.png">    </p:cNvPr>
          <p:cNvPicPr>
            <a:picLocks noChangeAspect="1"/>
          </p:cNvPicPr>
          <p:nvPr/>
        </p:nvPicPr>
        <p:blipFill>
          <a:blip r:embed="rId657"/>
          <a:stretch>
            <a:fillRect/>
          </a:stretch>
        </p:blipFill>
        <p:spPr>
          <a:xfrm>
            <a:off x="6167222" y="3290805"/>
            <a:ext cx="18186" cy="51242"/>
          </a:xfrm>
          <a:prstGeom prst="rect">
            <a:avLst/>
          </a:prstGeom>
        </p:spPr>
      </p:pic>
      <p:pic>
        <p:nvPicPr>
          <p:cNvPr id="660" name="Image 657" descr="preencoded.png">    </p:cNvPr>
          <p:cNvPicPr>
            <a:picLocks noChangeAspect="1"/>
          </p:cNvPicPr>
          <p:nvPr/>
        </p:nvPicPr>
        <p:blipFill>
          <a:blip r:embed="rId658"/>
          <a:stretch>
            <a:fillRect/>
          </a:stretch>
        </p:blipFill>
        <p:spPr>
          <a:xfrm>
            <a:off x="7498618" y="3273065"/>
            <a:ext cx="10220" cy="68982"/>
          </a:xfrm>
          <a:prstGeom prst="rect">
            <a:avLst/>
          </a:prstGeom>
        </p:spPr>
      </p:pic>
      <p:pic>
        <p:nvPicPr>
          <p:cNvPr id="661" name="Image 658" descr="preencoded.png">    </p:cNvPr>
          <p:cNvPicPr>
            <a:picLocks noChangeAspect="1"/>
          </p:cNvPicPr>
          <p:nvPr/>
        </p:nvPicPr>
        <p:blipFill>
          <a:blip r:embed="rId659"/>
          <a:stretch>
            <a:fillRect/>
          </a:stretch>
        </p:blipFill>
        <p:spPr>
          <a:xfrm>
            <a:off x="2190924" y="3387795"/>
            <a:ext cx="17080" cy="22030"/>
          </a:xfrm>
          <a:prstGeom prst="rect">
            <a:avLst/>
          </a:prstGeom>
        </p:spPr>
      </p:pic>
      <p:pic>
        <p:nvPicPr>
          <p:cNvPr id="662" name="Image 659" descr="preencoded.png">    </p:cNvPr>
          <p:cNvPicPr>
            <a:picLocks noChangeAspect="1"/>
          </p:cNvPicPr>
          <p:nvPr/>
        </p:nvPicPr>
        <p:blipFill>
          <a:blip r:embed="rId660"/>
          <a:stretch>
            <a:fillRect/>
          </a:stretch>
        </p:blipFill>
        <p:spPr>
          <a:xfrm>
            <a:off x="4700714" y="3197749"/>
            <a:ext cx="91286" cy="91471"/>
          </a:xfrm>
          <a:prstGeom prst="rect">
            <a:avLst/>
          </a:prstGeom>
        </p:spPr>
      </p:pic>
      <p:pic>
        <p:nvPicPr>
          <p:cNvPr id="663" name="Image 660" descr="preencoded.png">    </p:cNvPr>
          <p:cNvPicPr>
            <a:picLocks noChangeAspect="1"/>
          </p:cNvPicPr>
          <p:nvPr/>
        </p:nvPicPr>
        <p:blipFill>
          <a:blip r:embed="rId661"/>
          <a:stretch>
            <a:fillRect/>
          </a:stretch>
        </p:blipFill>
        <p:spPr>
          <a:xfrm>
            <a:off x="7496063" y="3270511"/>
            <a:ext cx="15641" cy="71537"/>
          </a:xfrm>
          <a:prstGeom prst="rect">
            <a:avLst/>
          </a:prstGeom>
        </p:spPr>
      </p:pic>
      <p:pic>
        <p:nvPicPr>
          <p:cNvPr id="664" name="Image 661" descr="preencoded.png">    </p:cNvPr>
          <p:cNvPicPr>
            <a:picLocks noChangeAspect="1"/>
          </p:cNvPicPr>
          <p:nvPr/>
        </p:nvPicPr>
        <p:blipFill>
          <a:blip r:embed="rId662"/>
          <a:stretch>
            <a:fillRect/>
          </a:stretch>
        </p:blipFill>
        <p:spPr>
          <a:xfrm>
            <a:off x="3966472" y="3150431"/>
            <a:ext cx="83055" cy="287961"/>
          </a:xfrm>
          <a:prstGeom prst="rect">
            <a:avLst/>
          </a:prstGeom>
        </p:spPr>
      </p:pic>
      <p:pic>
        <p:nvPicPr>
          <p:cNvPr id="665" name="Image 662" descr="preencoded.png">    </p:cNvPr>
          <p:cNvPicPr>
            <a:picLocks noChangeAspect="1"/>
          </p:cNvPicPr>
          <p:nvPr/>
        </p:nvPicPr>
        <p:blipFill>
          <a:blip r:embed="rId663"/>
          <a:stretch>
            <a:fillRect/>
          </a:stretch>
        </p:blipFill>
        <p:spPr>
          <a:xfrm>
            <a:off x="3955552" y="3104443"/>
            <a:ext cx="63316" cy="383232"/>
          </a:xfrm>
          <a:prstGeom prst="rect">
            <a:avLst/>
          </a:prstGeom>
        </p:spPr>
      </p:pic>
      <p:pic>
        <p:nvPicPr>
          <p:cNvPr id="666" name="Image 663" descr="preencoded.png">    </p:cNvPr>
          <p:cNvPicPr>
            <a:picLocks noChangeAspect="1"/>
          </p:cNvPicPr>
          <p:nvPr/>
        </p:nvPicPr>
        <p:blipFill>
          <a:blip r:embed="rId664"/>
          <a:stretch>
            <a:fillRect/>
          </a:stretch>
        </p:blipFill>
        <p:spPr>
          <a:xfrm>
            <a:off x="2180704" y="3308218"/>
            <a:ext cx="45988" cy="135577"/>
          </a:xfrm>
          <a:prstGeom prst="rect">
            <a:avLst/>
          </a:prstGeom>
        </p:spPr>
      </p:pic>
      <p:pic>
        <p:nvPicPr>
          <p:cNvPr id="667" name="Image 664" descr="preencoded.png">    </p:cNvPr>
          <p:cNvPicPr>
            <a:picLocks noChangeAspect="1"/>
          </p:cNvPicPr>
          <p:nvPr/>
        </p:nvPicPr>
        <p:blipFill>
          <a:blip r:embed="rId665"/>
          <a:stretch>
            <a:fillRect/>
          </a:stretch>
        </p:blipFill>
        <p:spPr>
          <a:xfrm>
            <a:off x="2170484" y="3310941"/>
            <a:ext cx="12775" cy="45988"/>
          </a:xfrm>
          <a:prstGeom prst="rect">
            <a:avLst/>
          </a:prstGeom>
        </p:spPr>
      </p:pic>
      <p:pic>
        <p:nvPicPr>
          <p:cNvPr id="668" name="Image 665" descr="preencoded.png">    </p:cNvPr>
          <p:cNvPicPr>
            <a:picLocks noChangeAspect="1"/>
          </p:cNvPicPr>
          <p:nvPr/>
        </p:nvPicPr>
        <p:blipFill>
          <a:blip r:embed="rId666"/>
          <a:stretch>
            <a:fillRect/>
          </a:stretch>
        </p:blipFill>
        <p:spPr>
          <a:xfrm>
            <a:off x="2745333" y="3231739"/>
            <a:ext cx="337245" cy="109930"/>
          </a:xfrm>
          <a:prstGeom prst="rect">
            <a:avLst/>
          </a:prstGeom>
        </p:spPr>
      </p:pic>
      <p:pic>
        <p:nvPicPr>
          <p:cNvPr id="669" name="Image 666" descr="preencoded.png">    </p:cNvPr>
          <p:cNvPicPr>
            <a:picLocks noChangeAspect="1"/>
          </p:cNvPicPr>
          <p:nvPr/>
        </p:nvPicPr>
        <p:blipFill>
          <a:blip r:embed="rId667"/>
          <a:stretch>
            <a:fillRect/>
          </a:stretch>
        </p:blipFill>
        <p:spPr>
          <a:xfrm>
            <a:off x="4455752" y="3137656"/>
            <a:ext cx="7665" cy="122634"/>
          </a:xfrm>
          <a:prstGeom prst="rect">
            <a:avLst/>
          </a:prstGeom>
        </p:spPr>
      </p:pic>
      <p:pic>
        <p:nvPicPr>
          <p:cNvPr id="670" name="Image 667" descr="preencoded.png">    </p:cNvPr>
          <p:cNvPicPr>
            <a:picLocks noChangeAspect="1"/>
          </p:cNvPicPr>
          <p:nvPr/>
        </p:nvPicPr>
        <p:blipFill>
          <a:blip r:embed="rId668"/>
          <a:stretch>
            <a:fillRect/>
          </a:stretch>
        </p:blipFill>
        <p:spPr>
          <a:xfrm>
            <a:off x="3044715" y="3298014"/>
            <a:ext cx="32192" cy="33400"/>
          </a:xfrm>
          <a:prstGeom prst="rect">
            <a:avLst/>
          </a:prstGeom>
        </p:spPr>
      </p:pic>
      <p:pic>
        <p:nvPicPr>
          <p:cNvPr id="671" name="Image 668" descr="preencoded.png">    </p:cNvPr>
          <p:cNvPicPr>
            <a:picLocks noChangeAspect="1"/>
          </p:cNvPicPr>
          <p:nvPr/>
        </p:nvPicPr>
        <p:blipFill>
          <a:blip r:embed="rId669"/>
          <a:stretch>
            <a:fillRect/>
          </a:stretch>
        </p:blipFill>
        <p:spPr>
          <a:xfrm>
            <a:off x="5942694" y="3127274"/>
            <a:ext cx="993849" cy="428976"/>
          </a:xfrm>
          <a:prstGeom prst="rect">
            <a:avLst/>
          </a:prstGeom>
        </p:spPr>
      </p:pic>
      <p:pic>
        <p:nvPicPr>
          <p:cNvPr id="672" name="Image 669" descr="preencoded.png">    </p:cNvPr>
          <p:cNvPicPr>
            <a:picLocks noChangeAspect="1"/>
          </p:cNvPicPr>
          <p:nvPr/>
        </p:nvPicPr>
        <p:blipFill>
          <a:blip r:embed="rId670"/>
          <a:stretch>
            <a:fillRect/>
          </a:stretch>
        </p:blipFill>
        <p:spPr>
          <a:xfrm>
            <a:off x="5222195" y="3101888"/>
            <a:ext cx="15352" cy="10916"/>
          </a:xfrm>
          <a:prstGeom prst="rect">
            <a:avLst/>
          </a:prstGeom>
        </p:spPr>
      </p:pic>
      <p:pic>
        <p:nvPicPr>
          <p:cNvPr id="673" name="Image 670" descr="preencoded.png">    </p:cNvPr>
          <p:cNvPicPr>
            <a:picLocks noChangeAspect="1"/>
          </p:cNvPicPr>
          <p:nvPr/>
        </p:nvPicPr>
        <p:blipFill>
          <a:blip r:embed="rId671"/>
          <a:stretch>
            <a:fillRect/>
          </a:stretch>
        </p:blipFill>
        <p:spPr>
          <a:xfrm>
            <a:off x="4514515" y="2925443"/>
            <a:ext cx="942752" cy="320766"/>
          </a:xfrm>
          <a:prstGeom prst="rect">
            <a:avLst/>
          </a:prstGeom>
        </p:spPr>
      </p:pic>
      <p:pic>
        <p:nvPicPr>
          <p:cNvPr id="674" name="Image 671" descr="preencoded.png">    </p:cNvPr>
          <p:cNvPicPr>
            <a:picLocks noChangeAspect="1"/>
          </p:cNvPicPr>
          <p:nvPr/>
        </p:nvPicPr>
        <p:blipFill>
          <a:blip r:embed="rId672"/>
          <a:stretch>
            <a:fillRect/>
          </a:stretch>
        </p:blipFill>
        <p:spPr>
          <a:xfrm>
            <a:off x="3198500" y="2677778"/>
            <a:ext cx="294062" cy="12775"/>
          </a:xfrm>
          <a:prstGeom prst="rect">
            <a:avLst/>
          </a:prstGeom>
        </p:spPr>
      </p:pic>
      <p:pic>
        <p:nvPicPr>
          <p:cNvPr id="675" name="Image 672" descr="preencoded.png">    </p:cNvPr>
          <p:cNvPicPr>
            <a:picLocks noChangeAspect="1"/>
          </p:cNvPicPr>
          <p:nvPr/>
        </p:nvPicPr>
        <p:blipFill>
          <a:blip r:embed="rId673"/>
          <a:stretch>
            <a:fillRect/>
          </a:stretch>
        </p:blipFill>
        <p:spPr>
          <a:xfrm>
            <a:off x="3201305" y="2680332"/>
            <a:ext cx="255488" cy="10219"/>
          </a:xfrm>
          <a:prstGeom prst="rect">
            <a:avLst/>
          </a:prstGeom>
        </p:spPr>
      </p:pic>
      <p:pic>
        <p:nvPicPr>
          <p:cNvPr id="676" name="Image 673" descr="preencoded.png">    </p:cNvPr>
          <p:cNvPicPr>
            <a:picLocks noChangeAspect="1"/>
          </p:cNvPicPr>
          <p:nvPr/>
        </p:nvPicPr>
        <p:blipFill>
          <a:blip r:embed="rId674"/>
          <a:stretch>
            <a:fillRect/>
          </a:stretch>
        </p:blipFill>
        <p:spPr>
          <a:xfrm>
            <a:off x="3201305" y="2690238"/>
            <a:ext cx="291257" cy="5424"/>
          </a:xfrm>
          <a:prstGeom prst="rect">
            <a:avLst/>
          </a:prstGeom>
        </p:spPr>
      </p:pic>
      <p:pic>
        <p:nvPicPr>
          <p:cNvPr id="677" name="Image 674" descr="preencoded.png">    </p:cNvPr>
          <p:cNvPicPr>
            <a:picLocks noChangeAspect="1"/>
          </p:cNvPicPr>
          <p:nvPr/>
        </p:nvPicPr>
        <p:blipFill>
          <a:blip r:embed="rId675"/>
          <a:stretch>
            <a:fillRect/>
          </a:stretch>
        </p:blipFill>
        <p:spPr>
          <a:xfrm>
            <a:off x="3003377" y="3267508"/>
            <a:ext cx="42598" cy="51144"/>
          </a:xfrm>
          <a:prstGeom prst="rect">
            <a:avLst/>
          </a:prstGeom>
        </p:spPr>
      </p:pic>
      <p:pic>
        <p:nvPicPr>
          <p:cNvPr id="678" name="Image 675" descr="preencoded.png">    </p:cNvPr>
          <p:cNvPicPr>
            <a:picLocks noChangeAspect="1"/>
          </p:cNvPicPr>
          <p:nvPr/>
        </p:nvPicPr>
        <p:blipFill>
          <a:blip r:embed="rId676"/>
          <a:stretch>
            <a:fillRect/>
          </a:stretch>
        </p:blipFill>
        <p:spPr>
          <a:xfrm>
            <a:off x="2830425" y="3267508"/>
            <a:ext cx="42398" cy="51144"/>
          </a:xfrm>
          <a:prstGeom prst="rect">
            <a:avLst/>
          </a:prstGeom>
        </p:spPr>
      </p:pic>
      <p:pic>
        <p:nvPicPr>
          <p:cNvPr id="679" name="Image 676" descr="preencoded.png">    </p:cNvPr>
          <p:cNvPicPr>
            <a:picLocks noChangeAspect="1"/>
          </p:cNvPicPr>
          <p:nvPr/>
        </p:nvPicPr>
        <p:blipFill>
          <a:blip r:embed="rId677"/>
          <a:stretch>
            <a:fillRect/>
          </a:stretch>
        </p:blipFill>
        <p:spPr>
          <a:xfrm>
            <a:off x="2906291" y="3285076"/>
            <a:ext cx="63872" cy="5426"/>
          </a:xfrm>
          <a:prstGeom prst="rect">
            <a:avLst/>
          </a:prstGeom>
        </p:spPr>
      </p:pic>
      <p:pic>
        <p:nvPicPr>
          <p:cNvPr id="680" name="Image 677" descr="preencoded.png">    </p:cNvPr>
          <p:cNvPicPr>
            <a:picLocks noChangeAspect="1"/>
          </p:cNvPicPr>
          <p:nvPr/>
        </p:nvPicPr>
        <p:blipFill>
          <a:blip r:embed="rId678"/>
          <a:stretch>
            <a:fillRect/>
          </a:stretch>
        </p:blipFill>
        <p:spPr>
          <a:xfrm>
            <a:off x="1345257" y="2713098"/>
            <a:ext cx="2511450" cy="1820802"/>
          </a:xfrm>
          <a:prstGeom prst="rect">
            <a:avLst/>
          </a:prstGeom>
        </p:spPr>
      </p:pic>
      <p:pic>
        <p:nvPicPr>
          <p:cNvPr id="681" name="Image 678" descr="preencoded.png">    </p:cNvPr>
          <p:cNvPicPr>
            <a:picLocks noChangeAspect="1"/>
          </p:cNvPicPr>
          <p:nvPr/>
        </p:nvPicPr>
        <p:blipFill>
          <a:blip r:embed="rId679"/>
          <a:stretch>
            <a:fillRect/>
          </a:stretch>
        </p:blipFill>
        <p:spPr>
          <a:xfrm>
            <a:off x="2632931" y="3275172"/>
            <a:ext cx="72919" cy="25549"/>
          </a:xfrm>
          <a:prstGeom prst="rect">
            <a:avLst/>
          </a:prstGeom>
        </p:spPr>
      </p:pic>
      <p:pic>
        <p:nvPicPr>
          <p:cNvPr id="682" name="Image 679" descr="preencoded.png">    </p:cNvPr>
          <p:cNvPicPr>
            <a:picLocks noChangeAspect="1"/>
          </p:cNvPicPr>
          <p:nvPr/>
        </p:nvPicPr>
        <p:blipFill>
          <a:blip r:embed="rId680"/>
          <a:stretch>
            <a:fillRect/>
          </a:stretch>
        </p:blipFill>
        <p:spPr>
          <a:xfrm>
            <a:off x="2512901" y="3218965"/>
            <a:ext cx="268201" cy="127744"/>
          </a:xfrm>
          <a:prstGeom prst="rect">
            <a:avLst/>
          </a:prstGeom>
        </p:spPr>
      </p:pic>
      <p:pic>
        <p:nvPicPr>
          <p:cNvPr id="683" name="Image 680" descr="preencoded.png">    </p:cNvPr>
          <p:cNvPicPr>
            <a:picLocks noChangeAspect="1"/>
          </p:cNvPicPr>
          <p:nvPr/>
        </p:nvPicPr>
        <p:blipFill>
          <a:blip r:embed="rId681"/>
          <a:stretch>
            <a:fillRect/>
          </a:stretch>
        </p:blipFill>
        <p:spPr>
          <a:xfrm>
            <a:off x="4091682" y="3022335"/>
            <a:ext cx="224347" cy="334876"/>
          </a:xfrm>
          <a:prstGeom prst="rect">
            <a:avLst/>
          </a:prstGeom>
        </p:spPr>
      </p:pic>
      <p:pic>
        <p:nvPicPr>
          <p:cNvPr id="684" name="Image 681" descr="preencoded.png">    </p:cNvPr>
          <p:cNvPicPr>
            <a:picLocks noChangeAspect="1"/>
          </p:cNvPicPr>
          <p:nvPr/>
        </p:nvPicPr>
        <p:blipFill>
          <a:blip r:embed="rId682"/>
          <a:stretch>
            <a:fillRect/>
          </a:stretch>
        </p:blipFill>
        <p:spPr>
          <a:xfrm>
            <a:off x="2515394" y="3241655"/>
            <a:ext cx="86866" cy="74396"/>
          </a:xfrm>
          <a:prstGeom prst="rect">
            <a:avLst/>
          </a:prstGeom>
        </p:spPr>
      </p:pic>
      <p:pic>
        <p:nvPicPr>
          <p:cNvPr id="685" name="Image 682" descr="preencoded.png">    </p:cNvPr>
          <p:cNvPicPr>
            <a:picLocks noChangeAspect="1"/>
          </p:cNvPicPr>
          <p:nvPr/>
        </p:nvPicPr>
        <p:blipFill>
          <a:blip r:embed="rId683"/>
          <a:stretch>
            <a:fillRect/>
          </a:stretch>
        </p:blipFill>
        <p:spPr>
          <a:xfrm>
            <a:off x="2170484" y="3229185"/>
            <a:ext cx="10219" cy="43433"/>
          </a:xfrm>
          <a:prstGeom prst="rect">
            <a:avLst/>
          </a:prstGeom>
        </p:spPr>
      </p:pic>
      <p:pic>
        <p:nvPicPr>
          <p:cNvPr id="686" name="Image 683" descr="preencoded.png">    </p:cNvPr>
          <p:cNvPicPr>
            <a:picLocks noChangeAspect="1"/>
          </p:cNvPicPr>
          <p:nvPr/>
        </p:nvPicPr>
        <p:blipFill>
          <a:blip r:embed="rId684"/>
          <a:stretch>
            <a:fillRect/>
          </a:stretch>
        </p:blipFill>
        <p:spPr>
          <a:xfrm>
            <a:off x="4363777" y="2961211"/>
            <a:ext cx="168622" cy="447263"/>
          </a:xfrm>
          <a:prstGeom prst="rect">
            <a:avLst/>
          </a:prstGeom>
        </p:spPr>
      </p:pic>
      <p:pic>
        <p:nvPicPr>
          <p:cNvPr id="687" name="Image 684" descr="preencoded.png">    </p:cNvPr>
          <p:cNvPicPr>
            <a:picLocks noChangeAspect="1"/>
          </p:cNvPicPr>
          <p:nvPr/>
        </p:nvPicPr>
        <p:blipFill>
          <a:blip r:embed="rId685"/>
          <a:stretch>
            <a:fillRect/>
          </a:stretch>
        </p:blipFill>
        <p:spPr>
          <a:xfrm>
            <a:off x="2824535" y="3228556"/>
            <a:ext cx="258043" cy="6056"/>
          </a:xfrm>
          <a:prstGeom prst="rect">
            <a:avLst/>
          </a:prstGeom>
        </p:spPr>
      </p:pic>
      <p:pic>
        <p:nvPicPr>
          <p:cNvPr id="688" name="Image 685" descr="preencoded.png">    </p:cNvPr>
          <p:cNvPicPr>
            <a:picLocks noChangeAspect="1"/>
          </p:cNvPicPr>
          <p:nvPr/>
        </p:nvPicPr>
        <p:blipFill>
          <a:blip r:embed="rId686"/>
          <a:stretch>
            <a:fillRect/>
          </a:stretch>
        </p:blipFill>
        <p:spPr>
          <a:xfrm>
            <a:off x="5063815" y="3055900"/>
            <a:ext cx="28104" cy="66583"/>
          </a:xfrm>
          <a:prstGeom prst="rect">
            <a:avLst/>
          </a:prstGeom>
        </p:spPr>
      </p:pic>
      <p:pic>
        <p:nvPicPr>
          <p:cNvPr id="689" name="Image 686" descr="preencoded.png">    </p:cNvPr>
          <p:cNvPicPr>
            <a:picLocks noChangeAspect="1"/>
          </p:cNvPicPr>
          <p:nvPr/>
        </p:nvPicPr>
        <p:blipFill>
          <a:blip r:embed="rId687"/>
          <a:stretch>
            <a:fillRect/>
          </a:stretch>
        </p:blipFill>
        <p:spPr>
          <a:xfrm>
            <a:off x="4915950" y="3083813"/>
            <a:ext cx="17592" cy="28005"/>
          </a:xfrm>
          <a:prstGeom prst="rect">
            <a:avLst/>
          </a:prstGeom>
        </p:spPr>
      </p:pic>
      <p:pic>
        <p:nvPicPr>
          <p:cNvPr id="690" name="Image 687" descr="preencoded.png">    </p:cNvPr>
          <p:cNvPicPr>
            <a:picLocks noChangeAspect="1"/>
          </p:cNvPicPr>
          <p:nvPr/>
        </p:nvPicPr>
        <p:blipFill>
          <a:blip r:embed="rId688"/>
          <a:stretch>
            <a:fillRect/>
          </a:stretch>
        </p:blipFill>
        <p:spPr>
          <a:xfrm>
            <a:off x="4902934" y="3055900"/>
            <a:ext cx="45912" cy="66427"/>
          </a:xfrm>
          <a:prstGeom prst="rect">
            <a:avLst/>
          </a:prstGeom>
        </p:spPr>
      </p:pic>
      <p:pic>
        <p:nvPicPr>
          <p:cNvPr id="691" name="Image 688" descr="preencoded.png">    </p:cNvPr>
          <p:cNvPicPr>
            <a:picLocks noChangeAspect="1"/>
          </p:cNvPicPr>
          <p:nvPr/>
        </p:nvPicPr>
        <p:blipFill>
          <a:blip r:embed="rId689"/>
          <a:stretch>
            <a:fillRect/>
          </a:stretch>
        </p:blipFill>
        <p:spPr>
          <a:xfrm>
            <a:off x="4389326" y="3101888"/>
            <a:ext cx="99640" cy="35840"/>
          </a:xfrm>
          <a:prstGeom prst="rect">
            <a:avLst/>
          </a:prstGeom>
        </p:spPr>
      </p:pic>
      <p:pic>
        <p:nvPicPr>
          <p:cNvPr id="692" name="Image 689" descr="preencoded.png">    </p:cNvPr>
          <p:cNvPicPr>
            <a:picLocks noChangeAspect="1"/>
          </p:cNvPicPr>
          <p:nvPr/>
        </p:nvPicPr>
        <p:blipFill>
          <a:blip r:embed="rId690"/>
          <a:stretch>
            <a:fillRect/>
          </a:stretch>
        </p:blipFill>
        <p:spPr>
          <a:xfrm>
            <a:off x="2824535" y="3226364"/>
            <a:ext cx="260787" cy="7930"/>
          </a:xfrm>
          <a:prstGeom prst="rect">
            <a:avLst/>
          </a:prstGeom>
        </p:spPr>
      </p:pic>
      <p:pic>
        <p:nvPicPr>
          <p:cNvPr id="693" name="Image 690" descr="preencoded.png">    </p:cNvPr>
          <p:cNvPicPr>
            <a:picLocks noChangeAspect="1"/>
          </p:cNvPicPr>
          <p:nvPr/>
        </p:nvPicPr>
        <p:blipFill>
          <a:blip r:embed="rId691"/>
          <a:stretch>
            <a:fillRect/>
          </a:stretch>
        </p:blipFill>
        <p:spPr>
          <a:xfrm>
            <a:off x="7225246" y="2894942"/>
            <a:ext cx="240405" cy="222275"/>
          </a:xfrm>
          <a:prstGeom prst="rect">
            <a:avLst/>
          </a:prstGeom>
        </p:spPr>
      </p:pic>
      <p:pic>
        <p:nvPicPr>
          <p:cNvPr id="694" name="Image 691" descr="preencoded.png">    </p:cNvPr>
          <p:cNvPicPr>
            <a:picLocks noChangeAspect="1"/>
          </p:cNvPicPr>
          <p:nvPr/>
        </p:nvPicPr>
        <p:blipFill>
          <a:blip r:embed="rId692"/>
          <a:stretch>
            <a:fillRect/>
          </a:stretch>
        </p:blipFill>
        <p:spPr>
          <a:xfrm>
            <a:off x="5255444" y="3058455"/>
            <a:ext cx="30646" cy="64113"/>
          </a:xfrm>
          <a:prstGeom prst="rect">
            <a:avLst/>
          </a:prstGeom>
        </p:spPr>
      </p:pic>
      <p:pic>
        <p:nvPicPr>
          <p:cNvPr id="695" name="Image 692" descr="preencoded.png">    </p:cNvPr>
          <p:cNvPicPr>
            <a:picLocks noChangeAspect="1"/>
          </p:cNvPicPr>
          <p:nvPr/>
        </p:nvPicPr>
        <p:blipFill>
          <a:blip r:embed="rId693"/>
          <a:stretch>
            <a:fillRect/>
          </a:stretch>
        </p:blipFill>
        <p:spPr>
          <a:xfrm>
            <a:off x="4859424" y="3073784"/>
            <a:ext cx="12774" cy="20439"/>
          </a:xfrm>
          <a:prstGeom prst="rect">
            <a:avLst/>
          </a:prstGeom>
        </p:spPr>
      </p:pic>
      <p:pic>
        <p:nvPicPr>
          <p:cNvPr id="696" name="Image 693" descr="preencoded.png">    </p:cNvPr>
          <p:cNvPicPr>
            <a:picLocks noChangeAspect="1"/>
          </p:cNvPicPr>
          <p:nvPr/>
        </p:nvPicPr>
        <p:blipFill>
          <a:blip r:embed="rId694"/>
          <a:stretch>
            <a:fillRect/>
          </a:stretch>
        </p:blipFill>
        <p:spPr>
          <a:xfrm>
            <a:off x="4833876" y="3053132"/>
            <a:ext cx="63872" cy="69934"/>
          </a:xfrm>
          <a:prstGeom prst="rect">
            <a:avLst/>
          </a:prstGeom>
        </p:spPr>
      </p:pic>
      <p:pic>
        <p:nvPicPr>
          <p:cNvPr id="697" name="Image 694" descr="preencoded.png">    </p:cNvPr>
          <p:cNvPicPr>
            <a:picLocks noChangeAspect="1"/>
          </p:cNvPicPr>
          <p:nvPr/>
        </p:nvPicPr>
        <p:blipFill>
          <a:blip r:embed="rId695"/>
          <a:stretch>
            <a:fillRect/>
          </a:stretch>
        </p:blipFill>
        <p:spPr>
          <a:xfrm>
            <a:off x="4491485" y="3012467"/>
            <a:ext cx="55309" cy="120080"/>
          </a:xfrm>
          <a:prstGeom prst="rect">
            <a:avLst/>
          </a:prstGeom>
        </p:spPr>
      </p:pic>
      <p:pic>
        <p:nvPicPr>
          <p:cNvPr id="698" name="Image 695" descr="preencoded.png">    </p:cNvPr>
          <p:cNvPicPr>
            <a:picLocks noChangeAspect="1"/>
          </p:cNvPicPr>
          <p:nvPr/>
        </p:nvPicPr>
        <p:blipFill>
          <a:blip r:embed="rId696"/>
          <a:stretch>
            <a:fillRect/>
          </a:stretch>
        </p:blipFill>
        <p:spPr>
          <a:xfrm>
            <a:off x="5025810" y="3083854"/>
            <a:ext cx="20235" cy="28072"/>
          </a:xfrm>
          <a:prstGeom prst="rect">
            <a:avLst/>
          </a:prstGeom>
        </p:spPr>
      </p:pic>
      <p:pic>
        <p:nvPicPr>
          <p:cNvPr id="699" name="Image 696" descr="preencoded.png">    </p:cNvPr>
          <p:cNvPicPr>
            <a:picLocks noChangeAspect="1"/>
          </p:cNvPicPr>
          <p:nvPr/>
        </p:nvPicPr>
        <p:blipFill>
          <a:blip r:embed="rId697"/>
          <a:stretch>
            <a:fillRect/>
          </a:stretch>
        </p:blipFill>
        <p:spPr>
          <a:xfrm>
            <a:off x="5012717" y="3073784"/>
            <a:ext cx="46466" cy="66427"/>
          </a:xfrm>
          <a:prstGeom prst="rect">
            <a:avLst/>
          </a:prstGeom>
        </p:spPr>
      </p:pic>
      <p:pic>
        <p:nvPicPr>
          <p:cNvPr id="700" name="Image 697" descr="preencoded.png">    </p:cNvPr>
          <p:cNvPicPr>
            <a:picLocks noChangeAspect="1"/>
          </p:cNvPicPr>
          <p:nvPr/>
        </p:nvPicPr>
        <p:blipFill>
          <a:blip r:embed="rId698"/>
          <a:stretch>
            <a:fillRect/>
          </a:stretch>
        </p:blipFill>
        <p:spPr>
          <a:xfrm>
            <a:off x="4375499" y="2979254"/>
            <a:ext cx="64924" cy="150738"/>
          </a:xfrm>
          <a:prstGeom prst="rect">
            <a:avLst/>
          </a:prstGeom>
        </p:spPr>
      </p:pic>
      <p:pic>
        <p:nvPicPr>
          <p:cNvPr id="701" name="Image 698" descr="preencoded.png">    </p:cNvPr>
          <p:cNvPicPr>
            <a:picLocks noChangeAspect="1"/>
          </p:cNvPicPr>
          <p:nvPr/>
        </p:nvPicPr>
        <p:blipFill>
          <a:blip r:embed="rId699"/>
          <a:stretch>
            <a:fillRect/>
          </a:stretch>
        </p:blipFill>
        <p:spPr>
          <a:xfrm>
            <a:off x="5176229" y="3081449"/>
            <a:ext cx="7665" cy="33213"/>
          </a:xfrm>
          <a:prstGeom prst="rect">
            <a:avLst/>
          </a:prstGeom>
        </p:spPr>
      </p:pic>
      <p:pic>
        <p:nvPicPr>
          <p:cNvPr id="702" name="Image 699" descr="preencoded.png">    </p:cNvPr>
          <p:cNvPicPr>
            <a:picLocks noChangeAspect="1"/>
          </p:cNvPicPr>
          <p:nvPr/>
        </p:nvPicPr>
        <p:blipFill>
          <a:blip r:embed="rId700"/>
          <a:stretch>
            <a:fillRect/>
          </a:stretch>
        </p:blipFill>
        <p:spPr>
          <a:xfrm>
            <a:off x="4969470" y="3084004"/>
            <a:ext cx="20962" cy="27545"/>
          </a:xfrm>
          <a:prstGeom prst="rect">
            <a:avLst/>
          </a:prstGeom>
        </p:spPr>
      </p:pic>
      <p:pic>
        <p:nvPicPr>
          <p:cNvPr id="703" name="Image 700" descr="preencoded.png">    </p:cNvPr>
          <p:cNvPicPr>
            <a:picLocks noChangeAspect="1"/>
          </p:cNvPicPr>
          <p:nvPr/>
        </p:nvPicPr>
        <p:blipFill>
          <a:blip r:embed="rId701"/>
          <a:stretch>
            <a:fillRect/>
          </a:stretch>
        </p:blipFill>
        <p:spPr>
          <a:xfrm>
            <a:off x="4956445" y="3071067"/>
            <a:ext cx="48613" cy="50927"/>
          </a:xfrm>
          <a:prstGeom prst="rect">
            <a:avLst/>
          </a:prstGeom>
        </p:spPr>
      </p:pic>
      <p:pic>
        <p:nvPicPr>
          <p:cNvPr id="704" name="Image 701" descr="preencoded.png">    </p:cNvPr>
          <p:cNvPicPr>
            <a:picLocks noChangeAspect="1"/>
          </p:cNvPicPr>
          <p:nvPr/>
        </p:nvPicPr>
        <p:blipFill>
          <a:blip r:embed="rId702"/>
          <a:stretch>
            <a:fillRect/>
          </a:stretch>
        </p:blipFill>
        <p:spPr>
          <a:xfrm>
            <a:off x="7546997" y="3050791"/>
            <a:ext cx="5273" cy="53653"/>
          </a:xfrm>
          <a:prstGeom prst="rect">
            <a:avLst/>
          </a:prstGeom>
        </p:spPr>
      </p:pic>
      <p:pic>
        <p:nvPicPr>
          <p:cNvPr id="705" name="Image 702" descr="preencoded.png">    </p:cNvPr>
          <p:cNvPicPr>
            <a:picLocks noChangeAspect="1"/>
          </p:cNvPicPr>
          <p:nvPr/>
        </p:nvPicPr>
        <p:blipFill>
          <a:blip r:embed="rId703"/>
          <a:stretch>
            <a:fillRect/>
          </a:stretch>
        </p:blipFill>
        <p:spPr>
          <a:xfrm>
            <a:off x="5301419" y="3089114"/>
            <a:ext cx="17884" cy="5040"/>
          </a:xfrm>
          <a:prstGeom prst="rect">
            <a:avLst/>
          </a:prstGeom>
        </p:spPr>
      </p:pic>
      <p:pic>
        <p:nvPicPr>
          <p:cNvPr id="706" name="Image 703" descr="preencoded.png">    </p:cNvPr>
          <p:cNvPicPr>
            <a:picLocks noChangeAspect="1"/>
          </p:cNvPicPr>
          <p:nvPr/>
        </p:nvPicPr>
        <p:blipFill>
          <a:blip r:embed="rId704"/>
          <a:stretch>
            <a:fillRect/>
          </a:stretch>
        </p:blipFill>
        <p:spPr>
          <a:xfrm>
            <a:off x="5303974" y="3084211"/>
            <a:ext cx="15365" cy="7723"/>
          </a:xfrm>
          <a:prstGeom prst="rect">
            <a:avLst/>
          </a:prstGeom>
        </p:spPr>
      </p:pic>
      <p:pic>
        <p:nvPicPr>
          <p:cNvPr id="707" name="Image 704" descr="preencoded.png">    </p:cNvPr>
          <p:cNvPicPr>
            <a:picLocks noChangeAspect="1"/>
          </p:cNvPicPr>
          <p:nvPr/>
        </p:nvPicPr>
        <p:blipFill>
          <a:blip r:embed="rId705"/>
          <a:stretch>
            <a:fillRect/>
          </a:stretch>
        </p:blipFill>
        <p:spPr>
          <a:xfrm>
            <a:off x="5288525" y="3071230"/>
            <a:ext cx="46112" cy="51098"/>
          </a:xfrm>
          <a:prstGeom prst="rect">
            <a:avLst/>
          </a:prstGeom>
        </p:spPr>
      </p:pic>
      <p:pic>
        <p:nvPicPr>
          <p:cNvPr id="708" name="Image 705" descr="preencoded.png">    </p:cNvPr>
          <p:cNvPicPr>
            <a:picLocks noChangeAspect="1"/>
          </p:cNvPicPr>
          <p:nvPr/>
        </p:nvPicPr>
        <p:blipFill>
          <a:blip r:embed="rId706"/>
          <a:stretch>
            <a:fillRect/>
          </a:stretch>
        </p:blipFill>
        <p:spPr>
          <a:xfrm>
            <a:off x="5209436" y="3071328"/>
            <a:ext cx="43440" cy="51000"/>
          </a:xfrm>
          <a:prstGeom prst="rect">
            <a:avLst/>
          </a:prstGeom>
        </p:spPr>
      </p:pic>
      <p:pic>
        <p:nvPicPr>
          <p:cNvPr id="709" name="Image 706" descr="preencoded.png">    </p:cNvPr>
          <p:cNvPicPr>
            <a:picLocks noChangeAspect="1"/>
          </p:cNvPicPr>
          <p:nvPr/>
        </p:nvPicPr>
        <p:blipFill>
          <a:blip r:embed="rId707"/>
          <a:stretch>
            <a:fillRect/>
          </a:stretch>
        </p:blipFill>
        <p:spPr>
          <a:xfrm>
            <a:off x="1352603" y="2884275"/>
            <a:ext cx="15648" cy="518641"/>
          </a:xfrm>
          <a:prstGeom prst="rect">
            <a:avLst/>
          </a:prstGeom>
        </p:spPr>
      </p:pic>
      <p:pic>
        <p:nvPicPr>
          <p:cNvPr id="710" name="Image 707" descr="preencoded.png">    </p:cNvPr>
          <p:cNvPicPr>
            <a:picLocks noChangeAspect="1"/>
          </p:cNvPicPr>
          <p:nvPr/>
        </p:nvPicPr>
        <p:blipFill>
          <a:blip r:embed="rId708"/>
          <a:stretch>
            <a:fillRect/>
          </a:stretch>
        </p:blipFill>
        <p:spPr>
          <a:xfrm>
            <a:off x="4930961" y="3053345"/>
            <a:ext cx="17884" cy="61317"/>
          </a:xfrm>
          <a:prstGeom prst="rect">
            <a:avLst/>
          </a:prstGeom>
        </p:spPr>
      </p:pic>
      <p:pic>
        <p:nvPicPr>
          <p:cNvPr id="711" name="Image 708" descr="preencoded.png">    </p:cNvPr>
          <p:cNvPicPr>
            <a:picLocks noChangeAspect="1"/>
          </p:cNvPicPr>
          <p:nvPr/>
        </p:nvPicPr>
        <p:blipFill>
          <a:blip r:embed="rId709"/>
          <a:stretch>
            <a:fillRect/>
          </a:stretch>
        </p:blipFill>
        <p:spPr>
          <a:xfrm>
            <a:off x="4381534" y="2974141"/>
            <a:ext cx="156006" cy="156738"/>
          </a:xfrm>
          <a:prstGeom prst="rect">
            <a:avLst/>
          </a:prstGeom>
        </p:spPr>
      </p:pic>
      <p:pic>
        <p:nvPicPr>
          <p:cNvPr id="712" name="Image 709" descr="preencoded.png">    </p:cNvPr>
          <p:cNvPicPr>
            <a:picLocks noChangeAspect="1"/>
          </p:cNvPicPr>
          <p:nvPr/>
        </p:nvPicPr>
        <p:blipFill>
          <a:blip r:embed="rId710"/>
          <a:stretch>
            <a:fillRect/>
          </a:stretch>
        </p:blipFill>
        <p:spPr>
          <a:xfrm>
            <a:off x="7264846" y="3055900"/>
            <a:ext cx="24732" cy="25010"/>
          </a:xfrm>
          <a:prstGeom prst="rect">
            <a:avLst/>
          </a:prstGeom>
        </p:spPr>
      </p:pic>
      <p:pic>
        <p:nvPicPr>
          <p:cNvPr id="713" name="Image 710" descr="preencoded.png">    </p:cNvPr>
          <p:cNvPicPr>
            <a:picLocks noChangeAspect="1"/>
          </p:cNvPicPr>
          <p:nvPr/>
        </p:nvPicPr>
        <p:blipFill>
          <a:blip r:embed="rId711"/>
          <a:stretch>
            <a:fillRect/>
          </a:stretch>
        </p:blipFill>
        <p:spPr>
          <a:xfrm>
            <a:off x="7631442" y="3057542"/>
            <a:ext cx="25579" cy="13688"/>
          </a:xfrm>
          <a:prstGeom prst="rect">
            <a:avLst/>
          </a:prstGeom>
        </p:spPr>
      </p:pic>
      <p:pic>
        <p:nvPicPr>
          <p:cNvPr id="714" name="Image 711" descr="preencoded.png">    </p:cNvPr>
          <p:cNvPicPr>
            <a:picLocks noChangeAspect="1"/>
          </p:cNvPicPr>
          <p:nvPr/>
        </p:nvPicPr>
        <p:blipFill>
          <a:blip r:embed="rId712"/>
          <a:stretch>
            <a:fillRect/>
          </a:stretch>
        </p:blipFill>
        <p:spPr>
          <a:xfrm>
            <a:off x="7619355" y="3050103"/>
            <a:ext cx="50478" cy="55093"/>
          </a:xfrm>
          <a:prstGeom prst="rect">
            <a:avLst/>
          </a:prstGeom>
        </p:spPr>
      </p:pic>
      <p:pic>
        <p:nvPicPr>
          <p:cNvPr id="715" name="Image 712" descr="preencoded.png">    </p:cNvPr>
          <p:cNvPicPr>
            <a:picLocks noChangeAspect="1"/>
          </p:cNvPicPr>
          <p:nvPr/>
        </p:nvPicPr>
        <p:blipFill>
          <a:blip r:embed="rId713"/>
          <a:stretch>
            <a:fillRect/>
          </a:stretch>
        </p:blipFill>
        <p:spPr>
          <a:xfrm>
            <a:off x="7256083" y="3045630"/>
            <a:ext cx="43534" cy="44934"/>
          </a:xfrm>
          <a:prstGeom prst="rect">
            <a:avLst/>
          </a:prstGeom>
        </p:spPr>
      </p:pic>
      <p:pic>
        <p:nvPicPr>
          <p:cNvPr id="716" name="Image 713" descr="preencoded.png">    </p:cNvPr>
          <p:cNvPicPr>
            <a:picLocks noChangeAspect="1"/>
          </p:cNvPicPr>
          <p:nvPr/>
        </p:nvPicPr>
        <p:blipFill>
          <a:blip r:embed="rId714"/>
          <a:stretch>
            <a:fillRect/>
          </a:stretch>
        </p:blipFill>
        <p:spPr>
          <a:xfrm>
            <a:off x="7674905" y="3030352"/>
            <a:ext cx="25779" cy="74433"/>
          </a:xfrm>
          <a:prstGeom prst="rect">
            <a:avLst/>
          </a:prstGeom>
        </p:spPr>
      </p:pic>
      <p:pic>
        <p:nvPicPr>
          <p:cNvPr id="717" name="Image 714" descr="preencoded.png">    </p:cNvPr>
          <p:cNvPicPr>
            <a:picLocks noChangeAspect="1"/>
          </p:cNvPicPr>
          <p:nvPr/>
        </p:nvPicPr>
        <p:blipFill>
          <a:blip r:embed="rId715"/>
          <a:stretch>
            <a:fillRect/>
          </a:stretch>
        </p:blipFill>
        <p:spPr>
          <a:xfrm>
            <a:off x="7774545" y="2596021"/>
            <a:ext cx="10220" cy="12775"/>
          </a:xfrm>
          <a:prstGeom prst="rect">
            <a:avLst/>
          </a:prstGeom>
        </p:spPr>
      </p:pic>
      <p:pic>
        <p:nvPicPr>
          <p:cNvPr id="718" name="Image 715" descr="preencoded.png">    </p:cNvPr>
          <p:cNvPicPr>
            <a:picLocks noChangeAspect="1"/>
          </p:cNvPicPr>
          <p:nvPr/>
        </p:nvPicPr>
        <p:blipFill>
          <a:blip r:embed="rId716"/>
          <a:stretch>
            <a:fillRect/>
          </a:stretch>
        </p:blipFill>
        <p:spPr>
          <a:xfrm>
            <a:off x="7536941" y="2598576"/>
            <a:ext cx="56398" cy="74092"/>
          </a:xfrm>
          <a:prstGeom prst="rect">
            <a:avLst/>
          </a:prstGeom>
        </p:spPr>
      </p:pic>
      <p:pic>
        <p:nvPicPr>
          <p:cNvPr id="719" name="Image 716" descr="preencoded.png">    </p:cNvPr>
          <p:cNvPicPr>
            <a:picLocks noChangeAspect="1"/>
          </p:cNvPicPr>
          <p:nvPr/>
        </p:nvPicPr>
        <p:blipFill>
          <a:blip r:embed="rId717"/>
          <a:stretch>
            <a:fillRect/>
          </a:stretch>
        </p:blipFill>
        <p:spPr>
          <a:xfrm>
            <a:off x="7421933" y="2606200"/>
            <a:ext cx="21701" cy="22495"/>
          </a:xfrm>
          <a:prstGeom prst="rect">
            <a:avLst/>
          </a:prstGeom>
        </p:spPr>
      </p:pic>
      <p:pic>
        <p:nvPicPr>
          <p:cNvPr id="720" name="Image 717" descr="preencoded.png">    </p:cNvPr>
          <p:cNvPicPr>
            <a:picLocks noChangeAspect="1"/>
          </p:cNvPicPr>
          <p:nvPr/>
        </p:nvPicPr>
        <p:blipFill>
          <a:blip r:embed="rId718"/>
          <a:stretch>
            <a:fillRect/>
          </a:stretch>
        </p:blipFill>
        <p:spPr>
          <a:xfrm>
            <a:off x="7805081" y="2623761"/>
            <a:ext cx="28234" cy="41088"/>
          </a:xfrm>
          <a:prstGeom prst="rect">
            <a:avLst/>
          </a:prstGeom>
        </p:spPr>
      </p:pic>
      <p:pic>
        <p:nvPicPr>
          <p:cNvPr id="721" name="Image 718" descr="preencoded.png">    </p:cNvPr>
          <p:cNvPicPr>
            <a:picLocks noChangeAspect="1"/>
          </p:cNvPicPr>
          <p:nvPr/>
        </p:nvPicPr>
        <p:blipFill>
          <a:blip r:embed="rId719"/>
          <a:stretch>
            <a:fillRect/>
          </a:stretch>
        </p:blipFill>
        <p:spPr>
          <a:xfrm>
            <a:off x="7794979" y="2616257"/>
            <a:ext cx="50745" cy="58819"/>
          </a:xfrm>
          <a:prstGeom prst="rect">
            <a:avLst/>
          </a:prstGeom>
        </p:spPr>
      </p:pic>
      <p:pic>
        <p:nvPicPr>
          <p:cNvPr id="722" name="Image 719" descr="preencoded.png">    </p:cNvPr>
          <p:cNvPicPr>
            <a:picLocks noChangeAspect="1"/>
          </p:cNvPicPr>
          <p:nvPr/>
        </p:nvPicPr>
        <p:blipFill>
          <a:blip r:embed="rId720"/>
          <a:stretch>
            <a:fillRect/>
          </a:stretch>
        </p:blipFill>
        <p:spPr>
          <a:xfrm>
            <a:off x="7603368" y="2616393"/>
            <a:ext cx="74255" cy="56275"/>
          </a:xfrm>
          <a:prstGeom prst="rect">
            <a:avLst/>
          </a:prstGeom>
        </p:spPr>
      </p:pic>
      <p:pic>
        <p:nvPicPr>
          <p:cNvPr id="723" name="Image 720" descr="preencoded.png">    </p:cNvPr>
          <p:cNvPicPr>
            <a:picLocks noChangeAspect="1"/>
          </p:cNvPicPr>
          <p:nvPr/>
        </p:nvPicPr>
        <p:blipFill>
          <a:blip r:embed="rId721"/>
          <a:stretch>
            <a:fillRect/>
          </a:stretch>
        </p:blipFill>
        <p:spPr>
          <a:xfrm>
            <a:off x="7695645" y="2624125"/>
            <a:ext cx="30917" cy="41032"/>
          </a:xfrm>
          <a:prstGeom prst="rect">
            <a:avLst/>
          </a:prstGeom>
        </p:spPr>
      </p:pic>
      <p:pic>
        <p:nvPicPr>
          <p:cNvPr id="724" name="Image 721" descr="preencoded.png">    </p:cNvPr>
          <p:cNvPicPr>
            <a:picLocks noChangeAspect="1"/>
          </p:cNvPicPr>
          <p:nvPr/>
        </p:nvPicPr>
        <p:blipFill>
          <a:blip r:embed="rId722"/>
          <a:stretch>
            <a:fillRect/>
          </a:stretch>
        </p:blipFill>
        <p:spPr>
          <a:xfrm>
            <a:off x="7684569" y="2616381"/>
            <a:ext cx="52650" cy="56277"/>
          </a:xfrm>
          <a:prstGeom prst="rect">
            <a:avLst/>
          </a:prstGeom>
        </p:spPr>
      </p:pic>
      <p:pic>
        <p:nvPicPr>
          <p:cNvPr id="725" name="Image 722" descr="preencoded.png">    </p:cNvPr>
          <p:cNvPicPr>
            <a:picLocks noChangeAspect="1"/>
          </p:cNvPicPr>
          <p:nvPr/>
        </p:nvPicPr>
        <p:blipFill>
          <a:blip r:embed="rId723"/>
          <a:stretch>
            <a:fillRect/>
          </a:stretch>
        </p:blipFill>
        <p:spPr>
          <a:xfrm>
            <a:off x="7549716" y="2629235"/>
            <a:ext cx="40470" cy="7665"/>
          </a:xfrm>
          <a:prstGeom prst="rect">
            <a:avLst/>
          </a:prstGeom>
        </p:spPr>
      </p:pic>
      <p:pic>
        <p:nvPicPr>
          <p:cNvPr id="726" name="Image 723" descr="preencoded.png">    </p:cNvPr>
          <p:cNvPicPr>
            <a:picLocks noChangeAspect="1"/>
          </p:cNvPicPr>
          <p:nvPr/>
        </p:nvPicPr>
        <p:blipFill>
          <a:blip r:embed="rId724"/>
          <a:stretch>
            <a:fillRect/>
          </a:stretch>
        </p:blipFill>
        <p:spPr>
          <a:xfrm>
            <a:off x="7741332" y="2601131"/>
            <a:ext cx="25549" cy="71878"/>
          </a:xfrm>
          <a:prstGeom prst="rect">
            <a:avLst/>
          </a:prstGeom>
        </p:spPr>
      </p:pic>
      <p:pic>
        <p:nvPicPr>
          <p:cNvPr id="727" name="Image 724" descr="preencoded.png">    </p:cNvPr>
          <p:cNvPicPr>
            <a:picLocks noChangeAspect="1"/>
          </p:cNvPicPr>
          <p:nvPr/>
        </p:nvPicPr>
        <p:blipFill>
          <a:blip r:embed="rId725"/>
          <a:stretch>
            <a:fillRect/>
          </a:stretch>
        </p:blipFill>
        <p:spPr>
          <a:xfrm>
            <a:off x="7774545" y="2616461"/>
            <a:ext cx="10220" cy="56207"/>
          </a:xfrm>
          <a:prstGeom prst="rect">
            <a:avLst/>
          </a:prstGeom>
        </p:spPr>
      </p:pic>
      <p:pic>
        <p:nvPicPr>
          <p:cNvPr id="728" name="Image 725" descr="preencoded.png">    </p:cNvPr>
          <p:cNvPicPr>
            <a:picLocks noChangeAspect="1"/>
          </p:cNvPicPr>
          <p:nvPr/>
        </p:nvPicPr>
        <p:blipFill>
          <a:blip r:embed="rId726"/>
          <a:stretch>
            <a:fillRect/>
          </a:stretch>
        </p:blipFill>
        <p:spPr>
          <a:xfrm>
            <a:off x="6755147" y="2629235"/>
            <a:ext cx="242714" cy="43433"/>
          </a:xfrm>
          <a:prstGeom prst="rect">
            <a:avLst/>
          </a:prstGeom>
        </p:spPr>
      </p:pic>
      <p:pic>
        <p:nvPicPr>
          <p:cNvPr id="729" name="Image 726" descr="preencoded.png">    </p:cNvPr>
          <p:cNvPicPr>
            <a:picLocks noChangeAspect="1"/>
          </p:cNvPicPr>
          <p:nvPr/>
        </p:nvPicPr>
        <p:blipFill>
          <a:blip r:embed="rId727"/>
          <a:stretch>
            <a:fillRect/>
          </a:stretch>
        </p:blipFill>
        <p:spPr>
          <a:xfrm>
            <a:off x="7536941" y="2595714"/>
            <a:ext cx="53653" cy="69289"/>
          </a:xfrm>
          <a:prstGeom prst="rect">
            <a:avLst/>
          </a:prstGeom>
        </p:spPr>
      </p:pic>
      <p:pic>
        <p:nvPicPr>
          <p:cNvPr id="730" name="Image 727" descr="preencoded.png">    </p:cNvPr>
          <p:cNvPicPr>
            <a:picLocks noChangeAspect="1"/>
          </p:cNvPicPr>
          <p:nvPr/>
        </p:nvPicPr>
        <p:blipFill>
          <a:blip r:embed="rId728"/>
          <a:stretch>
            <a:fillRect/>
          </a:stretch>
        </p:blipFill>
        <p:spPr>
          <a:xfrm>
            <a:off x="7546056" y="2608796"/>
            <a:ext cx="41983" cy="51098"/>
          </a:xfrm>
          <a:prstGeom prst="rect">
            <a:avLst/>
          </a:prstGeom>
        </p:spPr>
      </p:pic>
      <p:pic>
        <p:nvPicPr>
          <p:cNvPr id="731" name="Image 728" descr="preencoded.png">    </p:cNvPr>
          <p:cNvPicPr>
            <a:picLocks noChangeAspect="1"/>
          </p:cNvPicPr>
          <p:nvPr/>
        </p:nvPicPr>
        <p:blipFill>
          <a:blip r:embed="rId729"/>
          <a:stretch>
            <a:fillRect/>
          </a:stretch>
        </p:blipFill>
        <p:spPr>
          <a:xfrm>
            <a:off x="7853747" y="2616308"/>
            <a:ext cx="43596" cy="56359"/>
          </a:xfrm>
          <a:prstGeom prst="rect">
            <a:avLst/>
          </a:prstGeom>
        </p:spPr>
      </p:pic>
      <p:pic>
        <p:nvPicPr>
          <p:cNvPr id="732" name="Image 729" descr="preencoded.png">    </p:cNvPr>
          <p:cNvPicPr>
            <a:picLocks noChangeAspect="1"/>
          </p:cNvPicPr>
          <p:nvPr/>
        </p:nvPicPr>
        <p:blipFill>
          <a:blip r:embed="rId730"/>
          <a:stretch>
            <a:fillRect/>
          </a:stretch>
        </p:blipFill>
        <p:spPr>
          <a:xfrm>
            <a:off x="7311997" y="2642009"/>
            <a:ext cx="22374" cy="24812"/>
          </a:xfrm>
          <a:prstGeom prst="rect">
            <a:avLst/>
          </a:prstGeom>
        </p:spPr>
      </p:pic>
      <p:pic>
        <p:nvPicPr>
          <p:cNvPr id="733" name="Image 730" descr="preencoded.png">    </p:cNvPr>
          <p:cNvPicPr>
            <a:picLocks noChangeAspect="1"/>
          </p:cNvPicPr>
          <p:nvPr/>
        </p:nvPicPr>
        <p:blipFill>
          <a:blip r:embed="rId731"/>
          <a:stretch>
            <a:fillRect/>
          </a:stretch>
        </p:blipFill>
        <p:spPr>
          <a:xfrm>
            <a:off x="6893111" y="2629235"/>
            <a:ext cx="107416" cy="43433"/>
          </a:xfrm>
          <a:prstGeom prst="rect">
            <a:avLst/>
          </a:prstGeom>
        </p:spPr>
      </p:pic>
      <p:pic>
        <p:nvPicPr>
          <p:cNvPr id="734" name="Image 731" descr="preencoded.png">    </p:cNvPr>
          <p:cNvPicPr>
            <a:picLocks noChangeAspect="1"/>
          </p:cNvPicPr>
          <p:nvPr/>
        </p:nvPicPr>
        <p:blipFill>
          <a:blip r:embed="rId732"/>
          <a:stretch>
            <a:fillRect/>
          </a:stretch>
        </p:blipFill>
        <p:spPr>
          <a:xfrm>
            <a:off x="7371119" y="2695503"/>
            <a:ext cx="24108" cy="22873"/>
          </a:xfrm>
          <a:prstGeom prst="rect">
            <a:avLst/>
          </a:prstGeom>
        </p:spPr>
      </p:pic>
      <p:pic>
        <p:nvPicPr>
          <p:cNvPr id="735" name="Image 732" descr="preencoded.png">    </p:cNvPr>
          <p:cNvPicPr>
            <a:picLocks noChangeAspect="1"/>
          </p:cNvPicPr>
          <p:nvPr/>
        </p:nvPicPr>
        <p:blipFill>
          <a:blip r:embed="rId733"/>
          <a:stretch>
            <a:fillRect/>
          </a:stretch>
        </p:blipFill>
        <p:spPr>
          <a:xfrm>
            <a:off x="7264311" y="2736540"/>
            <a:ext cx="23634" cy="24316"/>
          </a:xfrm>
          <a:prstGeom prst="rect">
            <a:avLst/>
          </a:prstGeom>
        </p:spPr>
      </p:pic>
      <p:pic>
        <p:nvPicPr>
          <p:cNvPr id="736" name="Image 733" descr="preencoded.png">    </p:cNvPr>
          <p:cNvPicPr>
            <a:picLocks noChangeAspect="1"/>
          </p:cNvPicPr>
          <p:nvPr/>
        </p:nvPicPr>
        <p:blipFill>
          <a:blip r:embed="rId734"/>
          <a:stretch>
            <a:fillRect/>
          </a:stretch>
        </p:blipFill>
        <p:spPr>
          <a:xfrm>
            <a:off x="7253284" y="2597030"/>
            <a:ext cx="201901" cy="174840"/>
          </a:xfrm>
          <a:prstGeom prst="rect">
            <a:avLst/>
          </a:prstGeom>
        </p:spPr>
      </p:pic>
      <p:pic>
        <p:nvPicPr>
          <p:cNvPr id="737" name="Image 734" descr="preencoded.png">    </p:cNvPr>
          <p:cNvPicPr>
            <a:picLocks noChangeAspect="1"/>
          </p:cNvPicPr>
          <p:nvPr/>
        </p:nvPicPr>
        <p:blipFill>
          <a:blip r:embed="rId735"/>
          <a:stretch>
            <a:fillRect/>
          </a:stretch>
        </p:blipFill>
        <p:spPr>
          <a:xfrm>
            <a:off x="6254233" y="2598576"/>
            <a:ext cx="227418" cy="191915"/>
          </a:xfrm>
          <a:prstGeom prst="rect">
            <a:avLst/>
          </a:prstGeom>
        </p:spPr>
      </p:pic>
      <p:pic>
        <p:nvPicPr>
          <p:cNvPr id="738" name="Image 735" descr="preencoded.png">    </p:cNvPr>
          <p:cNvPicPr>
            <a:picLocks noChangeAspect="1"/>
          </p:cNvPicPr>
          <p:nvPr/>
        </p:nvPicPr>
        <p:blipFill>
          <a:blip r:embed="rId736"/>
          <a:stretch>
            <a:fillRect/>
          </a:stretch>
        </p:blipFill>
        <p:spPr>
          <a:xfrm>
            <a:off x="6755147" y="2726006"/>
            <a:ext cx="245498" cy="43747"/>
          </a:xfrm>
          <a:prstGeom prst="rect">
            <a:avLst/>
          </a:prstGeom>
        </p:spPr>
      </p:pic>
      <p:pic>
        <p:nvPicPr>
          <p:cNvPr id="739" name="Image 736" descr="preencoded.png">    </p:cNvPr>
          <p:cNvPicPr>
            <a:picLocks noChangeAspect="1"/>
          </p:cNvPicPr>
          <p:nvPr/>
        </p:nvPicPr>
        <p:blipFill>
          <a:blip r:embed="rId737"/>
          <a:stretch>
            <a:fillRect/>
          </a:stretch>
        </p:blipFill>
        <p:spPr>
          <a:xfrm>
            <a:off x="7651911" y="2721211"/>
            <a:ext cx="5408" cy="22994"/>
          </a:xfrm>
          <a:prstGeom prst="rect">
            <a:avLst/>
          </a:prstGeom>
        </p:spPr>
      </p:pic>
      <p:pic>
        <p:nvPicPr>
          <p:cNvPr id="740" name="Image 737" descr="preencoded.png">    </p:cNvPr>
          <p:cNvPicPr>
            <a:picLocks noChangeAspect="1"/>
          </p:cNvPicPr>
          <p:nvPr/>
        </p:nvPicPr>
        <p:blipFill>
          <a:blip r:embed="rId738"/>
          <a:stretch>
            <a:fillRect/>
          </a:stretch>
        </p:blipFill>
        <p:spPr>
          <a:xfrm>
            <a:off x="7687680" y="2748401"/>
            <a:ext cx="25549" cy="13988"/>
          </a:xfrm>
          <a:prstGeom prst="rect">
            <a:avLst/>
          </a:prstGeom>
        </p:spPr>
      </p:pic>
      <p:pic>
        <p:nvPicPr>
          <p:cNvPr id="741" name="Image 738" descr="preencoded.png">    </p:cNvPr>
          <p:cNvPicPr>
            <a:picLocks noChangeAspect="1"/>
          </p:cNvPicPr>
          <p:nvPr/>
        </p:nvPicPr>
        <p:blipFill>
          <a:blip r:embed="rId739"/>
          <a:stretch>
            <a:fillRect/>
          </a:stretch>
        </p:blipFill>
        <p:spPr>
          <a:xfrm>
            <a:off x="7628917" y="2749314"/>
            <a:ext cx="29395" cy="37846"/>
          </a:xfrm>
          <a:prstGeom prst="rect">
            <a:avLst/>
          </a:prstGeom>
        </p:spPr>
      </p:pic>
      <p:pic>
        <p:nvPicPr>
          <p:cNvPr id="742" name="Image 739" descr="preencoded.png">    </p:cNvPr>
          <p:cNvPicPr>
            <a:picLocks noChangeAspect="1"/>
          </p:cNvPicPr>
          <p:nvPr/>
        </p:nvPicPr>
        <p:blipFill>
          <a:blip r:embed="rId740"/>
          <a:stretch>
            <a:fillRect/>
          </a:stretch>
        </p:blipFill>
        <p:spPr>
          <a:xfrm>
            <a:off x="7600814" y="2751869"/>
            <a:ext cx="10521" cy="46217"/>
          </a:xfrm>
          <a:prstGeom prst="rect">
            <a:avLst/>
          </a:prstGeom>
        </p:spPr>
      </p:pic>
      <p:pic>
        <p:nvPicPr>
          <p:cNvPr id="743" name="Image 740" descr="preencoded.png">    </p:cNvPr>
          <p:cNvPicPr>
            <a:picLocks noChangeAspect="1"/>
          </p:cNvPicPr>
          <p:nvPr/>
        </p:nvPicPr>
        <p:blipFill>
          <a:blip r:embed="rId741"/>
          <a:stretch>
            <a:fillRect/>
          </a:stretch>
        </p:blipFill>
        <p:spPr>
          <a:xfrm>
            <a:off x="7674506" y="2738934"/>
            <a:ext cx="51678" cy="58923"/>
          </a:xfrm>
          <a:prstGeom prst="rect">
            <a:avLst/>
          </a:prstGeom>
        </p:spPr>
      </p:pic>
      <p:pic>
        <p:nvPicPr>
          <p:cNvPr id="744" name="Image 741" descr="preencoded.png">    </p:cNvPr>
          <p:cNvPicPr>
            <a:picLocks noChangeAspect="1"/>
          </p:cNvPicPr>
          <p:nvPr/>
        </p:nvPicPr>
        <p:blipFill>
          <a:blip r:embed="rId742"/>
          <a:stretch>
            <a:fillRect/>
          </a:stretch>
        </p:blipFill>
        <p:spPr>
          <a:xfrm>
            <a:off x="7618987" y="2718427"/>
            <a:ext cx="48253" cy="80296"/>
          </a:xfrm>
          <a:prstGeom prst="rect">
            <a:avLst/>
          </a:prstGeom>
        </p:spPr>
      </p:pic>
      <p:pic>
        <p:nvPicPr>
          <p:cNvPr id="745" name="Image 742" descr="preencoded.png">    </p:cNvPr>
          <p:cNvPicPr>
            <a:picLocks noChangeAspect="1"/>
          </p:cNvPicPr>
          <p:nvPr/>
        </p:nvPicPr>
        <p:blipFill>
          <a:blip r:embed="rId743"/>
          <a:stretch>
            <a:fillRect/>
          </a:stretch>
        </p:blipFill>
        <p:spPr>
          <a:xfrm>
            <a:off x="7588039" y="2714174"/>
            <a:ext cx="194171" cy="106678"/>
          </a:xfrm>
          <a:prstGeom prst="rect">
            <a:avLst/>
          </a:prstGeom>
        </p:spPr>
      </p:pic>
      <p:pic>
        <p:nvPicPr>
          <p:cNvPr id="746" name="Image 743" descr="preencoded.png">    </p:cNvPr>
          <p:cNvPicPr>
            <a:picLocks noChangeAspect="1"/>
          </p:cNvPicPr>
          <p:nvPr/>
        </p:nvPicPr>
        <p:blipFill>
          <a:blip r:embed="rId744"/>
          <a:stretch>
            <a:fillRect/>
          </a:stretch>
        </p:blipFill>
        <p:spPr>
          <a:xfrm>
            <a:off x="7536628" y="2721211"/>
            <a:ext cx="13086" cy="76897"/>
          </a:xfrm>
          <a:prstGeom prst="rect">
            <a:avLst/>
          </a:prstGeom>
        </p:spPr>
      </p:pic>
      <p:pic>
        <p:nvPicPr>
          <p:cNvPr id="747" name="Image 744" descr="preencoded.png">    </p:cNvPr>
          <p:cNvPicPr>
            <a:picLocks noChangeAspect="1"/>
          </p:cNvPicPr>
          <p:nvPr/>
        </p:nvPicPr>
        <p:blipFill>
          <a:blip r:embed="rId745"/>
          <a:stretch>
            <a:fillRect/>
          </a:stretch>
        </p:blipFill>
        <p:spPr>
          <a:xfrm>
            <a:off x="7224930" y="2582996"/>
            <a:ext cx="13090" cy="222525"/>
          </a:xfrm>
          <a:prstGeom prst="rect">
            <a:avLst/>
          </a:prstGeom>
        </p:spPr>
      </p:pic>
      <p:pic>
        <p:nvPicPr>
          <p:cNvPr id="748" name="Image 745" descr="preencoded.png">    </p:cNvPr>
          <p:cNvPicPr>
            <a:picLocks noChangeAspect="1"/>
          </p:cNvPicPr>
          <p:nvPr/>
        </p:nvPicPr>
        <p:blipFill>
          <a:blip r:embed="rId746"/>
          <a:stretch>
            <a:fillRect/>
          </a:stretch>
        </p:blipFill>
        <p:spPr>
          <a:xfrm>
            <a:off x="6755147" y="2728875"/>
            <a:ext cx="242714" cy="40878"/>
          </a:xfrm>
          <a:prstGeom prst="rect">
            <a:avLst/>
          </a:prstGeom>
        </p:spPr>
      </p:pic>
      <p:pic>
        <p:nvPicPr>
          <p:cNvPr id="749" name="Image 746" descr="preencoded.png">    </p:cNvPr>
          <p:cNvPicPr>
            <a:picLocks noChangeAspect="1"/>
          </p:cNvPicPr>
          <p:nvPr/>
        </p:nvPicPr>
        <p:blipFill>
          <a:blip r:embed="rId747"/>
          <a:stretch>
            <a:fillRect/>
          </a:stretch>
        </p:blipFill>
        <p:spPr>
          <a:xfrm>
            <a:off x="7539497" y="2718427"/>
            <a:ext cx="10220" cy="76875"/>
          </a:xfrm>
          <a:prstGeom prst="rect">
            <a:avLst/>
          </a:prstGeom>
        </p:spPr>
      </p:pic>
      <p:pic>
        <p:nvPicPr>
          <p:cNvPr id="750" name="Image 747" descr="preencoded.png">    </p:cNvPr>
          <p:cNvPicPr>
            <a:picLocks noChangeAspect="1"/>
          </p:cNvPicPr>
          <p:nvPr/>
        </p:nvPicPr>
        <p:blipFill>
          <a:blip r:embed="rId748"/>
          <a:stretch>
            <a:fillRect/>
          </a:stretch>
        </p:blipFill>
        <p:spPr>
          <a:xfrm>
            <a:off x="7731113" y="2738874"/>
            <a:ext cx="51097" cy="59134"/>
          </a:xfrm>
          <a:prstGeom prst="rect">
            <a:avLst/>
          </a:prstGeom>
        </p:spPr>
      </p:pic>
      <p:pic>
        <p:nvPicPr>
          <p:cNvPr id="751" name="Image 748" descr="preencoded.png">    </p:cNvPr>
          <p:cNvPicPr>
            <a:picLocks noChangeAspect="1"/>
          </p:cNvPicPr>
          <p:nvPr/>
        </p:nvPicPr>
        <p:blipFill>
          <a:blip r:embed="rId749"/>
          <a:stretch>
            <a:fillRect/>
          </a:stretch>
        </p:blipFill>
        <p:spPr>
          <a:xfrm>
            <a:off x="7565045" y="2739286"/>
            <a:ext cx="43433" cy="58571"/>
          </a:xfrm>
          <a:prstGeom prst="rect">
            <a:avLst/>
          </a:prstGeom>
        </p:spPr>
      </p:pic>
      <p:pic>
        <p:nvPicPr>
          <p:cNvPr id="752" name="Image 749" descr="preencoded.png">    </p:cNvPr>
          <p:cNvPicPr>
            <a:picLocks noChangeAspect="1"/>
          </p:cNvPicPr>
          <p:nvPr/>
        </p:nvPicPr>
        <p:blipFill>
          <a:blip r:embed="rId750"/>
          <a:stretch>
            <a:fillRect/>
          </a:stretch>
        </p:blipFill>
        <p:spPr>
          <a:xfrm>
            <a:off x="7227801" y="2585802"/>
            <a:ext cx="237604" cy="219720"/>
          </a:xfrm>
          <a:prstGeom prst="rect">
            <a:avLst/>
          </a:prstGeom>
        </p:spPr>
      </p:pic>
      <p:pic>
        <p:nvPicPr>
          <p:cNvPr id="753" name="Image 750" descr="preencoded.png">    </p:cNvPr>
          <p:cNvPicPr>
            <a:picLocks noChangeAspect="1"/>
          </p:cNvPicPr>
          <p:nvPr/>
        </p:nvPicPr>
        <p:blipFill>
          <a:blip r:embed="rId751"/>
          <a:stretch>
            <a:fillRect/>
          </a:stretch>
        </p:blipFill>
        <p:spPr>
          <a:xfrm>
            <a:off x="7764326" y="2905162"/>
            <a:ext cx="10220" cy="12775"/>
          </a:xfrm>
          <a:prstGeom prst="rect">
            <a:avLst/>
          </a:prstGeom>
        </p:spPr>
      </p:pic>
      <p:pic>
        <p:nvPicPr>
          <p:cNvPr id="754" name="Image 751" descr="preencoded.png">    </p:cNvPr>
          <p:cNvPicPr>
            <a:picLocks noChangeAspect="1"/>
          </p:cNvPicPr>
          <p:nvPr/>
        </p:nvPicPr>
        <p:blipFill>
          <a:blip r:embed="rId752"/>
          <a:stretch>
            <a:fillRect/>
          </a:stretch>
        </p:blipFill>
        <p:spPr>
          <a:xfrm>
            <a:off x="7731113" y="2912827"/>
            <a:ext cx="7665" cy="15329"/>
          </a:xfrm>
          <a:prstGeom prst="rect">
            <a:avLst/>
          </a:prstGeom>
        </p:spPr>
      </p:pic>
      <p:pic>
        <p:nvPicPr>
          <p:cNvPr id="755" name="Image 752" descr="preencoded.png">    </p:cNvPr>
          <p:cNvPicPr>
            <a:picLocks noChangeAspect="1"/>
          </p:cNvPicPr>
          <p:nvPr/>
        </p:nvPicPr>
        <p:blipFill>
          <a:blip r:embed="rId753"/>
          <a:stretch>
            <a:fillRect/>
          </a:stretch>
        </p:blipFill>
        <p:spPr>
          <a:xfrm>
            <a:off x="7654467" y="2905162"/>
            <a:ext cx="12774" cy="76646"/>
          </a:xfrm>
          <a:prstGeom prst="rect">
            <a:avLst/>
          </a:prstGeom>
        </p:spPr>
      </p:pic>
      <p:pic>
        <p:nvPicPr>
          <p:cNvPr id="756" name="Image 753" descr="preencoded.png">    </p:cNvPr>
          <p:cNvPicPr>
            <a:picLocks noChangeAspect="1"/>
          </p:cNvPicPr>
          <p:nvPr/>
        </p:nvPicPr>
        <p:blipFill>
          <a:blip r:embed="rId754"/>
          <a:stretch>
            <a:fillRect/>
          </a:stretch>
        </p:blipFill>
        <p:spPr>
          <a:xfrm>
            <a:off x="7687680" y="2956260"/>
            <a:ext cx="25549" cy="17745"/>
          </a:xfrm>
          <a:prstGeom prst="rect">
            <a:avLst/>
          </a:prstGeom>
        </p:spPr>
      </p:pic>
      <p:pic>
        <p:nvPicPr>
          <p:cNvPr id="757" name="Image 754" descr="preencoded.png">    </p:cNvPr>
          <p:cNvPicPr>
            <a:picLocks noChangeAspect="1"/>
          </p:cNvPicPr>
          <p:nvPr/>
        </p:nvPicPr>
        <p:blipFill>
          <a:blip r:embed="rId755"/>
          <a:stretch>
            <a:fillRect/>
          </a:stretch>
        </p:blipFill>
        <p:spPr>
          <a:xfrm>
            <a:off x="7674747" y="2925769"/>
            <a:ext cx="51256" cy="56522"/>
          </a:xfrm>
          <a:prstGeom prst="rect">
            <a:avLst/>
          </a:prstGeom>
        </p:spPr>
      </p:pic>
      <p:pic>
        <p:nvPicPr>
          <p:cNvPr id="758" name="Image 755" descr="preencoded.png">    </p:cNvPr>
          <p:cNvPicPr>
            <a:picLocks noChangeAspect="1"/>
          </p:cNvPicPr>
          <p:nvPr/>
        </p:nvPicPr>
        <p:blipFill>
          <a:blip r:embed="rId756"/>
          <a:stretch>
            <a:fillRect/>
          </a:stretch>
        </p:blipFill>
        <p:spPr>
          <a:xfrm>
            <a:off x="7606188" y="2935793"/>
            <a:ext cx="30578" cy="38196"/>
          </a:xfrm>
          <a:prstGeom prst="rect">
            <a:avLst/>
          </a:prstGeom>
        </p:spPr>
      </p:pic>
      <p:pic>
        <p:nvPicPr>
          <p:cNvPr id="759" name="Image 756" descr="preencoded.png">    </p:cNvPr>
          <p:cNvPicPr>
            <a:picLocks noChangeAspect="1"/>
          </p:cNvPicPr>
          <p:nvPr/>
        </p:nvPicPr>
        <p:blipFill>
          <a:blip r:embed="rId757"/>
          <a:stretch>
            <a:fillRect/>
          </a:stretch>
        </p:blipFill>
        <p:spPr>
          <a:xfrm>
            <a:off x="7764326" y="2928156"/>
            <a:ext cx="10220" cy="53653"/>
          </a:xfrm>
          <a:prstGeom prst="rect">
            <a:avLst/>
          </a:prstGeom>
        </p:spPr>
      </p:pic>
      <p:pic>
        <p:nvPicPr>
          <p:cNvPr id="760" name="Image 757" descr="preencoded.png">    </p:cNvPr>
          <p:cNvPicPr>
            <a:picLocks noChangeAspect="1"/>
          </p:cNvPicPr>
          <p:nvPr/>
        </p:nvPicPr>
        <p:blipFill>
          <a:blip r:embed="rId758"/>
          <a:stretch>
            <a:fillRect/>
          </a:stretch>
        </p:blipFill>
        <p:spPr>
          <a:xfrm>
            <a:off x="7729244" y="2910043"/>
            <a:ext cx="27638" cy="72107"/>
          </a:xfrm>
          <a:prstGeom prst="rect">
            <a:avLst/>
          </a:prstGeom>
        </p:spPr>
      </p:pic>
      <p:pic>
        <p:nvPicPr>
          <p:cNvPr id="761" name="Image 758" descr="preencoded.png">    </p:cNvPr>
          <p:cNvPicPr>
            <a:picLocks noChangeAspect="1"/>
          </p:cNvPicPr>
          <p:nvPr/>
        </p:nvPicPr>
        <p:blipFill>
          <a:blip r:embed="rId759"/>
          <a:stretch>
            <a:fillRect/>
          </a:stretch>
        </p:blipFill>
        <p:spPr>
          <a:xfrm>
            <a:off x="7595846" y="2925259"/>
            <a:ext cx="51104" cy="56746"/>
          </a:xfrm>
          <a:prstGeom prst="rect">
            <a:avLst/>
          </a:prstGeom>
        </p:spPr>
      </p:pic>
      <p:pic>
        <p:nvPicPr>
          <p:cNvPr id="762" name="Image 759" descr="preencoded.png">    </p:cNvPr>
          <p:cNvPicPr>
            <a:picLocks noChangeAspect="1"/>
          </p:cNvPicPr>
          <p:nvPr/>
        </p:nvPicPr>
        <p:blipFill>
          <a:blip r:embed="rId760"/>
          <a:stretch>
            <a:fillRect/>
          </a:stretch>
        </p:blipFill>
        <p:spPr>
          <a:xfrm>
            <a:off x="7513947" y="2859174"/>
            <a:ext cx="287964" cy="163512"/>
          </a:xfrm>
          <a:prstGeom prst="rect">
            <a:avLst/>
          </a:prstGeom>
        </p:spPr>
      </p:pic>
      <p:pic>
        <p:nvPicPr>
          <p:cNvPr id="763" name="Image 760" descr="preencoded.png">    </p:cNvPr>
          <p:cNvPicPr>
            <a:picLocks noChangeAspect="1"/>
          </p:cNvPicPr>
          <p:nvPr/>
        </p:nvPicPr>
        <p:blipFill>
          <a:blip r:embed="rId761"/>
          <a:stretch>
            <a:fillRect/>
          </a:stretch>
        </p:blipFill>
        <p:spPr>
          <a:xfrm>
            <a:off x="7409198" y="2915250"/>
            <a:ext cx="25532" cy="26059"/>
          </a:xfrm>
          <a:prstGeom prst="rect">
            <a:avLst/>
          </a:prstGeom>
        </p:spPr>
      </p:pic>
      <p:pic>
        <p:nvPicPr>
          <p:cNvPr id="764" name="Image 761" descr="preencoded.png">    </p:cNvPr>
          <p:cNvPicPr>
            <a:picLocks noChangeAspect="1"/>
          </p:cNvPicPr>
          <p:nvPr/>
        </p:nvPicPr>
        <p:blipFill>
          <a:blip r:embed="rId762"/>
          <a:stretch>
            <a:fillRect/>
          </a:stretch>
        </p:blipFill>
        <p:spPr>
          <a:xfrm>
            <a:off x="7399981" y="2905162"/>
            <a:ext cx="43606" cy="43446"/>
          </a:xfrm>
          <a:prstGeom prst="rect">
            <a:avLst/>
          </a:prstGeom>
        </p:spPr>
      </p:pic>
      <p:pic>
        <p:nvPicPr>
          <p:cNvPr id="765" name="Image 762" descr="preencoded.png">    </p:cNvPr>
          <p:cNvPicPr>
            <a:picLocks noChangeAspect="1"/>
          </p:cNvPicPr>
          <p:nvPr/>
        </p:nvPicPr>
        <p:blipFill>
          <a:blip r:embed="rId763"/>
          <a:stretch>
            <a:fillRect/>
          </a:stretch>
        </p:blipFill>
        <p:spPr>
          <a:xfrm>
            <a:off x="7810314" y="2905162"/>
            <a:ext cx="10220" cy="12775"/>
          </a:xfrm>
          <a:prstGeom prst="rect">
            <a:avLst/>
          </a:prstGeom>
        </p:spPr>
      </p:pic>
      <p:pic>
        <p:nvPicPr>
          <p:cNvPr id="766" name="Image 763" descr="preencoded.png">    </p:cNvPr>
          <p:cNvPicPr>
            <a:picLocks noChangeAspect="1"/>
          </p:cNvPicPr>
          <p:nvPr/>
        </p:nvPicPr>
        <p:blipFill>
          <a:blip r:embed="rId764"/>
          <a:stretch>
            <a:fillRect/>
          </a:stretch>
        </p:blipFill>
        <p:spPr>
          <a:xfrm>
            <a:off x="7787320" y="2907717"/>
            <a:ext cx="7665" cy="74092"/>
          </a:xfrm>
          <a:prstGeom prst="rect">
            <a:avLst/>
          </a:prstGeom>
        </p:spPr>
      </p:pic>
      <p:pic>
        <p:nvPicPr>
          <p:cNvPr id="767" name="Image 764" descr="preencoded.png">    </p:cNvPr>
          <p:cNvPicPr>
            <a:picLocks noChangeAspect="1"/>
          </p:cNvPicPr>
          <p:nvPr/>
        </p:nvPicPr>
        <p:blipFill>
          <a:blip r:embed="rId765"/>
          <a:stretch>
            <a:fillRect/>
          </a:stretch>
        </p:blipFill>
        <p:spPr>
          <a:xfrm>
            <a:off x="7787320" y="2904934"/>
            <a:ext cx="10330" cy="76875"/>
          </a:xfrm>
          <a:prstGeom prst="rect">
            <a:avLst/>
          </a:prstGeom>
        </p:spPr>
      </p:pic>
      <p:pic>
        <p:nvPicPr>
          <p:cNvPr id="768" name="Image 765" descr="preencoded.png">    </p:cNvPr>
          <p:cNvPicPr>
            <a:picLocks noChangeAspect="1"/>
          </p:cNvPicPr>
          <p:nvPr/>
        </p:nvPicPr>
        <p:blipFill>
          <a:blip r:embed="rId766"/>
          <a:stretch>
            <a:fillRect/>
          </a:stretch>
        </p:blipFill>
        <p:spPr>
          <a:xfrm>
            <a:off x="7828198" y="2907717"/>
            <a:ext cx="25675" cy="74433"/>
          </a:xfrm>
          <a:prstGeom prst="rect">
            <a:avLst/>
          </a:prstGeom>
        </p:spPr>
      </p:pic>
      <p:pic>
        <p:nvPicPr>
          <p:cNvPr id="769" name="Image 766" descr="preencoded.png">    </p:cNvPr>
          <p:cNvPicPr>
            <a:picLocks noChangeAspect="1"/>
          </p:cNvPicPr>
          <p:nvPr/>
        </p:nvPicPr>
        <p:blipFill>
          <a:blip r:embed="rId767"/>
          <a:stretch>
            <a:fillRect/>
          </a:stretch>
        </p:blipFill>
        <p:spPr>
          <a:xfrm>
            <a:off x="7337660" y="2943485"/>
            <a:ext cx="25260" cy="25693"/>
          </a:xfrm>
          <a:prstGeom prst="rect">
            <a:avLst/>
          </a:prstGeom>
        </p:spPr>
      </p:pic>
      <p:pic>
        <p:nvPicPr>
          <p:cNvPr id="770" name="Image 767" descr="preencoded.png">    </p:cNvPr>
          <p:cNvPicPr>
            <a:picLocks noChangeAspect="1"/>
          </p:cNvPicPr>
          <p:nvPr/>
        </p:nvPicPr>
        <p:blipFill>
          <a:blip r:embed="rId768"/>
          <a:stretch>
            <a:fillRect/>
          </a:stretch>
        </p:blipFill>
        <p:spPr>
          <a:xfrm>
            <a:off x="7810314" y="2928156"/>
            <a:ext cx="10220" cy="53653"/>
          </a:xfrm>
          <a:prstGeom prst="rect">
            <a:avLst/>
          </a:prstGeom>
        </p:spPr>
      </p:pic>
      <p:pic>
        <p:nvPicPr>
          <p:cNvPr id="771" name="Image 768" descr="preencoded.png">    </p:cNvPr>
          <p:cNvPicPr>
            <a:picLocks noChangeAspect="1"/>
          </p:cNvPicPr>
          <p:nvPr/>
        </p:nvPicPr>
        <p:blipFill>
          <a:blip r:embed="rId769"/>
          <a:stretch>
            <a:fillRect/>
          </a:stretch>
        </p:blipFill>
        <p:spPr>
          <a:xfrm>
            <a:off x="7856302" y="2925767"/>
            <a:ext cx="48543" cy="76481"/>
          </a:xfrm>
          <a:prstGeom prst="rect">
            <a:avLst/>
          </a:prstGeom>
        </p:spPr>
      </p:pic>
      <p:pic>
        <p:nvPicPr>
          <p:cNvPr id="772" name="Image 769" descr="preencoded.png">    </p:cNvPr>
          <p:cNvPicPr>
            <a:picLocks noChangeAspect="1"/>
          </p:cNvPicPr>
          <p:nvPr/>
        </p:nvPicPr>
        <p:blipFill>
          <a:blip r:embed="rId770"/>
          <a:stretch>
            <a:fillRect/>
          </a:stretch>
        </p:blipFill>
        <p:spPr>
          <a:xfrm>
            <a:off x="7328640" y="2935817"/>
            <a:ext cx="42353" cy="42101"/>
          </a:xfrm>
          <a:prstGeom prst="rect">
            <a:avLst/>
          </a:prstGeom>
        </p:spPr>
      </p:pic>
      <p:pic>
        <p:nvPicPr>
          <p:cNvPr id="773" name="Image 770" descr="preencoded.png">    </p:cNvPr>
          <p:cNvPicPr>
            <a:picLocks noChangeAspect="1"/>
          </p:cNvPicPr>
          <p:nvPr/>
        </p:nvPicPr>
        <p:blipFill>
          <a:blip r:embed="rId771"/>
          <a:stretch>
            <a:fillRect/>
          </a:stretch>
        </p:blipFill>
        <p:spPr>
          <a:xfrm>
            <a:off x="7807457" y="2925351"/>
            <a:ext cx="13076" cy="56458"/>
          </a:xfrm>
          <a:prstGeom prst="rect">
            <a:avLst/>
          </a:prstGeom>
        </p:spPr>
      </p:pic>
      <p:pic>
        <p:nvPicPr>
          <p:cNvPr id="774" name="Image 771" descr="preencoded.png">    </p:cNvPr>
          <p:cNvPicPr>
            <a:picLocks noChangeAspect="1"/>
          </p:cNvPicPr>
          <p:nvPr/>
        </p:nvPicPr>
        <p:blipFill>
          <a:blip r:embed="rId772"/>
          <a:stretch>
            <a:fillRect/>
          </a:stretch>
        </p:blipFill>
        <p:spPr>
          <a:xfrm>
            <a:off x="7531832" y="2905002"/>
            <a:ext cx="66427" cy="77058"/>
          </a:xfrm>
          <a:prstGeom prst="rect">
            <a:avLst/>
          </a:prstGeom>
        </p:spPr>
      </p:pic>
      <p:pic>
        <p:nvPicPr>
          <p:cNvPr id="775" name="Image 772" descr="preencoded.png">    </p:cNvPr>
          <p:cNvPicPr>
            <a:picLocks noChangeAspect="1"/>
          </p:cNvPicPr>
          <p:nvPr/>
        </p:nvPicPr>
        <p:blipFill>
          <a:blip r:embed="rId773"/>
          <a:stretch>
            <a:fillRect/>
          </a:stretch>
        </p:blipFill>
        <p:spPr>
          <a:xfrm>
            <a:off x="7391693" y="2976670"/>
            <a:ext cx="22211" cy="25285"/>
          </a:xfrm>
          <a:prstGeom prst="rect">
            <a:avLst/>
          </a:prstGeom>
        </p:spPr>
      </p:pic>
      <p:pic>
        <p:nvPicPr>
          <p:cNvPr id="776" name="Image 773" descr="preencoded.png">    </p:cNvPr>
          <p:cNvPicPr>
            <a:picLocks noChangeAspect="1"/>
          </p:cNvPicPr>
          <p:nvPr/>
        </p:nvPicPr>
        <p:blipFill>
          <a:blip r:embed="rId774"/>
          <a:stretch>
            <a:fillRect/>
          </a:stretch>
        </p:blipFill>
        <p:spPr>
          <a:xfrm>
            <a:off x="7380509" y="2967401"/>
            <a:ext cx="43839" cy="42951"/>
          </a:xfrm>
          <a:prstGeom prst="rect">
            <a:avLst/>
          </a:prstGeom>
        </p:spPr>
      </p:pic>
      <p:pic>
        <p:nvPicPr>
          <p:cNvPr id="777" name="Image 774" descr="preencoded.png">    </p:cNvPr>
          <p:cNvPicPr>
            <a:picLocks noChangeAspect="1"/>
          </p:cNvPicPr>
          <p:nvPr/>
        </p:nvPicPr>
        <p:blipFill>
          <a:blip r:embed="rId775"/>
          <a:stretch>
            <a:fillRect/>
          </a:stretch>
        </p:blipFill>
        <p:spPr>
          <a:xfrm>
            <a:off x="7281453" y="2997138"/>
            <a:ext cx="25549" cy="25540"/>
          </a:xfrm>
          <a:prstGeom prst="rect">
            <a:avLst/>
          </a:prstGeom>
        </p:spPr>
      </p:pic>
      <p:pic>
        <p:nvPicPr>
          <p:cNvPr id="778" name="Image 775" descr="preencoded.png">    </p:cNvPr>
          <p:cNvPicPr>
            <a:picLocks noChangeAspect="1"/>
          </p:cNvPicPr>
          <p:nvPr/>
        </p:nvPicPr>
        <p:blipFill>
          <a:blip r:embed="rId776"/>
          <a:stretch>
            <a:fillRect/>
          </a:stretch>
        </p:blipFill>
        <p:spPr>
          <a:xfrm>
            <a:off x="7271236" y="2989790"/>
            <a:ext cx="43562" cy="42572"/>
          </a:xfrm>
          <a:prstGeom prst="rect">
            <a:avLst/>
          </a:prstGeom>
        </p:spPr>
      </p:pic>
      <p:pic>
        <p:nvPicPr>
          <p:cNvPr id="779" name="Image 776" descr="preencoded.png">    </p:cNvPr>
          <p:cNvPicPr>
            <a:picLocks noChangeAspect="1"/>
          </p:cNvPicPr>
          <p:nvPr/>
        </p:nvPicPr>
        <p:blipFill>
          <a:blip r:embed="rId777"/>
          <a:stretch>
            <a:fillRect/>
          </a:stretch>
        </p:blipFill>
        <p:spPr>
          <a:xfrm>
            <a:off x="7335106" y="3016982"/>
            <a:ext cx="23886" cy="25870"/>
          </a:xfrm>
          <a:prstGeom prst="rect">
            <a:avLst/>
          </a:prstGeom>
        </p:spPr>
      </p:pic>
      <p:pic>
        <p:nvPicPr>
          <p:cNvPr id="780" name="Image 777" descr="preencoded.png">    </p:cNvPr>
          <p:cNvPicPr>
            <a:picLocks noChangeAspect="1"/>
          </p:cNvPicPr>
          <p:nvPr/>
        </p:nvPicPr>
        <p:blipFill>
          <a:blip r:embed="rId778"/>
          <a:stretch>
            <a:fillRect/>
          </a:stretch>
        </p:blipFill>
        <p:spPr>
          <a:xfrm>
            <a:off x="7324625" y="3006982"/>
            <a:ext cx="43235" cy="44298"/>
          </a:xfrm>
          <a:prstGeom prst="rect">
            <a:avLst/>
          </a:prstGeom>
        </p:spPr>
      </p:pic>
      <p:pic>
        <p:nvPicPr>
          <p:cNvPr id="781" name="Image 778" descr="preencoded.png">    </p:cNvPr>
          <p:cNvPicPr>
            <a:picLocks noChangeAspect="1"/>
          </p:cNvPicPr>
          <p:nvPr/>
        </p:nvPicPr>
        <p:blipFill>
          <a:blip r:embed="rId779"/>
          <a:stretch>
            <a:fillRect/>
          </a:stretch>
        </p:blipFill>
        <p:spPr>
          <a:xfrm>
            <a:off x="7741332" y="3027797"/>
            <a:ext cx="10220" cy="12775"/>
          </a:xfrm>
          <a:prstGeom prst="rect">
            <a:avLst/>
          </a:prstGeom>
        </p:spPr>
      </p:pic>
      <p:pic>
        <p:nvPicPr>
          <p:cNvPr id="782" name="Image 779" descr="preencoded.png">    </p:cNvPr>
          <p:cNvPicPr>
            <a:picLocks noChangeAspect="1"/>
          </p:cNvPicPr>
          <p:nvPr/>
        </p:nvPicPr>
        <p:blipFill>
          <a:blip r:embed="rId780"/>
          <a:stretch>
            <a:fillRect/>
          </a:stretch>
        </p:blipFill>
        <p:spPr>
          <a:xfrm>
            <a:off x="7536941" y="3027583"/>
            <a:ext cx="71537" cy="77020"/>
          </a:xfrm>
          <a:prstGeom prst="rect">
            <a:avLst/>
          </a:prstGeom>
        </p:spPr>
      </p:pic>
      <p:pic>
        <p:nvPicPr>
          <p:cNvPr id="783" name="Image 780" descr="preencoded.png">    </p:cNvPr>
          <p:cNvPicPr>
            <a:picLocks noChangeAspect="1"/>
          </p:cNvPicPr>
          <p:nvPr/>
        </p:nvPicPr>
        <p:blipFill>
          <a:blip r:embed="rId781"/>
          <a:stretch>
            <a:fillRect/>
          </a:stretch>
        </p:blipFill>
        <p:spPr>
          <a:xfrm>
            <a:off x="7708119" y="3048236"/>
            <a:ext cx="28333" cy="56207"/>
          </a:xfrm>
          <a:prstGeom prst="rect">
            <a:avLst/>
          </a:prstGeom>
        </p:spPr>
      </p:pic>
      <p:pic>
        <p:nvPicPr>
          <p:cNvPr id="784" name="Image 781" descr="preencoded.png">    </p:cNvPr>
          <p:cNvPicPr>
            <a:picLocks noChangeAspect="1"/>
          </p:cNvPicPr>
          <p:nvPr/>
        </p:nvPicPr>
        <p:blipFill>
          <a:blip r:embed="rId782"/>
          <a:stretch>
            <a:fillRect/>
          </a:stretch>
        </p:blipFill>
        <p:spPr>
          <a:xfrm>
            <a:off x="7761333" y="3047070"/>
            <a:ext cx="46426" cy="58593"/>
          </a:xfrm>
          <a:prstGeom prst="rect">
            <a:avLst/>
          </a:prstGeom>
        </p:spPr>
      </p:pic>
      <p:pic>
        <p:nvPicPr>
          <p:cNvPr id="785" name="Image 782" descr="preencoded.png">    </p:cNvPr>
          <p:cNvPicPr>
            <a:picLocks noChangeAspect="1"/>
          </p:cNvPicPr>
          <p:nvPr/>
        </p:nvPicPr>
        <p:blipFill>
          <a:blip r:embed="rId783"/>
          <a:stretch>
            <a:fillRect/>
          </a:stretch>
        </p:blipFill>
        <p:spPr>
          <a:xfrm>
            <a:off x="7741332" y="3048236"/>
            <a:ext cx="10220" cy="56207"/>
          </a:xfrm>
          <a:prstGeom prst="rect">
            <a:avLst/>
          </a:prstGeom>
        </p:spPr>
      </p:pic>
      <p:pic>
        <p:nvPicPr>
          <p:cNvPr id="786" name="Image 783" descr="preencoded.png">    </p:cNvPr>
          <p:cNvPicPr>
            <a:picLocks noChangeAspect="1"/>
          </p:cNvPicPr>
          <p:nvPr/>
        </p:nvPicPr>
        <p:blipFill>
          <a:blip r:embed="rId784"/>
          <a:stretch>
            <a:fillRect/>
          </a:stretch>
        </p:blipFill>
        <p:spPr>
          <a:xfrm>
            <a:off x="5981017" y="2207587"/>
            <a:ext cx="2026029" cy="976369"/>
          </a:xfrm>
          <a:prstGeom prst="rect">
            <a:avLst/>
          </a:prstGeom>
        </p:spPr>
      </p:pic>
      <p:pic>
        <p:nvPicPr>
          <p:cNvPr id="787" name="Image 784" descr="preencoded.png">    </p:cNvPr>
          <p:cNvPicPr>
            <a:picLocks noChangeAspect="1"/>
          </p:cNvPicPr>
          <p:nvPr/>
        </p:nvPicPr>
        <p:blipFill>
          <a:blip r:embed="rId785"/>
          <a:stretch>
            <a:fillRect/>
          </a:stretch>
        </p:blipFill>
        <p:spPr>
          <a:xfrm>
            <a:off x="5176229" y="3058455"/>
            <a:ext cx="30659" cy="64028"/>
          </a:xfrm>
          <a:prstGeom prst="rect">
            <a:avLst/>
          </a:prstGeom>
        </p:spPr>
      </p:pic>
      <p:pic>
        <p:nvPicPr>
          <p:cNvPr id="788" name="Image 785" descr="preencoded.png">    </p:cNvPr>
          <p:cNvPicPr>
            <a:picLocks noChangeAspect="1"/>
          </p:cNvPicPr>
          <p:nvPr/>
        </p:nvPicPr>
        <p:blipFill>
          <a:blip r:embed="rId786"/>
          <a:stretch>
            <a:fillRect/>
          </a:stretch>
        </p:blipFill>
        <p:spPr>
          <a:xfrm>
            <a:off x="5191559" y="3055900"/>
            <a:ext cx="12774" cy="17884"/>
          </a:xfrm>
          <a:prstGeom prst="rect">
            <a:avLst/>
          </a:prstGeom>
        </p:spPr>
      </p:pic>
      <p:pic>
        <p:nvPicPr>
          <p:cNvPr id="789" name="Image 786" descr="preencoded.png">    </p:cNvPr>
          <p:cNvPicPr>
            <a:picLocks noChangeAspect="1"/>
          </p:cNvPicPr>
          <p:nvPr/>
        </p:nvPicPr>
        <p:blipFill>
          <a:blip r:embed="rId787"/>
          <a:stretch>
            <a:fillRect/>
          </a:stretch>
        </p:blipFill>
        <p:spPr>
          <a:xfrm>
            <a:off x="2170181" y="3147429"/>
            <a:ext cx="10523" cy="43433"/>
          </a:xfrm>
          <a:prstGeom prst="rect">
            <a:avLst/>
          </a:prstGeom>
        </p:spPr>
      </p:pic>
      <p:pic>
        <p:nvPicPr>
          <p:cNvPr id="790" name="Image 787" descr="preencoded.png">    </p:cNvPr>
          <p:cNvPicPr>
            <a:picLocks noChangeAspect="1"/>
          </p:cNvPicPr>
          <p:nvPr/>
        </p:nvPicPr>
        <p:blipFill>
          <a:blip r:embed="rId788"/>
          <a:stretch>
            <a:fillRect/>
          </a:stretch>
        </p:blipFill>
        <p:spPr>
          <a:xfrm>
            <a:off x="5120014" y="3053335"/>
            <a:ext cx="51107" cy="70797"/>
          </a:xfrm>
          <a:prstGeom prst="rect">
            <a:avLst/>
          </a:prstGeom>
        </p:spPr>
      </p:pic>
      <p:pic>
        <p:nvPicPr>
          <p:cNvPr id="791" name="Image 788" descr="preencoded.png">    </p:cNvPr>
          <p:cNvPicPr>
            <a:picLocks noChangeAspect="1"/>
          </p:cNvPicPr>
          <p:nvPr/>
        </p:nvPicPr>
        <p:blipFill>
          <a:blip r:embed="rId789"/>
          <a:stretch>
            <a:fillRect/>
          </a:stretch>
        </p:blipFill>
        <p:spPr>
          <a:xfrm>
            <a:off x="4054636" y="2997138"/>
            <a:ext cx="91976" cy="117525"/>
          </a:xfrm>
          <a:prstGeom prst="rect">
            <a:avLst/>
          </a:prstGeom>
        </p:spPr>
      </p:pic>
      <p:pic>
        <p:nvPicPr>
          <p:cNvPr id="792" name="Image 789" descr="preencoded.png">    </p:cNvPr>
          <p:cNvPicPr>
            <a:picLocks noChangeAspect="1"/>
          </p:cNvPicPr>
          <p:nvPr/>
        </p:nvPicPr>
        <p:blipFill>
          <a:blip r:embed="rId790"/>
          <a:stretch>
            <a:fillRect/>
          </a:stretch>
        </p:blipFill>
        <p:spPr>
          <a:xfrm>
            <a:off x="5352516" y="2856598"/>
            <a:ext cx="40878" cy="48724"/>
          </a:xfrm>
          <a:prstGeom prst="rect">
            <a:avLst/>
          </a:prstGeom>
        </p:spPr>
      </p:pic>
      <p:pic>
        <p:nvPicPr>
          <p:cNvPr id="793" name="Image 790" descr="preencoded.png">    </p:cNvPr>
          <p:cNvPicPr>
            <a:picLocks noChangeAspect="1"/>
          </p:cNvPicPr>
          <p:nvPr/>
        </p:nvPicPr>
        <p:blipFill>
          <a:blip r:embed="rId791"/>
          <a:stretch>
            <a:fillRect/>
          </a:stretch>
        </p:blipFill>
        <p:spPr>
          <a:xfrm>
            <a:off x="5311896" y="2882168"/>
            <a:ext cx="22799" cy="17884"/>
          </a:xfrm>
          <a:prstGeom prst="rect">
            <a:avLst/>
          </a:prstGeom>
        </p:spPr>
      </p:pic>
      <p:pic>
        <p:nvPicPr>
          <p:cNvPr id="794" name="Image 791" descr="preencoded.png">    </p:cNvPr>
          <p:cNvPicPr>
            <a:picLocks noChangeAspect="1"/>
          </p:cNvPicPr>
          <p:nvPr/>
        </p:nvPicPr>
        <p:blipFill>
          <a:blip r:embed="rId792"/>
          <a:stretch>
            <a:fillRect/>
          </a:stretch>
        </p:blipFill>
        <p:spPr>
          <a:xfrm>
            <a:off x="5303974" y="2856462"/>
            <a:ext cx="41042" cy="48700"/>
          </a:xfrm>
          <a:prstGeom prst="rect">
            <a:avLst/>
          </a:prstGeom>
        </p:spPr>
      </p:pic>
      <p:pic>
        <p:nvPicPr>
          <p:cNvPr id="795" name="Image 792" descr="preencoded.png">    </p:cNvPr>
          <p:cNvPicPr>
            <a:picLocks noChangeAspect="1"/>
          </p:cNvPicPr>
          <p:nvPr/>
        </p:nvPicPr>
        <p:blipFill>
          <a:blip r:embed="rId793"/>
          <a:stretch>
            <a:fillRect/>
          </a:stretch>
        </p:blipFill>
        <p:spPr>
          <a:xfrm>
            <a:off x="5245211" y="2946041"/>
            <a:ext cx="7665" cy="66427"/>
          </a:xfrm>
          <a:prstGeom prst="rect">
            <a:avLst/>
          </a:prstGeom>
        </p:spPr>
      </p:pic>
      <p:pic>
        <p:nvPicPr>
          <p:cNvPr id="796" name="Image 793" descr="preencoded.png">    </p:cNvPr>
          <p:cNvPicPr>
            <a:picLocks noChangeAspect="1"/>
          </p:cNvPicPr>
          <p:nvPr/>
        </p:nvPicPr>
        <p:blipFill>
          <a:blip r:embed="rId794"/>
          <a:stretch>
            <a:fillRect/>
          </a:stretch>
        </p:blipFill>
        <p:spPr>
          <a:xfrm>
            <a:off x="5145571" y="2948595"/>
            <a:ext cx="38323" cy="66427"/>
          </a:xfrm>
          <a:prstGeom prst="rect">
            <a:avLst/>
          </a:prstGeom>
        </p:spPr>
      </p:pic>
      <p:pic>
        <p:nvPicPr>
          <p:cNvPr id="797" name="Image 794" descr="preencoded.png">    </p:cNvPr>
          <p:cNvPicPr>
            <a:picLocks noChangeAspect="1"/>
          </p:cNvPicPr>
          <p:nvPr/>
        </p:nvPicPr>
        <p:blipFill>
          <a:blip r:embed="rId795"/>
          <a:stretch>
            <a:fillRect/>
          </a:stretch>
        </p:blipFill>
        <p:spPr>
          <a:xfrm>
            <a:off x="5145571" y="2946041"/>
            <a:ext cx="10220" cy="20439"/>
          </a:xfrm>
          <a:prstGeom prst="rect">
            <a:avLst/>
          </a:prstGeom>
        </p:spPr>
      </p:pic>
      <p:pic>
        <p:nvPicPr>
          <p:cNvPr id="798" name="Image 795" descr="preencoded.png">    </p:cNvPr>
          <p:cNvPicPr>
            <a:picLocks noChangeAspect="1"/>
          </p:cNvPicPr>
          <p:nvPr/>
        </p:nvPicPr>
        <p:blipFill>
          <a:blip r:embed="rId796"/>
          <a:stretch>
            <a:fillRect/>
          </a:stretch>
        </p:blipFill>
        <p:spPr>
          <a:xfrm>
            <a:off x="5316749" y="2963924"/>
            <a:ext cx="10220" cy="10219"/>
          </a:xfrm>
          <a:prstGeom prst="rect">
            <a:avLst/>
          </a:prstGeom>
        </p:spPr>
      </p:pic>
      <p:pic>
        <p:nvPicPr>
          <p:cNvPr id="799" name="Image 796" descr="preencoded.png">    </p:cNvPr>
          <p:cNvPicPr>
            <a:picLocks noChangeAspect="1"/>
          </p:cNvPicPr>
          <p:nvPr/>
        </p:nvPicPr>
        <p:blipFill>
          <a:blip r:embed="rId797"/>
          <a:stretch>
            <a:fillRect/>
          </a:stretch>
        </p:blipFill>
        <p:spPr>
          <a:xfrm>
            <a:off x="5270760" y="2971304"/>
            <a:ext cx="25973" cy="36054"/>
          </a:xfrm>
          <a:prstGeom prst="rect">
            <a:avLst/>
          </a:prstGeom>
        </p:spPr>
      </p:pic>
      <p:pic>
        <p:nvPicPr>
          <p:cNvPr id="800" name="Image 797" descr="preencoded.png">    </p:cNvPr>
          <p:cNvPicPr>
            <a:picLocks noChangeAspect="1"/>
          </p:cNvPicPr>
          <p:nvPr/>
        </p:nvPicPr>
        <p:blipFill>
          <a:blip r:embed="rId798"/>
          <a:stretch>
            <a:fillRect/>
          </a:stretch>
        </p:blipFill>
        <p:spPr>
          <a:xfrm>
            <a:off x="5201718" y="2971304"/>
            <a:ext cx="26033" cy="36054"/>
          </a:xfrm>
          <a:prstGeom prst="rect">
            <a:avLst/>
          </a:prstGeom>
        </p:spPr>
      </p:pic>
      <p:pic>
        <p:nvPicPr>
          <p:cNvPr id="801" name="Image 798" descr="preencoded.png">    </p:cNvPr>
          <p:cNvPicPr>
            <a:picLocks noChangeAspect="1"/>
          </p:cNvPicPr>
          <p:nvPr/>
        </p:nvPicPr>
        <p:blipFill>
          <a:blip r:embed="rId799"/>
          <a:stretch>
            <a:fillRect/>
          </a:stretch>
        </p:blipFill>
        <p:spPr>
          <a:xfrm>
            <a:off x="5176229" y="2974144"/>
            <a:ext cx="10521" cy="41107"/>
          </a:xfrm>
          <a:prstGeom prst="rect">
            <a:avLst/>
          </a:prstGeom>
        </p:spPr>
      </p:pic>
      <p:pic>
        <p:nvPicPr>
          <p:cNvPr id="802" name="Image 799" descr="preencoded.png">    </p:cNvPr>
          <p:cNvPicPr>
            <a:picLocks noChangeAspect="1"/>
          </p:cNvPicPr>
          <p:nvPr/>
        </p:nvPicPr>
        <p:blipFill>
          <a:blip r:embed="rId800"/>
          <a:stretch>
            <a:fillRect/>
          </a:stretch>
        </p:blipFill>
        <p:spPr>
          <a:xfrm>
            <a:off x="4976949" y="2843845"/>
            <a:ext cx="451065" cy="273373"/>
          </a:xfrm>
          <a:prstGeom prst="rect">
            <a:avLst/>
          </a:prstGeom>
        </p:spPr>
      </p:pic>
      <p:pic>
        <p:nvPicPr>
          <p:cNvPr id="803" name="Image 800" descr="preencoded.png">    </p:cNvPr>
          <p:cNvPicPr>
            <a:picLocks noChangeAspect="1"/>
          </p:cNvPicPr>
          <p:nvPr/>
        </p:nvPicPr>
        <p:blipFill>
          <a:blip r:embed="rId801"/>
          <a:stretch>
            <a:fillRect/>
          </a:stretch>
        </p:blipFill>
        <p:spPr>
          <a:xfrm>
            <a:off x="5097028" y="2963587"/>
            <a:ext cx="40648" cy="51719"/>
          </a:xfrm>
          <a:prstGeom prst="rect">
            <a:avLst/>
          </a:prstGeom>
        </p:spPr>
      </p:pic>
      <p:pic>
        <p:nvPicPr>
          <p:cNvPr id="804" name="Image 801" descr="preencoded.png">    </p:cNvPr>
          <p:cNvPicPr>
            <a:picLocks noChangeAspect="1"/>
          </p:cNvPicPr>
          <p:nvPr/>
        </p:nvPicPr>
        <p:blipFill>
          <a:blip r:embed="rId802"/>
          <a:stretch>
            <a:fillRect/>
          </a:stretch>
        </p:blipFill>
        <p:spPr>
          <a:xfrm>
            <a:off x="5319303" y="3004803"/>
            <a:ext cx="7665" cy="7665"/>
          </a:xfrm>
          <a:prstGeom prst="rect">
            <a:avLst/>
          </a:prstGeom>
        </p:spPr>
      </p:pic>
      <p:pic>
        <p:nvPicPr>
          <p:cNvPr id="805" name="Image 802" descr="preencoded.png">    </p:cNvPr>
          <p:cNvPicPr>
            <a:picLocks noChangeAspect="1"/>
          </p:cNvPicPr>
          <p:nvPr/>
        </p:nvPicPr>
        <p:blipFill>
          <a:blip r:embed="rId803"/>
          <a:stretch>
            <a:fillRect/>
          </a:stretch>
        </p:blipFill>
        <p:spPr>
          <a:xfrm>
            <a:off x="5191629" y="2963728"/>
            <a:ext cx="45663" cy="49565"/>
          </a:xfrm>
          <a:prstGeom prst="rect">
            <a:avLst/>
          </a:prstGeom>
        </p:spPr>
      </p:pic>
      <p:pic>
        <p:nvPicPr>
          <p:cNvPr id="806" name="Image 803" descr="preencoded.png">    </p:cNvPr>
          <p:cNvPicPr>
            <a:picLocks noChangeAspect="1"/>
          </p:cNvPicPr>
          <p:nvPr/>
        </p:nvPicPr>
        <p:blipFill>
          <a:blip r:embed="rId804"/>
          <a:stretch>
            <a:fillRect/>
          </a:stretch>
        </p:blipFill>
        <p:spPr>
          <a:xfrm>
            <a:off x="5160900" y="2836053"/>
            <a:ext cx="10345" cy="10347"/>
          </a:xfrm>
          <a:prstGeom prst="rect">
            <a:avLst/>
          </a:prstGeom>
        </p:spPr>
      </p:pic>
      <p:pic>
        <p:nvPicPr>
          <p:cNvPr id="807" name="Image 804" descr="preencoded.png">    </p:cNvPr>
          <p:cNvPicPr>
            <a:picLocks noChangeAspect="1"/>
          </p:cNvPicPr>
          <p:nvPr/>
        </p:nvPicPr>
        <p:blipFill>
          <a:blip r:embed="rId805"/>
          <a:stretch>
            <a:fillRect/>
          </a:stretch>
        </p:blipFill>
        <p:spPr>
          <a:xfrm>
            <a:off x="4910522" y="2838735"/>
            <a:ext cx="7665" cy="7665"/>
          </a:xfrm>
          <a:prstGeom prst="rect">
            <a:avLst/>
          </a:prstGeom>
        </p:spPr>
      </p:pic>
      <p:pic>
        <p:nvPicPr>
          <p:cNvPr id="808" name="Image 805" descr="preencoded.png">    </p:cNvPr>
          <p:cNvPicPr>
            <a:picLocks noChangeAspect="1"/>
          </p:cNvPicPr>
          <p:nvPr/>
        </p:nvPicPr>
        <p:blipFill>
          <a:blip r:embed="rId806"/>
          <a:stretch>
            <a:fillRect/>
          </a:stretch>
        </p:blipFill>
        <p:spPr>
          <a:xfrm>
            <a:off x="4739344" y="2838735"/>
            <a:ext cx="7665" cy="63872"/>
          </a:xfrm>
          <a:prstGeom prst="rect">
            <a:avLst/>
          </a:prstGeom>
        </p:spPr>
      </p:pic>
      <p:pic>
        <p:nvPicPr>
          <p:cNvPr id="809" name="Image 806" descr="preencoded.png">    </p:cNvPr>
          <p:cNvPicPr>
            <a:picLocks noChangeAspect="1"/>
          </p:cNvPicPr>
          <p:nvPr/>
        </p:nvPicPr>
        <p:blipFill>
          <a:blip r:embed="rId807"/>
          <a:stretch>
            <a:fillRect/>
          </a:stretch>
        </p:blipFill>
        <p:spPr>
          <a:xfrm>
            <a:off x="4752125" y="2835658"/>
            <a:ext cx="30652" cy="69504"/>
          </a:xfrm>
          <a:prstGeom prst="rect">
            <a:avLst/>
          </a:prstGeom>
        </p:spPr>
      </p:pic>
      <p:pic>
        <p:nvPicPr>
          <p:cNvPr id="810" name="Image 807" descr="preencoded.png">    </p:cNvPr>
          <p:cNvPicPr>
            <a:picLocks noChangeAspect="1"/>
          </p:cNvPicPr>
          <p:nvPr/>
        </p:nvPicPr>
        <p:blipFill>
          <a:blip r:embed="rId808"/>
          <a:stretch>
            <a:fillRect/>
          </a:stretch>
        </p:blipFill>
        <p:spPr>
          <a:xfrm>
            <a:off x="4869586" y="2861729"/>
            <a:ext cx="23052" cy="13071"/>
          </a:xfrm>
          <a:prstGeom prst="rect">
            <a:avLst/>
          </a:prstGeom>
        </p:spPr>
      </p:pic>
      <p:pic>
        <p:nvPicPr>
          <p:cNvPr id="811" name="Image 808" descr="preencoded.png">    </p:cNvPr>
          <p:cNvPicPr>
            <a:picLocks noChangeAspect="1"/>
          </p:cNvPicPr>
          <p:nvPr/>
        </p:nvPicPr>
        <p:blipFill>
          <a:blip r:embed="rId809"/>
          <a:stretch>
            <a:fillRect/>
          </a:stretch>
        </p:blipFill>
        <p:spPr>
          <a:xfrm>
            <a:off x="4856979" y="2853704"/>
            <a:ext cx="45925" cy="51384"/>
          </a:xfrm>
          <a:prstGeom prst="rect">
            <a:avLst/>
          </a:prstGeom>
        </p:spPr>
      </p:pic>
      <p:pic>
        <p:nvPicPr>
          <p:cNvPr id="812" name="Image 809" descr="preencoded.png">    </p:cNvPr>
          <p:cNvPicPr>
            <a:picLocks noChangeAspect="1"/>
          </p:cNvPicPr>
          <p:nvPr/>
        </p:nvPicPr>
        <p:blipFill>
          <a:blip r:embed="rId810"/>
          <a:stretch>
            <a:fillRect/>
          </a:stretch>
        </p:blipFill>
        <p:spPr>
          <a:xfrm>
            <a:off x="5130242" y="2854065"/>
            <a:ext cx="25549" cy="51098"/>
          </a:xfrm>
          <a:prstGeom prst="rect">
            <a:avLst/>
          </a:prstGeom>
        </p:spPr>
      </p:pic>
      <p:pic>
        <p:nvPicPr>
          <p:cNvPr id="813" name="Image 810" descr="preencoded.png">    </p:cNvPr>
          <p:cNvPicPr>
            <a:picLocks noChangeAspect="1"/>
          </p:cNvPicPr>
          <p:nvPr/>
        </p:nvPicPr>
        <p:blipFill>
          <a:blip r:embed="rId811"/>
          <a:stretch>
            <a:fillRect/>
          </a:stretch>
        </p:blipFill>
        <p:spPr>
          <a:xfrm>
            <a:off x="5037799" y="2861709"/>
            <a:ext cx="23495" cy="34511"/>
          </a:xfrm>
          <a:prstGeom prst="rect">
            <a:avLst/>
          </a:prstGeom>
        </p:spPr>
      </p:pic>
      <p:pic>
        <p:nvPicPr>
          <p:cNvPr id="814" name="Image 811" descr="preencoded.png">    </p:cNvPr>
          <p:cNvPicPr>
            <a:picLocks noChangeAspect="1"/>
          </p:cNvPicPr>
          <p:nvPr/>
        </p:nvPicPr>
        <p:blipFill>
          <a:blip r:embed="rId812"/>
          <a:stretch>
            <a:fillRect/>
          </a:stretch>
        </p:blipFill>
        <p:spPr>
          <a:xfrm>
            <a:off x="5030601" y="2836261"/>
            <a:ext cx="41584" cy="69717"/>
          </a:xfrm>
          <a:prstGeom prst="rect">
            <a:avLst/>
          </a:prstGeom>
        </p:spPr>
      </p:pic>
      <p:pic>
        <p:nvPicPr>
          <p:cNvPr id="815" name="Image 812" descr="preencoded.png">    </p:cNvPr>
          <p:cNvPicPr>
            <a:picLocks noChangeAspect="1"/>
          </p:cNvPicPr>
          <p:nvPr/>
        </p:nvPicPr>
        <p:blipFill>
          <a:blip r:embed="rId813"/>
          <a:stretch>
            <a:fillRect/>
          </a:stretch>
        </p:blipFill>
        <p:spPr>
          <a:xfrm>
            <a:off x="5178785" y="2853817"/>
            <a:ext cx="41042" cy="51345"/>
          </a:xfrm>
          <a:prstGeom prst="rect">
            <a:avLst/>
          </a:prstGeom>
        </p:spPr>
      </p:pic>
      <p:pic>
        <p:nvPicPr>
          <p:cNvPr id="816" name="Image 813" descr="preencoded.png">    </p:cNvPr>
          <p:cNvPicPr>
            <a:picLocks noChangeAspect="1"/>
          </p:cNvPicPr>
          <p:nvPr/>
        </p:nvPicPr>
        <p:blipFill>
          <a:blip r:embed="rId814"/>
          <a:stretch>
            <a:fillRect/>
          </a:stretch>
        </p:blipFill>
        <p:spPr>
          <a:xfrm>
            <a:off x="5406183" y="2861709"/>
            <a:ext cx="23143" cy="35909"/>
          </a:xfrm>
          <a:prstGeom prst="rect">
            <a:avLst/>
          </a:prstGeom>
        </p:spPr>
      </p:pic>
      <p:pic>
        <p:nvPicPr>
          <p:cNvPr id="817" name="Image 814" descr="preencoded.png">    </p:cNvPr>
          <p:cNvPicPr>
            <a:picLocks noChangeAspect="1"/>
          </p:cNvPicPr>
          <p:nvPr/>
        </p:nvPicPr>
        <p:blipFill>
          <a:blip r:embed="rId815"/>
          <a:stretch>
            <a:fillRect/>
          </a:stretch>
        </p:blipFill>
        <p:spPr>
          <a:xfrm>
            <a:off x="5398469" y="2856382"/>
            <a:ext cx="41077" cy="67483"/>
          </a:xfrm>
          <a:prstGeom prst="rect">
            <a:avLst/>
          </a:prstGeom>
        </p:spPr>
      </p:pic>
      <p:pic>
        <p:nvPicPr>
          <p:cNvPr id="818" name="Image 815" descr="preencoded.png">    </p:cNvPr>
          <p:cNvPicPr>
            <a:picLocks noChangeAspect="1"/>
          </p:cNvPicPr>
          <p:nvPr/>
        </p:nvPicPr>
        <p:blipFill>
          <a:blip r:embed="rId816"/>
          <a:stretch>
            <a:fillRect/>
          </a:stretch>
        </p:blipFill>
        <p:spPr>
          <a:xfrm>
            <a:off x="4936071" y="2861709"/>
            <a:ext cx="23000" cy="34448"/>
          </a:xfrm>
          <a:prstGeom prst="rect">
            <a:avLst/>
          </a:prstGeom>
        </p:spPr>
      </p:pic>
      <p:pic>
        <p:nvPicPr>
          <p:cNvPr id="819" name="Image 816" descr="preencoded.png">    </p:cNvPr>
          <p:cNvPicPr>
            <a:picLocks noChangeAspect="1"/>
          </p:cNvPicPr>
          <p:nvPr/>
        </p:nvPicPr>
        <p:blipFill>
          <a:blip r:embed="rId817"/>
          <a:stretch>
            <a:fillRect/>
          </a:stretch>
        </p:blipFill>
        <p:spPr>
          <a:xfrm>
            <a:off x="4927434" y="2855310"/>
            <a:ext cx="42245" cy="67662"/>
          </a:xfrm>
          <a:prstGeom prst="rect">
            <a:avLst/>
          </a:prstGeom>
        </p:spPr>
      </p:pic>
      <p:pic>
        <p:nvPicPr>
          <p:cNvPr id="820" name="Image 817" descr="preencoded.png">    </p:cNvPr>
          <p:cNvPicPr>
            <a:picLocks noChangeAspect="1"/>
          </p:cNvPicPr>
          <p:nvPr/>
        </p:nvPicPr>
        <p:blipFill>
          <a:blip r:embed="rId818"/>
          <a:stretch>
            <a:fillRect/>
          </a:stretch>
        </p:blipFill>
        <p:spPr>
          <a:xfrm>
            <a:off x="4810882" y="2853530"/>
            <a:ext cx="38487" cy="51633"/>
          </a:xfrm>
          <a:prstGeom prst="rect">
            <a:avLst/>
          </a:prstGeom>
        </p:spPr>
      </p:pic>
      <p:pic>
        <p:nvPicPr>
          <p:cNvPr id="821" name="Image 818" descr="preencoded.png">    </p:cNvPr>
          <p:cNvPicPr>
            <a:picLocks noChangeAspect="1"/>
          </p:cNvPicPr>
          <p:nvPr/>
        </p:nvPicPr>
        <p:blipFill>
          <a:blip r:embed="rId819"/>
          <a:stretch>
            <a:fillRect/>
          </a:stretch>
        </p:blipFill>
        <p:spPr>
          <a:xfrm>
            <a:off x="5086357" y="2861492"/>
            <a:ext cx="26035" cy="35085"/>
          </a:xfrm>
          <a:prstGeom prst="rect">
            <a:avLst/>
          </a:prstGeom>
        </p:spPr>
      </p:pic>
      <p:pic>
        <p:nvPicPr>
          <p:cNvPr id="822" name="Image 819" descr="preencoded.png">    </p:cNvPr>
          <p:cNvPicPr>
            <a:picLocks noChangeAspect="1"/>
          </p:cNvPicPr>
          <p:nvPr/>
        </p:nvPicPr>
        <p:blipFill>
          <a:blip r:embed="rId820"/>
          <a:stretch>
            <a:fillRect/>
          </a:stretch>
        </p:blipFill>
        <p:spPr>
          <a:xfrm>
            <a:off x="5076652" y="2855322"/>
            <a:ext cx="46148" cy="50797"/>
          </a:xfrm>
          <a:prstGeom prst="rect">
            <a:avLst/>
          </a:prstGeom>
        </p:spPr>
      </p:pic>
      <p:pic>
        <p:nvPicPr>
          <p:cNvPr id="823" name="Image 820" descr="preencoded.png">    </p:cNvPr>
          <p:cNvPicPr>
            <a:picLocks noChangeAspect="1"/>
          </p:cNvPicPr>
          <p:nvPr/>
        </p:nvPicPr>
        <p:blipFill>
          <a:blip r:embed="rId821"/>
          <a:stretch>
            <a:fillRect/>
          </a:stretch>
        </p:blipFill>
        <p:spPr>
          <a:xfrm>
            <a:off x="4736790" y="2835952"/>
            <a:ext cx="10220" cy="69211"/>
          </a:xfrm>
          <a:prstGeom prst="rect">
            <a:avLst/>
          </a:prstGeom>
        </p:spPr>
      </p:pic>
      <p:pic>
        <p:nvPicPr>
          <p:cNvPr id="824" name="Image 821" descr="preencoded.png">    </p:cNvPr>
          <p:cNvPicPr>
            <a:picLocks noChangeAspect="1"/>
          </p:cNvPicPr>
          <p:nvPr/>
        </p:nvPicPr>
        <p:blipFill>
          <a:blip r:embed="rId822"/>
          <a:stretch>
            <a:fillRect/>
          </a:stretch>
        </p:blipFill>
        <p:spPr>
          <a:xfrm>
            <a:off x="5237648" y="2861729"/>
            <a:ext cx="23004" cy="34793"/>
          </a:xfrm>
          <a:prstGeom prst="rect">
            <a:avLst/>
          </a:prstGeom>
        </p:spPr>
      </p:pic>
      <p:pic>
        <p:nvPicPr>
          <p:cNvPr id="825" name="Image 822" descr="preencoded.png">    </p:cNvPr>
          <p:cNvPicPr>
            <a:picLocks noChangeAspect="1"/>
          </p:cNvPicPr>
          <p:nvPr/>
        </p:nvPicPr>
        <p:blipFill>
          <a:blip r:embed="rId823"/>
          <a:stretch>
            <a:fillRect/>
          </a:stretch>
        </p:blipFill>
        <p:spPr>
          <a:xfrm>
            <a:off x="4982065" y="2838735"/>
            <a:ext cx="35762" cy="63872"/>
          </a:xfrm>
          <a:prstGeom prst="rect">
            <a:avLst/>
          </a:prstGeom>
        </p:spPr>
      </p:pic>
      <p:pic>
        <p:nvPicPr>
          <p:cNvPr id="826" name="Image 823" descr="preencoded.png">    </p:cNvPr>
          <p:cNvPicPr>
            <a:picLocks noChangeAspect="1"/>
          </p:cNvPicPr>
          <p:nvPr/>
        </p:nvPicPr>
        <p:blipFill>
          <a:blip r:embed="rId824"/>
          <a:stretch>
            <a:fillRect/>
          </a:stretch>
        </p:blipFill>
        <p:spPr>
          <a:xfrm>
            <a:off x="4910522" y="2856619"/>
            <a:ext cx="10220" cy="48771"/>
          </a:xfrm>
          <a:prstGeom prst="rect">
            <a:avLst/>
          </a:prstGeom>
        </p:spPr>
      </p:pic>
      <p:pic>
        <p:nvPicPr>
          <p:cNvPr id="827" name="Image 824" descr="preencoded.png">    </p:cNvPr>
          <p:cNvPicPr>
            <a:picLocks noChangeAspect="1"/>
          </p:cNvPicPr>
          <p:nvPr/>
        </p:nvPicPr>
        <p:blipFill>
          <a:blip r:embed="rId825"/>
          <a:stretch>
            <a:fillRect/>
          </a:stretch>
        </p:blipFill>
        <p:spPr>
          <a:xfrm>
            <a:off x="5160900" y="2856619"/>
            <a:ext cx="10220" cy="48543"/>
          </a:xfrm>
          <a:prstGeom prst="rect">
            <a:avLst/>
          </a:prstGeom>
        </p:spPr>
      </p:pic>
      <p:pic>
        <p:nvPicPr>
          <p:cNvPr id="828" name="Image 825" descr="preencoded.png">    </p:cNvPr>
          <p:cNvPicPr>
            <a:picLocks noChangeAspect="1"/>
          </p:cNvPicPr>
          <p:nvPr/>
        </p:nvPicPr>
        <p:blipFill>
          <a:blip r:embed="rId826"/>
          <a:stretch>
            <a:fillRect/>
          </a:stretch>
        </p:blipFill>
        <p:spPr>
          <a:xfrm>
            <a:off x="5010163" y="2864284"/>
            <a:ext cx="10521" cy="41107"/>
          </a:xfrm>
          <a:prstGeom prst="rect">
            <a:avLst/>
          </a:prstGeom>
        </p:spPr>
      </p:pic>
      <p:pic>
        <p:nvPicPr>
          <p:cNvPr id="829" name="Image 826" descr="preencoded.png">    </p:cNvPr>
          <p:cNvPicPr>
            <a:picLocks noChangeAspect="1"/>
          </p:cNvPicPr>
          <p:nvPr/>
        </p:nvPicPr>
        <p:blipFill>
          <a:blip r:embed="rId827"/>
          <a:stretch>
            <a:fillRect/>
          </a:stretch>
        </p:blipFill>
        <p:spPr>
          <a:xfrm>
            <a:off x="4979504" y="2836180"/>
            <a:ext cx="10220" cy="69205"/>
          </a:xfrm>
          <a:prstGeom prst="rect">
            <a:avLst/>
          </a:prstGeom>
        </p:spPr>
      </p:pic>
      <p:pic>
        <p:nvPicPr>
          <p:cNvPr id="830" name="Image 827" descr="preencoded.png">    </p:cNvPr>
          <p:cNvPicPr>
            <a:picLocks noChangeAspect="1"/>
          </p:cNvPicPr>
          <p:nvPr/>
        </p:nvPicPr>
        <p:blipFill>
          <a:blip r:embed="rId828"/>
          <a:stretch>
            <a:fillRect/>
          </a:stretch>
        </p:blipFill>
        <p:spPr>
          <a:xfrm>
            <a:off x="5452157" y="2894942"/>
            <a:ext cx="10220" cy="10219"/>
          </a:xfrm>
          <a:prstGeom prst="rect">
            <a:avLst/>
          </a:prstGeom>
        </p:spPr>
      </p:pic>
      <p:pic>
        <p:nvPicPr>
          <p:cNvPr id="831" name="Image 828" descr="preencoded.png">    </p:cNvPr>
          <p:cNvPicPr>
            <a:picLocks noChangeAspect="1"/>
          </p:cNvPicPr>
          <p:nvPr/>
        </p:nvPicPr>
        <p:blipFill>
          <a:blip r:embed="rId829"/>
          <a:stretch>
            <a:fillRect/>
          </a:stretch>
        </p:blipFill>
        <p:spPr>
          <a:xfrm>
            <a:off x="5227077" y="2856461"/>
            <a:ext cx="43683" cy="67742"/>
          </a:xfrm>
          <a:prstGeom prst="rect">
            <a:avLst/>
          </a:prstGeom>
        </p:spPr>
      </p:pic>
      <p:pic>
        <p:nvPicPr>
          <p:cNvPr id="832" name="Image 829" descr="preencoded.png">    </p:cNvPr>
          <p:cNvPicPr>
            <a:picLocks noChangeAspect="1"/>
          </p:cNvPicPr>
          <p:nvPr/>
        </p:nvPicPr>
        <p:blipFill>
          <a:blip r:embed="rId830"/>
          <a:stretch>
            <a:fillRect/>
          </a:stretch>
        </p:blipFill>
        <p:spPr>
          <a:xfrm>
            <a:off x="5058676" y="2970781"/>
            <a:ext cx="20621" cy="13582"/>
          </a:xfrm>
          <a:prstGeom prst="rect">
            <a:avLst/>
          </a:prstGeom>
        </p:spPr>
      </p:pic>
      <p:pic>
        <p:nvPicPr>
          <p:cNvPr id="833" name="Image 830" descr="preencoded.png">    </p:cNvPr>
          <p:cNvPicPr>
            <a:picLocks noChangeAspect="1"/>
          </p:cNvPicPr>
          <p:nvPr/>
        </p:nvPicPr>
        <p:blipFill>
          <a:blip r:embed="rId831"/>
          <a:stretch>
            <a:fillRect/>
          </a:stretch>
        </p:blipFill>
        <p:spPr>
          <a:xfrm>
            <a:off x="4729125" y="2815724"/>
            <a:ext cx="411336" cy="196743"/>
          </a:xfrm>
          <a:prstGeom prst="rect">
            <a:avLst/>
          </a:prstGeom>
        </p:spPr>
      </p:pic>
      <p:pic>
        <p:nvPicPr>
          <p:cNvPr id="834" name="Image 831" descr="preencoded.png">    </p:cNvPr>
          <p:cNvPicPr>
            <a:picLocks noChangeAspect="1"/>
          </p:cNvPicPr>
          <p:nvPr/>
        </p:nvPicPr>
        <p:blipFill>
          <a:blip r:embed="rId832"/>
          <a:stretch>
            <a:fillRect/>
          </a:stretch>
        </p:blipFill>
        <p:spPr>
          <a:xfrm>
            <a:off x="5245211" y="2946041"/>
            <a:ext cx="10220" cy="69211"/>
          </a:xfrm>
          <a:prstGeom prst="rect">
            <a:avLst/>
          </a:prstGeom>
        </p:spPr>
      </p:pic>
      <p:pic>
        <p:nvPicPr>
          <p:cNvPr id="835" name="Image 832" descr="preencoded.png">    </p:cNvPr>
          <p:cNvPicPr>
            <a:picLocks noChangeAspect="1"/>
          </p:cNvPicPr>
          <p:nvPr/>
        </p:nvPicPr>
        <p:blipFill>
          <a:blip r:embed="rId833"/>
          <a:stretch>
            <a:fillRect/>
          </a:stretch>
        </p:blipFill>
        <p:spPr>
          <a:xfrm>
            <a:off x="4910522" y="2953705"/>
            <a:ext cx="22994" cy="61317"/>
          </a:xfrm>
          <a:prstGeom prst="rect">
            <a:avLst/>
          </a:prstGeom>
        </p:spPr>
      </p:pic>
      <p:pic>
        <p:nvPicPr>
          <p:cNvPr id="836" name="Image 833" descr="preencoded.png">    </p:cNvPr>
          <p:cNvPicPr>
            <a:picLocks noChangeAspect="1"/>
          </p:cNvPicPr>
          <p:nvPr/>
        </p:nvPicPr>
        <p:blipFill>
          <a:blip r:embed="rId834"/>
          <a:stretch>
            <a:fillRect/>
          </a:stretch>
        </p:blipFill>
        <p:spPr>
          <a:xfrm>
            <a:off x="4838985" y="2958815"/>
            <a:ext cx="45988" cy="45988"/>
          </a:xfrm>
          <a:prstGeom prst="rect">
            <a:avLst/>
          </a:prstGeom>
        </p:spPr>
      </p:pic>
      <p:pic>
        <p:nvPicPr>
          <p:cNvPr id="837" name="Image 834" descr="preencoded.png">    </p:cNvPr>
          <p:cNvPicPr>
            <a:picLocks noChangeAspect="1"/>
          </p:cNvPicPr>
          <p:nvPr/>
        </p:nvPicPr>
        <p:blipFill>
          <a:blip r:embed="rId835"/>
          <a:stretch>
            <a:fillRect/>
          </a:stretch>
        </p:blipFill>
        <p:spPr>
          <a:xfrm>
            <a:off x="4971840" y="2948595"/>
            <a:ext cx="38323" cy="66427"/>
          </a:xfrm>
          <a:prstGeom prst="rect">
            <a:avLst/>
          </a:prstGeom>
        </p:spPr>
      </p:pic>
      <p:pic>
        <p:nvPicPr>
          <p:cNvPr id="838" name="Image 835" descr="preencoded.png">    </p:cNvPr>
          <p:cNvPicPr>
            <a:picLocks noChangeAspect="1"/>
          </p:cNvPicPr>
          <p:nvPr/>
        </p:nvPicPr>
        <p:blipFill>
          <a:blip r:embed="rId836"/>
          <a:stretch>
            <a:fillRect/>
          </a:stretch>
        </p:blipFill>
        <p:spPr>
          <a:xfrm>
            <a:off x="4941181" y="2953705"/>
            <a:ext cx="22994" cy="58762"/>
          </a:xfrm>
          <a:prstGeom prst="rect">
            <a:avLst/>
          </a:prstGeom>
        </p:spPr>
      </p:pic>
      <p:pic>
        <p:nvPicPr>
          <p:cNvPr id="839" name="Image 836" descr="preencoded.png">    </p:cNvPr>
          <p:cNvPicPr>
            <a:picLocks noChangeAspect="1"/>
          </p:cNvPicPr>
          <p:nvPr/>
        </p:nvPicPr>
        <p:blipFill>
          <a:blip r:embed="rId837"/>
          <a:stretch>
            <a:fillRect/>
          </a:stretch>
        </p:blipFill>
        <p:spPr>
          <a:xfrm>
            <a:off x="5048333" y="2964236"/>
            <a:ext cx="43586" cy="50467"/>
          </a:xfrm>
          <a:prstGeom prst="rect">
            <a:avLst/>
          </a:prstGeom>
        </p:spPr>
      </p:pic>
      <p:pic>
        <p:nvPicPr>
          <p:cNvPr id="840" name="Image 837" descr="preencoded.png">    </p:cNvPr>
          <p:cNvPicPr>
            <a:picLocks noChangeAspect="1"/>
          </p:cNvPicPr>
          <p:nvPr/>
        </p:nvPicPr>
        <p:blipFill>
          <a:blip r:embed="rId838"/>
          <a:stretch>
            <a:fillRect/>
          </a:stretch>
        </p:blipFill>
        <p:spPr>
          <a:xfrm>
            <a:off x="4910522" y="2946041"/>
            <a:ext cx="53653" cy="69171"/>
          </a:xfrm>
          <a:prstGeom prst="rect">
            <a:avLst/>
          </a:prstGeom>
        </p:spPr>
      </p:pic>
      <p:pic>
        <p:nvPicPr>
          <p:cNvPr id="841" name="Image 838" descr="preencoded.png">    </p:cNvPr>
          <p:cNvPicPr>
            <a:picLocks noChangeAspect="1"/>
          </p:cNvPicPr>
          <p:nvPr/>
        </p:nvPicPr>
        <p:blipFill>
          <a:blip r:embed="rId839"/>
          <a:stretch>
            <a:fillRect/>
          </a:stretch>
        </p:blipFill>
        <p:spPr>
          <a:xfrm>
            <a:off x="5020382" y="2963924"/>
            <a:ext cx="25549" cy="51017"/>
          </a:xfrm>
          <a:prstGeom prst="rect">
            <a:avLst/>
          </a:prstGeom>
        </p:spPr>
      </p:pic>
      <p:pic>
        <p:nvPicPr>
          <p:cNvPr id="842" name="Image 839" descr="preencoded.png">    </p:cNvPr>
          <p:cNvPicPr>
            <a:picLocks noChangeAspect="1"/>
          </p:cNvPicPr>
          <p:nvPr/>
        </p:nvPicPr>
        <p:blipFill>
          <a:blip r:embed="rId840"/>
          <a:stretch>
            <a:fillRect/>
          </a:stretch>
        </p:blipFill>
        <p:spPr>
          <a:xfrm>
            <a:off x="5262217" y="2946041"/>
            <a:ext cx="41757" cy="69329"/>
          </a:xfrm>
          <a:prstGeom prst="rect">
            <a:avLst/>
          </a:prstGeom>
        </p:spPr>
      </p:pic>
      <p:pic>
        <p:nvPicPr>
          <p:cNvPr id="843" name="Image 840" descr="preencoded.png">    </p:cNvPr>
          <p:cNvPicPr>
            <a:picLocks noChangeAspect="1"/>
          </p:cNvPicPr>
          <p:nvPr/>
        </p:nvPicPr>
        <p:blipFill>
          <a:blip r:embed="rId841"/>
          <a:stretch>
            <a:fillRect/>
          </a:stretch>
        </p:blipFill>
        <p:spPr>
          <a:xfrm>
            <a:off x="4969284" y="2945812"/>
            <a:ext cx="10220" cy="69439"/>
          </a:xfrm>
          <a:prstGeom prst="rect">
            <a:avLst/>
          </a:prstGeom>
        </p:spPr>
      </p:pic>
      <p:pic>
        <p:nvPicPr>
          <p:cNvPr id="844" name="Image 841" descr="preencoded.png">    </p:cNvPr>
          <p:cNvPicPr>
            <a:picLocks noChangeAspect="1"/>
          </p:cNvPicPr>
          <p:nvPr/>
        </p:nvPicPr>
        <p:blipFill>
          <a:blip r:embed="rId842"/>
          <a:stretch>
            <a:fillRect/>
          </a:stretch>
        </p:blipFill>
        <p:spPr>
          <a:xfrm>
            <a:off x="4577276" y="2730120"/>
            <a:ext cx="984301" cy="506743"/>
          </a:xfrm>
          <a:prstGeom prst="rect">
            <a:avLst/>
          </a:prstGeom>
        </p:spPr>
      </p:pic>
      <p:pic>
        <p:nvPicPr>
          <p:cNvPr id="845" name="Image 842" descr="preencoded.png">    </p:cNvPr>
          <p:cNvPicPr>
            <a:picLocks noChangeAspect="1"/>
          </p:cNvPicPr>
          <p:nvPr/>
        </p:nvPicPr>
        <p:blipFill>
          <a:blip r:embed="rId843"/>
          <a:stretch>
            <a:fillRect/>
          </a:stretch>
        </p:blipFill>
        <p:spPr>
          <a:xfrm>
            <a:off x="6315934" y="2960969"/>
            <a:ext cx="71316" cy="100069"/>
          </a:xfrm>
          <a:prstGeom prst="rect">
            <a:avLst/>
          </a:prstGeom>
        </p:spPr>
      </p:pic>
      <p:pic>
        <p:nvPicPr>
          <p:cNvPr id="846" name="Image 843" descr="preencoded.png">    </p:cNvPr>
          <p:cNvPicPr>
            <a:picLocks noChangeAspect="1"/>
          </p:cNvPicPr>
          <p:nvPr/>
        </p:nvPicPr>
        <p:blipFill>
          <a:blip r:embed="rId844"/>
          <a:stretch>
            <a:fillRect/>
          </a:stretch>
        </p:blipFill>
        <p:spPr>
          <a:xfrm>
            <a:off x="6292601" y="2940770"/>
            <a:ext cx="153465" cy="130174"/>
          </a:xfrm>
          <a:prstGeom prst="rect">
            <a:avLst/>
          </a:prstGeom>
        </p:spPr>
      </p:pic>
      <p:pic>
        <p:nvPicPr>
          <p:cNvPr id="847" name="Image 844" descr="preencoded.png">    </p:cNvPr>
          <p:cNvPicPr>
            <a:picLocks noChangeAspect="1"/>
          </p:cNvPicPr>
          <p:nvPr/>
        </p:nvPicPr>
        <p:blipFill>
          <a:blip r:embed="rId845"/>
          <a:stretch>
            <a:fillRect/>
          </a:stretch>
        </p:blipFill>
        <p:spPr>
          <a:xfrm>
            <a:off x="4440423" y="2976553"/>
            <a:ext cx="103013" cy="158126"/>
          </a:xfrm>
          <a:prstGeom prst="rect">
            <a:avLst/>
          </a:prstGeom>
        </p:spPr>
      </p:pic>
      <p:pic>
        <p:nvPicPr>
          <p:cNvPr id="848" name="Image 845" descr="preencoded.png">    </p:cNvPr>
          <p:cNvPicPr>
            <a:picLocks noChangeAspect="1"/>
          </p:cNvPicPr>
          <p:nvPr/>
        </p:nvPicPr>
        <p:blipFill>
          <a:blip r:embed="rId846"/>
          <a:stretch>
            <a:fillRect/>
          </a:stretch>
        </p:blipFill>
        <p:spPr>
          <a:xfrm>
            <a:off x="4381662" y="2988196"/>
            <a:ext cx="147753" cy="126849"/>
          </a:xfrm>
          <a:prstGeom prst="rect">
            <a:avLst/>
          </a:prstGeom>
        </p:spPr>
      </p:pic>
      <p:pic>
        <p:nvPicPr>
          <p:cNvPr id="849" name="Image 846" descr="preencoded.png">    </p:cNvPr>
          <p:cNvPicPr>
            <a:picLocks noChangeAspect="1"/>
          </p:cNvPicPr>
          <p:nvPr/>
        </p:nvPicPr>
        <p:blipFill>
          <a:blip r:embed="rId847"/>
          <a:stretch>
            <a:fillRect/>
          </a:stretch>
        </p:blipFill>
        <p:spPr>
          <a:xfrm>
            <a:off x="4371396" y="2964209"/>
            <a:ext cx="163558" cy="137679"/>
          </a:xfrm>
          <a:prstGeom prst="rect">
            <a:avLst/>
          </a:prstGeom>
        </p:spPr>
      </p:pic>
      <p:pic>
        <p:nvPicPr>
          <p:cNvPr id="850" name="Image 847" descr="preencoded.png">    </p:cNvPr>
          <p:cNvPicPr>
            <a:picLocks noChangeAspect="1"/>
          </p:cNvPicPr>
          <p:nvPr/>
        </p:nvPicPr>
        <p:blipFill>
          <a:blip r:embed="rId848"/>
          <a:stretch>
            <a:fillRect/>
          </a:stretch>
        </p:blipFill>
        <p:spPr>
          <a:xfrm>
            <a:off x="4035604" y="2922627"/>
            <a:ext cx="847723" cy="849851"/>
          </a:xfrm>
          <a:prstGeom prst="rect">
            <a:avLst/>
          </a:prstGeom>
        </p:spPr>
      </p:pic>
      <p:pic>
        <p:nvPicPr>
          <p:cNvPr id="851" name="Image 848" descr="preencoded.png">    </p:cNvPr>
          <p:cNvPicPr>
            <a:picLocks noChangeAspect="1"/>
          </p:cNvPicPr>
          <p:nvPr/>
        </p:nvPicPr>
        <p:blipFill>
          <a:blip r:embed="rId849"/>
          <a:stretch>
            <a:fillRect/>
          </a:stretch>
        </p:blipFill>
        <p:spPr>
          <a:xfrm>
            <a:off x="2170484" y="3068227"/>
            <a:ext cx="10219" cy="43433"/>
          </a:xfrm>
          <a:prstGeom prst="rect">
            <a:avLst/>
          </a:prstGeom>
        </p:spPr>
      </p:pic>
      <p:pic>
        <p:nvPicPr>
          <p:cNvPr id="852" name="Image 849" descr="preencoded.png">    </p:cNvPr>
          <p:cNvPicPr>
            <a:picLocks noChangeAspect="1"/>
          </p:cNvPicPr>
          <p:nvPr/>
        </p:nvPicPr>
        <p:blipFill>
          <a:blip r:embed="rId850"/>
          <a:stretch>
            <a:fillRect/>
          </a:stretch>
        </p:blipFill>
        <p:spPr>
          <a:xfrm>
            <a:off x="5086792" y="2915382"/>
            <a:ext cx="497420" cy="319360"/>
          </a:xfrm>
          <a:prstGeom prst="rect">
            <a:avLst/>
          </a:prstGeom>
        </p:spPr>
      </p:pic>
      <p:pic>
        <p:nvPicPr>
          <p:cNvPr id="853" name="Image 850" descr="preencoded.png">    </p:cNvPr>
          <p:cNvPicPr>
            <a:picLocks noChangeAspect="1"/>
          </p:cNvPicPr>
          <p:nvPr/>
        </p:nvPicPr>
        <p:blipFill>
          <a:blip r:embed="rId851"/>
          <a:stretch>
            <a:fillRect/>
          </a:stretch>
        </p:blipFill>
        <p:spPr>
          <a:xfrm>
            <a:off x="2211363" y="2963477"/>
            <a:ext cx="858441" cy="360238"/>
          </a:xfrm>
          <a:prstGeom prst="rect">
            <a:avLst/>
          </a:prstGeom>
        </p:spPr>
      </p:pic>
      <p:pic>
        <p:nvPicPr>
          <p:cNvPr id="854" name="Image 851" descr="preencoded.png">    </p:cNvPr>
          <p:cNvPicPr>
            <a:picLocks noChangeAspect="1"/>
          </p:cNvPicPr>
          <p:nvPr/>
        </p:nvPicPr>
        <p:blipFill>
          <a:blip r:embed="rId852"/>
          <a:stretch>
            <a:fillRect/>
          </a:stretch>
        </p:blipFill>
        <p:spPr>
          <a:xfrm>
            <a:off x="5738304" y="2851321"/>
            <a:ext cx="7665" cy="1627649"/>
          </a:xfrm>
          <a:prstGeom prst="rect">
            <a:avLst/>
          </a:prstGeom>
        </p:spPr>
      </p:pic>
      <p:pic>
        <p:nvPicPr>
          <p:cNvPr id="855" name="Image 852" descr="preencoded.png">    </p:cNvPr>
          <p:cNvPicPr>
            <a:picLocks noChangeAspect="1"/>
          </p:cNvPicPr>
          <p:nvPr/>
        </p:nvPicPr>
        <p:blipFill>
          <a:blip r:embed="rId853"/>
          <a:stretch>
            <a:fillRect/>
          </a:stretch>
        </p:blipFill>
        <p:spPr>
          <a:xfrm>
            <a:off x="2170484" y="2986471"/>
            <a:ext cx="10219" cy="43433"/>
          </a:xfrm>
          <a:prstGeom prst="rect">
            <a:avLst/>
          </a:prstGeom>
        </p:spPr>
      </p:pic>
      <p:pic>
        <p:nvPicPr>
          <p:cNvPr id="856" name="Image 853" descr="preencoded.png">    </p:cNvPr>
          <p:cNvPicPr>
            <a:picLocks noChangeAspect="1"/>
          </p:cNvPicPr>
          <p:nvPr/>
        </p:nvPicPr>
        <p:blipFill>
          <a:blip r:embed="rId854"/>
          <a:stretch>
            <a:fillRect/>
          </a:stretch>
        </p:blipFill>
        <p:spPr>
          <a:xfrm>
            <a:off x="4105734" y="2852812"/>
            <a:ext cx="551855" cy="215862"/>
          </a:xfrm>
          <a:prstGeom prst="rect">
            <a:avLst/>
          </a:prstGeom>
        </p:spPr>
      </p:pic>
      <p:pic>
        <p:nvPicPr>
          <p:cNvPr id="857" name="Image 854" descr="preencoded.png">    </p:cNvPr>
          <p:cNvPicPr>
            <a:picLocks noChangeAspect="1"/>
          </p:cNvPicPr>
          <p:nvPr/>
        </p:nvPicPr>
        <p:blipFill>
          <a:blip r:embed="rId855"/>
          <a:stretch>
            <a:fillRect/>
          </a:stretch>
        </p:blipFill>
        <p:spPr>
          <a:xfrm>
            <a:off x="3995815" y="2846980"/>
            <a:ext cx="654108" cy="323890"/>
          </a:xfrm>
          <a:prstGeom prst="rect">
            <a:avLst/>
          </a:prstGeom>
        </p:spPr>
      </p:pic>
      <p:pic>
        <p:nvPicPr>
          <p:cNvPr id="858" name="Image 855" descr="preencoded.png">    </p:cNvPr>
          <p:cNvPicPr>
            <a:picLocks noChangeAspect="1"/>
          </p:cNvPicPr>
          <p:nvPr/>
        </p:nvPicPr>
        <p:blipFill>
          <a:blip r:embed="rId856"/>
          <a:stretch>
            <a:fillRect/>
          </a:stretch>
        </p:blipFill>
        <p:spPr>
          <a:xfrm>
            <a:off x="2170326" y="2904604"/>
            <a:ext cx="10379" cy="46097"/>
          </a:xfrm>
          <a:prstGeom prst="rect">
            <a:avLst/>
          </a:prstGeom>
        </p:spPr>
      </p:pic>
      <p:pic>
        <p:nvPicPr>
          <p:cNvPr id="859" name="Image 856" descr="preencoded.png">    </p:cNvPr>
          <p:cNvPicPr>
            <a:picLocks noChangeAspect="1"/>
          </p:cNvPicPr>
          <p:nvPr/>
        </p:nvPicPr>
        <p:blipFill>
          <a:blip r:embed="rId857"/>
          <a:stretch>
            <a:fillRect/>
          </a:stretch>
        </p:blipFill>
        <p:spPr>
          <a:xfrm>
            <a:off x="4616710" y="2720722"/>
            <a:ext cx="978283" cy="381166"/>
          </a:xfrm>
          <a:prstGeom prst="rect">
            <a:avLst/>
          </a:prstGeom>
        </p:spPr>
      </p:pic>
      <p:pic>
        <p:nvPicPr>
          <p:cNvPr id="860" name="Image 857" descr="preencoded.png">    </p:cNvPr>
          <p:cNvPicPr>
            <a:picLocks noChangeAspect="1"/>
          </p:cNvPicPr>
          <p:nvPr/>
        </p:nvPicPr>
        <p:blipFill>
          <a:blip r:embed="rId858"/>
          <a:stretch>
            <a:fillRect/>
          </a:stretch>
        </p:blipFill>
        <p:spPr>
          <a:xfrm>
            <a:off x="1327373" y="2833178"/>
            <a:ext cx="51098" cy="53653"/>
          </a:xfrm>
          <a:prstGeom prst="rect">
            <a:avLst/>
          </a:prstGeom>
        </p:spPr>
      </p:pic>
      <p:pic>
        <p:nvPicPr>
          <p:cNvPr id="861" name="Image 858" descr="preencoded.png">    </p:cNvPr>
          <p:cNvPicPr>
            <a:picLocks noChangeAspect="1"/>
          </p:cNvPicPr>
          <p:nvPr/>
        </p:nvPicPr>
        <p:blipFill>
          <a:blip r:embed="rId859"/>
          <a:stretch>
            <a:fillRect/>
          </a:stretch>
        </p:blipFill>
        <p:spPr>
          <a:xfrm>
            <a:off x="2036833" y="2616310"/>
            <a:ext cx="10521" cy="38552"/>
          </a:xfrm>
          <a:prstGeom prst="rect">
            <a:avLst/>
          </a:prstGeom>
        </p:spPr>
      </p:pic>
      <p:pic>
        <p:nvPicPr>
          <p:cNvPr id="862" name="Image 859" descr="preencoded.png">    </p:cNvPr>
          <p:cNvPicPr>
            <a:picLocks noChangeAspect="1"/>
          </p:cNvPicPr>
          <p:nvPr/>
        </p:nvPicPr>
        <p:blipFill>
          <a:blip r:embed="rId860"/>
          <a:stretch>
            <a:fillRect/>
          </a:stretch>
        </p:blipFill>
        <p:spPr>
          <a:xfrm>
            <a:off x="2039689" y="2616277"/>
            <a:ext cx="7823" cy="35802"/>
          </a:xfrm>
          <a:prstGeom prst="rect">
            <a:avLst/>
          </a:prstGeom>
        </p:spPr>
      </p:pic>
      <p:pic>
        <p:nvPicPr>
          <p:cNvPr id="863" name="Image 860" descr="preencoded.png">    </p:cNvPr>
          <p:cNvPicPr>
            <a:picLocks noChangeAspect="1"/>
          </p:cNvPicPr>
          <p:nvPr/>
        </p:nvPicPr>
        <p:blipFill>
          <a:blip r:embed="rId861"/>
          <a:stretch>
            <a:fillRect/>
          </a:stretch>
        </p:blipFill>
        <p:spPr>
          <a:xfrm>
            <a:off x="962025" y="1054979"/>
            <a:ext cx="33288" cy="3478921"/>
          </a:xfrm>
          <a:prstGeom prst="rect">
            <a:avLst/>
          </a:prstGeom>
        </p:spPr>
      </p:pic>
      <p:pic>
        <p:nvPicPr>
          <p:cNvPr id="864" name="Image 861" descr="preencoded.png">    </p:cNvPr>
          <p:cNvPicPr>
            <a:picLocks noChangeAspect="1"/>
          </p:cNvPicPr>
          <p:nvPr/>
        </p:nvPicPr>
        <p:blipFill>
          <a:blip r:embed="rId862"/>
          <a:stretch>
            <a:fillRect/>
          </a:stretch>
        </p:blipFill>
        <p:spPr>
          <a:xfrm>
            <a:off x="5702536" y="2700454"/>
            <a:ext cx="148183" cy="1832168"/>
          </a:xfrm>
          <a:prstGeom prst="rect">
            <a:avLst/>
          </a:prstGeom>
        </p:spPr>
      </p:pic>
      <p:pic>
        <p:nvPicPr>
          <p:cNvPr id="865" name="Image 862" descr="preencoded.png">    </p:cNvPr>
          <p:cNvPicPr>
            <a:picLocks noChangeAspect="1"/>
          </p:cNvPicPr>
          <p:nvPr/>
        </p:nvPicPr>
        <p:blipFill>
          <a:blip r:embed="rId863"/>
          <a:stretch>
            <a:fillRect/>
          </a:stretch>
        </p:blipFill>
        <p:spPr>
          <a:xfrm>
            <a:off x="3285617" y="2698217"/>
            <a:ext cx="153293" cy="1834406"/>
          </a:xfrm>
          <a:prstGeom prst="rect">
            <a:avLst/>
          </a:prstGeom>
        </p:spPr>
      </p:pic>
      <p:pic>
        <p:nvPicPr>
          <p:cNvPr id="866" name="Image 863" descr="preencoded.png">    </p:cNvPr>
          <p:cNvPicPr>
            <a:picLocks noChangeAspect="1"/>
          </p:cNvPicPr>
          <p:nvPr/>
        </p:nvPicPr>
        <p:blipFill>
          <a:blip r:embed="rId864"/>
          <a:stretch>
            <a:fillRect/>
          </a:stretch>
        </p:blipFill>
        <p:spPr>
          <a:xfrm>
            <a:off x="5618225" y="2690239"/>
            <a:ext cx="291257" cy="5423"/>
          </a:xfrm>
          <a:prstGeom prst="rect">
            <a:avLst/>
          </a:prstGeom>
        </p:spPr>
      </p:pic>
      <p:pic>
        <p:nvPicPr>
          <p:cNvPr id="867" name="Image 864" descr="preencoded.png">    </p:cNvPr>
          <p:cNvPicPr>
            <a:picLocks noChangeAspect="1"/>
          </p:cNvPicPr>
          <p:nvPr/>
        </p:nvPicPr>
        <p:blipFill>
          <a:blip r:embed="rId865"/>
          <a:stretch>
            <a:fillRect/>
          </a:stretch>
        </p:blipFill>
        <p:spPr>
          <a:xfrm>
            <a:off x="5618225" y="2613906"/>
            <a:ext cx="324470" cy="143208"/>
          </a:xfrm>
          <a:prstGeom prst="rect">
            <a:avLst/>
          </a:prstGeom>
        </p:spPr>
      </p:pic>
      <p:pic>
        <p:nvPicPr>
          <p:cNvPr id="868" name="Image 865" descr="preencoded.png">    </p:cNvPr>
          <p:cNvPicPr>
            <a:picLocks noChangeAspect="1"/>
          </p:cNvPicPr>
          <p:nvPr/>
        </p:nvPicPr>
        <p:blipFill>
          <a:blip r:embed="rId866"/>
          <a:stretch>
            <a:fillRect/>
          </a:stretch>
        </p:blipFill>
        <p:spPr>
          <a:xfrm>
            <a:off x="5618225" y="2680172"/>
            <a:ext cx="247824" cy="10380"/>
          </a:xfrm>
          <a:prstGeom prst="rect">
            <a:avLst/>
          </a:prstGeom>
        </p:spPr>
      </p:pic>
      <p:pic>
        <p:nvPicPr>
          <p:cNvPr id="869" name="Image 866" descr="preencoded.png">    </p:cNvPr>
          <p:cNvPicPr>
            <a:picLocks noChangeAspect="1"/>
          </p:cNvPicPr>
          <p:nvPr/>
        </p:nvPicPr>
        <p:blipFill>
          <a:blip r:embed="rId867"/>
          <a:stretch>
            <a:fillRect/>
          </a:stretch>
        </p:blipFill>
        <p:spPr>
          <a:xfrm>
            <a:off x="3203860" y="2614559"/>
            <a:ext cx="321915" cy="142548"/>
          </a:xfrm>
          <a:prstGeom prst="rect">
            <a:avLst/>
          </a:prstGeom>
        </p:spPr>
      </p:pic>
      <p:pic>
        <p:nvPicPr>
          <p:cNvPr id="870" name="Image 867" descr="preencoded.png">    </p:cNvPr>
          <p:cNvPicPr>
            <a:picLocks noChangeAspect="1"/>
          </p:cNvPicPr>
          <p:nvPr/>
        </p:nvPicPr>
        <p:blipFill>
          <a:blip r:embed="rId868"/>
          <a:stretch>
            <a:fillRect/>
          </a:stretch>
        </p:blipFill>
        <p:spPr>
          <a:xfrm>
            <a:off x="2595798" y="2557698"/>
            <a:ext cx="17884" cy="15329"/>
          </a:xfrm>
          <a:prstGeom prst="rect">
            <a:avLst/>
          </a:prstGeom>
        </p:spPr>
      </p:pic>
      <p:pic>
        <p:nvPicPr>
          <p:cNvPr id="871" name="Image 868" descr="preencoded.png">    </p:cNvPr>
          <p:cNvPicPr>
            <a:picLocks noChangeAspect="1"/>
          </p:cNvPicPr>
          <p:nvPr/>
        </p:nvPicPr>
        <p:blipFill>
          <a:blip r:embed="rId869"/>
          <a:stretch>
            <a:fillRect/>
          </a:stretch>
        </p:blipFill>
        <p:spPr>
          <a:xfrm>
            <a:off x="2506255" y="2616461"/>
            <a:ext cx="18369" cy="16441"/>
          </a:xfrm>
          <a:prstGeom prst="rect">
            <a:avLst/>
          </a:prstGeom>
        </p:spPr>
      </p:pic>
      <p:pic>
        <p:nvPicPr>
          <p:cNvPr id="872" name="Image 869" descr="preencoded.png">    </p:cNvPr>
          <p:cNvPicPr>
            <a:picLocks noChangeAspect="1"/>
          </p:cNvPicPr>
          <p:nvPr/>
        </p:nvPicPr>
        <p:blipFill>
          <a:blip r:embed="rId870"/>
          <a:stretch>
            <a:fillRect/>
          </a:stretch>
        </p:blipFill>
        <p:spPr>
          <a:xfrm>
            <a:off x="2485985" y="2578305"/>
            <a:ext cx="58715" cy="66591"/>
          </a:xfrm>
          <a:prstGeom prst="rect">
            <a:avLst/>
          </a:prstGeom>
        </p:spPr>
      </p:pic>
      <p:pic>
        <p:nvPicPr>
          <p:cNvPr id="873" name="Image 870" descr="preencoded.png">    </p:cNvPr>
          <p:cNvPicPr>
            <a:picLocks noChangeAspect="1"/>
          </p:cNvPicPr>
          <p:nvPr/>
        </p:nvPicPr>
        <p:blipFill>
          <a:blip r:embed="rId871"/>
          <a:stretch>
            <a:fillRect/>
          </a:stretch>
        </p:blipFill>
        <p:spPr>
          <a:xfrm>
            <a:off x="2641906" y="2595820"/>
            <a:ext cx="29106" cy="35553"/>
          </a:xfrm>
          <a:prstGeom prst="rect">
            <a:avLst/>
          </a:prstGeom>
        </p:spPr>
      </p:pic>
      <p:pic>
        <p:nvPicPr>
          <p:cNvPr id="874" name="Image 871" descr="preencoded.png">    </p:cNvPr>
          <p:cNvPicPr>
            <a:picLocks noChangeAspect="1"/>
          </p:cNvPicPr>
          <p:nvPr/>
        </p:nvPicPr>
        <p:blipFill>
          <a:blip r:embed="rId872"/>
          <a:stretch>
            <a:fillRect/>
          </a:stretch>
        </p:blipFill>
        <p:spPr>
          <a:xfrm>
            <a:off x="2549810" y="2557698"/>
            <a:ext cx="35768" cy="87023"/>
          </a:xfrm>
          <a:prstGeom prst="rect">
            <a:avLst/>
          </a:prstGeom>
        </p:spPr>
      </p:pic>
      <p:pic>
        <p:nvPicPr>
          <p:cNvPr id="875" name="Image 872" descr="preencoded.png">    </p:cNvPr>
          <p:cNvPicPr>
            <a:picLocks noChangeAspect="1"/>
          </p:cNvPicPr>
          <p:nvPr/>
        </p:nvPicPr>
        <p:blipFill>
          <a:blip r:embed="rId873"/>
          <a:stretch>
            <a:fillRect/>
          </a:stretch>
        </p:blipFill>
        <p:spPr>
          <a:xfrm>
            <a:off x="2595798" y="2580692"/>
            <a:ext cx="17884" cy="63872"/>
          </a:xfrm>
          <a:prstGeom prst="rect">
            <a:avLst/>
          </a:prstGeom>
        </p:spPr>
      </p:pic>
      <p:pic>
        <p:nvPicPr>
          <p:cNvPr id="876" name="Image 873" descr="preencoded.png">    </p:cNvPr>
          <p:cNvPicPr>
            <a:picLocks noChangeAspect="1"/>
          </p:cNvPicPr>
          <p:nvPr/>
        </p:nvPicPr>
        <p:blipFill>
          <a:blip r:embed="rId874"/>
          <a:stretch>
            <a:fillRect/>
          </a:stretch>
        </p:blipFill>
        <p:spPr>
          <a:xfrm>
            <a:off x="2577914" y="2629235"/>
            <a:ext cx="10485" cy="15329"/>
          </a:xfrm>
          <a:prstGeom prst="rect">
            <a:avLst/>
          </a:prstGeom>
        </p:spPr>
      </p:pic>
      <p:pic>
        <p:nvPicPr>
          <p:cNvPr id="877" name="Image 874" descr="preencoded.png">    </p:cNvPr>
          <p:cNvPicPr>
            <a:picLocks noChangeAspect="1"/>
          </p:cNvPicPr>
          <p:nvPr/>
        </p:nvPicPr>
        <p:blipFill>
          <a:blip r:embed="rId875"/>
          <a:stretch>
            <a:fillRect/>
          </a:stretch>
        </p:blipFill>
        <p:spPr>
          <a:xfrm>
            <a:off x="2624036" y="2580430"/>
            <a:ext cx="63873" cy="64098"/>
          </a:xfrm>
          <a:prstGeom prst="rect">
            <a:avLst/>
          </a:prstGeom>
        </p:spPr>
      </p:pic>
      <p:pic>
        <p:nvPicPr>
          <p:cNvPr id="878" name="Image 875" descr="preencoded.png">    </p:cNvPr>
          <p:cNvPicPr>
            <a:picLocks noChangeAspect="1"/>
          </p:cNvPicPr>
          <p:nvPr/>
        </p:nvPicPr>
        <p:blipFill>
          <a:blip r:embed="rId876"/>
          <a:stretch>
            <a:fillRect/>
          </a:stretch>
        </p:blipFill>
        <p:spPr>
          <a:xfrm>
            <a:off x="2568055" y="2759282"/>
            <a:ext cx="309276" cy="122588"/>
          </a:xfrm>
          <a:prstGeom prst="rect">
            <a:avLst/>
          </a:prstGeom>
        </p:spPr>
      </p:pic>
      <p:pic>
        <p:nvPicPr>
          <p:cNvPr id="879" name="Image 876" descr="preencoded.png">    </p:cNvPr>
          <p:cNvPicPr>
            <a:picLocks noChangeAspect="1"/>
          </p:cNvPicPr>
          <p:nvPr/>
        </p:nvPicPr>
        <p:blipFill>
          <a:blip r:embed="rId877"/>
          <a:stretch>
            <a:fillRect/>
          </a:stretch>
        </p:blipFill>
        <p:spPr>
          <a:xfrm>
            <a:off x="1714364" y="2557698"/>
            <a:ext cx="39131" cy="87329"/>
          </a:xfrm>
          <a:prstGeom prst="rect">
            <a:avLst/>
          </a:prstGeom>
        </p:spPr>
      </p:pic>
      <p:pic>
        <p:nvPicPr>
          <p:cNvPr id="880" name="Image 877" descr="preencoded.png">    </p:cNvPr>
          <p:cNvPicPr>
            <a:picLocks noChangeAspect="1"/>
          </p:cNvPicPr>
          <p:nvPr/>
        </p:nvPicPr>
        <p:blipFill>
          <a:blip r:embed="rId878"/>
          <a:stretch>
            <a:fillRect/>
          </a:stretch>
        </p:blipFill>
        <p:spPr>
          <a:xfrm>
            <a:off x="1952194" y="2593467"/>
            <a:ext cx="27975" cy="37976"/>
          </a:xfrm>
          <a:prstGeom prst="rect">
            <a:avLst/>
          </a:prstGeom>
        </p:spPr>
      </p:pic>
      <p:pic>
        <p:nvPicPr>
          <p:cNvPr id="881" name="Image 878" descr="preencoded.png">    </p:cNvPr>
          <p:cNvPicPr>
            <a:picLocks noChangeAspect="1"/>
          </p:cNvPicPr>
          <p:nvPr/>
        </p:nvPicPr>
        <p:blipFill>
          <a:blip r:embed="rId879"/>
          <a:stretch>
            <a:fillRect/>
          </a:stretch>
        </p:blipFill>
        <p:spPr>
          <a:xfrm>
            <a:off x="1934963" y="2580151"/>
            <a:ext cx="63000" cy="63030"/>
          </a:xfrm>
          <a:prstGeom prst="rect">
            <a:avLst/>
          </a:prstGeom>
        </p:spPr>
      </p:pic>
      <p:pic>
        <p:nvPicPr>
          <p:cNvPr id="882" name="Image 879" descr="preencoded.png">    </p:cNvPr>
          <p:cNvPicPr>
            <a:picLocks noChangeAspect="1"/>
          </p:cNvPicPr>
          <p:nvPr/>
        </p:nvPicPr>
        <p:blipFill>
          <a:blip r:embed="rId880"/>
          <a:stretch>
            <a:fillRect/>
          </a:stretch>
        </p:blipFill>
        <p:spPr>
          <a:xfrm>
            <a:off x="1688815" y="2583247"/>
            <a:ext cx="15329" cy="61317"/>
          </a:xfrm>
          <a:prstGeom prst="rect">
            <a:avLst/>
          </a:prstGeom>
        </p:spPr>
      </p:pic>
      <p:pic>
        <p:nvPicPr>
          <p:cNvPr id="883" name="Image 880" descr="preencoded.png">    </p:cNvPr>
          <p:cNvPicPr>
            <a:picLocks noChangeAspect="1"/>
          </p:cNvPicPr>
          <p:nvPr/>
        </p:nvPicPr>
        <p:blipFill>
          <a:blip r:embed="rId881"/>
          <a:stretch>
            <a:fillRect/>
          </a:stretch>
        </p:blipFill>
        <p:spPr>
          <a:xfrm>
            <a:off x="2171688" y="2572870"/>
            <a:ext cx="30859" cy="18090"/>
          </a:xfrm>
          <a:prstGeom prst="rect">
            <a:avLst/>
          </a:prstGeom>
        </p:spPr>
      </p:pic>
      <p:pic>
        <p:nvPicPr>
          <p:cNvPr id="884" name="Image 881" descr="preencoded.png">    </p:cNvPr>
          <p:cNvPicPr>
            <a:picLocks noChangeAspect="1"/>
          </p:cNvPicPr>
          <p:nvPr/>
        </p:nvPicPr>
        <p:blipFill>
          <a:blip r:embed="rId882"/>
          <a:stretch>
            <a:fillRect/>
          </a:stretch>
        </p:blipFill>
        <p:spPr>
          <a:xfrm>
            <a:off x="2171205" y="2606241"/>
            <a:ext cx="33340" cy="23275"/>
          </a:xfrm>
          <a:prstGeom prst="rect">
            <a:avLst/>
          </a:prstGeom>
        </p:spPr>
      </p:pic>
      <p:pic>
        <p:nvPicPr>
          <p:cNvPr id="885" name="Image 882" descr="preencoded.png">    </p:cNvPr>
          <p:cNvPicPr>
            <a:picLocks noChangeAspect="1"/>
          </p:cNvPicPr>
          <p:nvPr/>
        </p:nvPicPr>
        <p:blipFill>
          <a:blip r:embed="rId883"/>
          <a:stretch>
            <a:fillRect/>
          </a:stretch>
        </p:blipFill>
        <p:spPr>
          <a:xfrm>
            <a:off x="2153803" y="2561530"/>
            <a:ext cx="69227" cy="83118"/>
          </a:xfrm>
          <a:prstGeom prst="rect">
            <a:avLst/>
          </a:prstGeom>
        </p:spPr>
      </p:pic>
      <p:pic>
        <p:nvPicPr>
          <p:cNvPr id="886" name="Image 883" descr="preencoded.png">    </p:cNvPr>
          <p:cNvPicPr>
            <a:picLocks noChangeAspect="1"/>
          </p:cNvPicPr>
          <p:nvPr/>
        </p:nvPicPr>
        <p:blipFill>
          <a:blip r:embed="rId884"/>
          <a:stretch>
            <a:fillRect/>
          </a:stretch>
        </p:blipFill>
        <p:spPr>
          <a:xfrm>
            <a:off x="2700549" y="2580692"/>
            <a:ext cx="56366" cy="63872"/>
          </a:xfrm>
          <a:prstGeom prst="rect">
            <a:avLst/>
          </a:prstGeom>
        </p:spPr>
      </p:pic>
      <p:pic>
        <p:nvPicPr>
          <p:cNvPr id="887" name="Image 884" descr="preencoded.png">    </p:cNvPr>
          <p:cNvPicPr>
            <a:picLocks noChangeAspect="1"/>
          </p:cNvPicPr>
          <p:nvPr/>
        </p:nvPicPr>
        <p:blipFill>
          <a:blip r:embed="rId885"/>
          <a:stretch>
            <a:fillRect/>
          </a:stretch>
        </p:blipFill>
        <p:spPr>
          <a:xfrm>
            <a:off x="2306823" y="2580692"/>
            <a:ext cx="59036" cy="64148"/>
          </a:xfrm>
          <a:prstGeom prst="rect">
            <a:avLst/>
          </a:prstGeom>
        </p:spPr>
      </p:pic>
      <p:pic>
        <p:nvPicPr>
          <p:cNvPr id="888" name="Image 885" descr="preencoded.png">    </p:cNvPr>
          <p:cNvPicPr>
            <a:picLocks noChangeAspect="1"/>
          </p:cNvPicPr>
          <p:nvPr/>
        </p:nvPicPr>
        <p:blipFill>
          <a:blip r:embed="rId886"/>
          <a:stretch>
            <a:fillRect/>
          </a:stretch>
        </p:blipFill>
        <p:spPr>
          <a:xfrm>
            <a:off x="2378324" y="2580503"/>
            <a:ext cx="18193" cy="64061"/>
          </a:xfrm>
          <a:prstGeom prst="rect">
            <a:avLst/>
          </a:prstGeom>
        </p:spPr>
      </p:pic>
      <p:pic>
        <p:nvPicPr>
          <p:cNvPr id="889" name="Image 886" descr="preencoded.png">    </p:cNvPr>
          <p:cNvPicPr>
            <a:picLocks noChangeAspect="1"/>
          </p:cNvPicPr>
          <p:nvPr/>
        </p:nvPicPr>
        <p:blipFill>
          <a:blip r:embed="rId887"/>
          <a:stretch>
            <a:fillRect/>
          </a:stretch>
        </p:blipFill>
        <p:spPr>
          <a:xfrm>
            <a:off x="2054163" y="2557698"/>
            <a:ext cx="58762" cy="86867"/>
          </a:xfrm>
          <a:prstGeom prst="rect">
            <a:avLst/>
          </a:prstGeom>
        </p:spPr>
      </p:pic>
      <p:pic>
        <p:nvPicPr>
          <p:cNvPr id="890" name="Image 887" descr="preencoded.png">    </p:cNvPr>
          <p:cNvPicPr>
            <a:picLocks noChangeAspect="1"/>
          </p:cNvPicPr>
          <p:nvPr/>
        </p:nvPicPr>
        <p:blipFill>
          <a:blip r:embed="rId888"/>
          <a:stretch>
            <a:fillRect/>
          </a:stretch>
        </p:blipFill>
        <p:spPr>
          <a:xfrm>
            <a:off x="1688815" y="2580417"/>
            <a:ext cx="18193" cy="64147"/>
          </a:xfrm>
          <a:prstGeom prst="rect">
            <a:avLst/>
          </a:prstGeom>
        </p:spPr>
      </p:pic>
      <p:pic>
        <p:nvPicPr>
          <p:cNvPr id="891" name="Image 888" descr="preencoded.png">    </p:cNvPr>
          <p:cNvPicPr>
            <a:picLocks noChangeAspect="1"/>
          </p:cNvPicPr>
          <p:nvPr/>
        </p:nvPicPr>
        <p:blipFill>
          <a:blip r:embed="rId889"/>
          <a:stretch>
            <a:fillRect/>
          </a:stretch>
        </p:blipFill>
        <p:spPr>
          <a:xfrm>
            <a:off x="2422100" y="2580481"/>
            <a:ext cx="58728" cy="65020"/>
          </a:xfrm>
          <a:prstGeom prst="rect">
            <a:avLst/>
          </a:prstGeom>
        </p:spPr>
      </p:pic>
      <p:pic>
        <p:nvPicPr>
          <p:cNvPr id="892" name="Image 889" descr="preencoded.png">    </p:cNvPr>
          <p:cNvPicPr>
            <a:picLocks noChangeAspect="1"/>
          </p:cNvPicPr>
          <p:nvPr/>
        </p:nvPicPr>
        <p:blipFill>
          <a:blip r:embed="rId890"/>
          <a:stretch>
            <a:fillRect/>
          </a:stretch>
        </p:blipFill>
        <p:spPr>
          <a:xfrm>
            <a:off x="2381188" y="2580984"/>
            <a:ext cx="38323" cy="63580"/>
          </a:xfrm>
          <a:prstGeom prst="rect">
            <a:avLst/>
          </a:prstGeom>
        </p:spPr>
      </p:pic>
      <p:pic>
        <p:nvPicPr>
          <p:cNvPr id="893" name="Image 890" descr="preencoded.png">    </p:cNvPr>
          <p:cNvPicPr>
            <a:picLocks noChangeAspect="1"/>
          </p:cNvPicPr>
          <p:nvPr/>
        </p:nvPicPr>
        <p:blipFill>
          <a:blip r:embed="rId891"/>
          <a:stretch>
            <a:fillRect/>
          </a:stretch>
        </p:blipFill>
        <p:spPr>
          <a:xfrm>
            <a:off x="2008175" y="2580692"/>
            <a:ext cx="41070" cy="63872"/>
          </a:xfrm>
          <a:prstGeom prst="rect">
            <a:avLst/>
          </a:prstGeom>
        </p:spPr>
      </p:pic>
      <p:pic>
        <p:nvPicPr>
          <p:cNvPr id="894" name="Image 891" descr="preencoded.png">    </p:cNvPr>
          <p:cNvPicPr>
            <a:picLocks noChangeAspect="1"/>
          </p:cNvPicPr>
          <p:nvPr/>
        </p:nvPicPr>
        <p:blipFill>
          <a:blip r:embed="rId892"/>
          <a:stretch>
            <a:fillRect/>
          </a:stretch>
        </p:blipFill>
        <p:spPr>
          <a:xfrm>
            <a:off x="4729229" y="2555143"/>
            <a:ext cx="28040" cy="37231"/>
          </a:xfrm>
          <a:prstGeom prst="rect">
            <a:avLst/>
          </a:prstGeom>
        </p:spPr>
      </p:pic>
      <p:pic>
        <p:nvPicPr>
          <p:cNvPr id="895" name="Image 892" descr="preencoded.png">    </p:cNvPr>
          <p:cNvPicPr>
            <a:picLocks noChangeAspect="1"/>
          </p:cNvPicPr>
          <p:nvPr/>
        </p:nvPicPr>
        <p:blipFill>
          <a:blip r:embed="rId893"/>
          <a:stretch>
            <a:fillRect/>
          </a:stretch>
        </p:blipFill>
        <p:spPr>
          <a:xfrm>
            <a:off x="4718896" y="2545030"/>
            <a:ext cx="48476" cy="56720"/>
          </a:xfrm>
          <a:prstGeom prst="rect">
            <a:avLst/>
          </a:prstGeom>
        </p:spPr>
      </p:pic>
      <p:pic>
        <p:nvPicPr>
          <p:cNvPr id="896" name="Image 893" descr="preencoded.png">    </p:cNvPr>
          <p:cNvPicPr>
            <a:picLocks noChangeAspect="1"/>
          </p:cNvPicPr>
          <p:nvPr/>
        </p:nvPicPr>
        <p:blipFill>
          <a:blip r:embed="rId894"/>
          <a:stretch>
            <a:fillRect/>
          </a:stretch>
        </p:blipFill>
        <p:spPr>
          <a:xfrm>
            <a:off x="1918754" y="2580692"/>
            <a:ext cx="12963" cy="15329"/>
          </a:xfrm>
          <a:prstGeom prst="rect">
            <a:avLst/>
          </a:prstGeom>
        </p:spPr>
      </p:pic>
      <p:pic>
        <p:nvPicPr>
          <p:cNvPr id="897" name="Image 894" descr="preencoded.png">    </p:cNvPr>
          <p:cNvPicPr>
            <a:picLocks noChangeAspect="1"/>
          </p:cNvPicPr>
          <p:nvPr/>
        </p:nvPicPr>
        <p:blipFill>
          <a:blip r:embed="rId895"/>
          <a:stretch>
            <a:fillRect/>
          </a:stretch>
        </p:blipFill>
        <p:spPr>
          <a:xfrm>
            <a:off x="1758036" y="2580481"/>
            <a:ext cx="58523" cy="63268"/>
          </a:xfrm>
          <a:prstGeom prst="rect">
            <a:avLst/>
          </a:prstGeom>
        </p:spPr>
      </p:pic>
      <p:pic>
        <p:nvPicPr>
          <p:cNvPr id="898" name="Image 895" descr="preencoded.png">    </p:cNvPr>
          <p:cNvPicPr>
            <a:picLocks noChangeAspect="1"/>
          </p:cNvPicPr>
          <p:nvPr/>
        </p:nvPicPr>
        <p:blipFill>
          <a:blip r:embed="rId896"/>
          <a:stretch>
            <a:fillRect/>
          </a:stretch>
        </p:blipFill>
        <p:spPr>
          <a:xfrm>
            <a:off x="5378066" y="2544909"/>
            <a:ext cx="28610" cy="56222"/>
          </a:xfrm>
          <a:prstGeom prst="rect">
            <a:avLst/>
          </a:prstGeom>
        </p:spPr>
      </p:pic>
      <p:pic>
        <p:nvPicPr>
          <p:cNvPr id="899" name="Image 896" descr="preencoded.png">    </p:cNvPr>
          <p:cNvPicPr>
            <a:picLocks noChangeAspect="1"/>
          </p:cNvPicPr>
          <p:nvPr/>
        </p:nvPicPr>
        <p:blipFill>
          <a:blip r:embed="rId897"/>
          <a:stretch>
            <a:fillRect/>
          </a:stretch>
        </p:blipFill>
        <p:spPr>
          <a:xfrm>
            <a:off x="5459821" y="2532150"/>
            <a:ext cx="25549" cy="69195"/>
          </a:xfrm>
          <a:prstGeom prst="rect">
            <a:avLst/>
          </a:prstGeom>
        </p:spPr>
      </p:pic>
      <p:pic>
        <p:nvPicPr>
          <p:cNvPr id="900" name="Image 897" descr="preencoded.png">    </p:cNvPr>
          <p:cNvPicPr>
            <a:picLocks noChangeAspect="1"/>
          </p:cNvPicPr>
          <p:nvPr/>
        </p:nvPicPr>
        <p:blipFill>
          <a:blip r:embed="rId898"/>
          <a:stretch>
            <a:fillRect/>
          </a:stretch>
        </p:blipFill>
        <p:spPr>
          <a:xfrm>
            <a:off x="5419822" y="2578137"/>
            <a:ext cx="22116" cy="15355"/>
          </a:xfrm>
          <a:prstGeom prst="rect">
            <a:avLst/>
          </a:prstGeom>
        </p:spPr>
      </p:pic>
      <p:pic>
        <p:nvPicPr>
          <p:cNvPr id="901" name="Image 898" descr="preencoded.png">    </p:cNvPr>
          <p:cNvPicPr>
            <a:picLocks noChangeAspect="1"/>
          </p:cNvPicPr>
          <p:nvPr/>
        </p:nvPicPr>
        <p:blipFill>
          <a:blip r:embed="rId899"/>
          <a:stretch>
            <a:fillRect/>
          </a:stretch>
        </p:blipFill>
        <p:spPr>
          <a:xfrm>
            <a:off x="5191559" y="2547479"/>
            <a:ext cx="12774" cy="53881"/>
          </a:xfrm>
          <a:prstGeom prst="rect">
            <a:avLst/>
          </a:prstGeom>
        </p:spPr>
      </p:pic>
      <p:pic>
        <p:nvPicPr>
          <p:cNvPr id="902" name="Image 899" descr="preencoded.png">    </p:cNvPr>
          <p:cNvPicPr>
            <a:picLocks noChangeAspect="1"/>
          </p:cNvPicPr>
          <p:nvPr/>
        </p:nvPicPr>
        <p:blipFill>
          <a:blip r:embed="rId900"/>
          <a:stretch>
            <a:fillRect/>
          </a:stretch>
        </p:blipFill>
        <p:spPr>
          <a:xfrm>
            <a:off x="2234966" y="2580692"/>
            <a:ext cx="18478" cy="63872"/>
          </a:xfrm>
          <a:prstGeom prst="rect">
            <a:avLst/>
          </a:prstGeom>
        </p:spPr>
      </p:pic>
      <p:pic>
        <p:nvPicPr>
          <p:cNvPr id="903" name="Image 900" descr="preencoded.png">    </p:cNvPr>
          <p:cNvPicPr>
            <a:picLocks noChangeAspect="1"/>
          </p:cNvPicPr>
          <p:nvPr/>
        </p:nvPicPr>
        <p:blipFill>
          <a:blip r:embed="rId901"/>
          <a:stretch>
            <a:fillRect/>
          </a:stretch>
        </p:blipFill>
        <p:spPr>
          <a:xfrm>
            <a:off x="2054163" y="2554868"/>
            <a:ext cx="17884" cy="43708"/>
          </a:xfrm>
          <a:prstGeom prst="rect">
            <a:avLst/>
          </a:prstGeom>
        </p:spPr>
      </p:pic>
      <p:pic>
        <p:nvPicPr>
          <p:cNvPr id="904" name="Image 901" descr="preencoded.png">    </p:cNvPr>
          <p:cNvPicPr>
            <a:picLocks noChangeAspect="1"/>
          </p:cNvPicPr>
          <p:nvPr/>
        </p:nvPicPr>
        <p:blipFill>
          <a:blip r:embed="rId902"/>
          <a:stretch>
            <a:fillRect/>
          </a:stretch>
        </p:blipFill>
        <p:spPr>
          <a:xfrm>
            <a:off x="5429163" y="2575317"/>
            <a:ext cx="15559" cy="10485"/>
          </a:xfrm>
          <a:prstGeom prst="rect">
            <a:avLst/>
          </a:prstGeom>
        </p:spPr>
      </p:pic>
      <p:pic>
        <p:nvPicPr>
          <p:cNvPr id="905" name="Image 902" descr="preencoded.png">    </p:cNvPr>
          <p:cNvPicPr>
            <a:picLocks noChangeAspect="1"/>
          </p:cNvPicPr>
          <p:nvPr/>
        </p:nvPicPr>
        <p:blipFill>
          <a:blip r:embed="rId903"/>
          <a:stretch>
            <a:fillRect/>
          </a:stretch>
        </p:blipFill>
        <p:spPr>
          <a:xfrm>
            <a:off x="5409037" y="2544349"/>
            <a:ext cx="45838" cy="56782"/>
          </a:xfrm>
          <a:prstGeom prst="rect">
            <a:avLst/>
          </a:prstGeom>
        </p:spPr>
      </p:pic>
      <p:pic>
        <p:nvPicPr>
          <p:cNvPr id="906" name="Image 903" descr="preencoded.png">    </p:cNvPr>
          <p:cNvPicPr>
            <a:picLocks noChangeAspect="1"/>
          </p:cNvPicPr>
          <p:nvPr/>
        </p:nvPicPr>
        <p:blipFill>
          <a:blip r:embed="rId904"/>
          <a:stretch>
            <a:fillRect/>
          </a:stretch>
        </p:blipFill>
        <p:spPr>
          <a:xfrm>
            <a:off x="5224927" y="2555143"/>
            <a:ext cx="28798" cy="38323"/>
          </a:xfrm>
          <a:prstGeom prst="rect">
            <a:avLst/>
          </a:prstGeom>
        </p:spPr>
      </p:pic>
      <p:pic>
        <p:nvPicPr>
          <p:cNvPr id="907" name="Image 904" descr="preencoded.png">    </p:cNvPr>
          <p:cNvPicPr>
            <a:picLocks noChangeAspect="1"/>
          </p:cNvPicPr>
          <p:nvPr/>
        </p:nvPicPr>
        <p:blipFill>
          <a:blip r:embed="rId905"/>
          <a:stretch>
            <a:fillRect/>
          </a:stretch>
        </p:blipFill>
        <p:spPr>
          <a:xfrm>
            <a:off x="4887782" y="2578137"/>
            <a:ext cx="22740" cy="15062"/>
          </a:xfrm>
          <a:prstGeom prst="rect">
            <a:avLst/>
          </a:prstGeom>
        </p:spPr>
      </p:pic>
      <p:pic>
        <p:nvPicPr>
          <p:cNvPr id="908" name="Image 905" descr="preencoded.png">    </p:cNvPr>
          <p:cNvPicPr>
            <a:picLocks noChangeAspect="1"/>
          </p:cNvPicPr>
          <p:nvPr/>
        </p:nvPicPr>
        <p:blipFill>
          <a:blip r:embed="rId906"/>
          <a:stretch>
            <a:fillRect/>
          </a:stretch>
        </p:blipFill>
        <p:spPr>
          <a:xfrm>
            <a:off x="2153803" y="2554881"/>
            <a:ext cx="65896" cy="87128"/>
          </a:xfrm>
          <a:prstGeom prst="rect">
            <a:avLst/>
          </a:prstGeom>
        </p:spPr>
      </p:pic>
      <p:pic>
        <p:nvPicPr>
          <p:cNvPr id="909" name="Image 906" descr="preencoded.png">    </p:cNvPr>
          <p:cNvPicPr>
            <a:picLocks noChangeAspect="1"/>
          </p:cNvPicPr>
          <p:nvPr/>
        </p:nvPicPr>
        <p:blipFill>
          <a:blip r:embed="rId907"/>
          <a:stretch>
            <a:fillRect/>
          </a:stretch>
        </p:blipFill>
        <p:spPr>
          <a:xfrm>
            <a:off x="1890651" y="2554638"/>
            <a:ext cx="42186" cy="89927"/>
          </a:xfrm>
          <a:prstGeom prst="rect">
            <a:avLst/>
          </a:prstGeom>
        </p:spPr>
      </p:pic>
      <p:pic>
        <p:nvPicPr>
          <p:cNvPr id="910" name="Image 907" descr="preencoded.png">    </p:cNvPr>
          <p:cNvPicPr>
            <a:picLocks noChangeAspect="1"/>
          </p:cNvPicPr>
          <p:nvPr/>
        </p:nvPicPr>
        <p:blipFill>
          <a:blip r:embed="rId908"/>
          <a:stretch>
            <a:fillRect/>
          </a:stretch>
        </p:blipFill>
        <p:spPr>
          <a:xfrm>
            <a:off x="1630053" y="2572870"/>
            <a:ext cx="27627" cy="23306"/>
          </a:xfrm>
          <a:prstGeom prst="rect">
            <a:avLst/>
          </a:prstGeom>
        </p:spPr>
      </p:pic>
      <p:pic>
        <p:nvPicPr>
          <p:cNvPr id="911" name="Image 908" descr="preencoded.png">    </p:cNvPr>
          <p:cNvPicPr>
            <a:picLocks noChangeAspect="1"/>
          </p:cNvPicPr>
          <p:nvPr/>
        </p:nvPicPr>
        <p:blipFill>
          <a:blip r:embed="rId909"/>
          <a:stretch>
            <a:fillRect/>
          </a:stretch>
        </p:blipFill>
        <p:spPr>
          <a:xfrm>
            <a:off x="5012067" y="2521722"/>
            <a:ext cx="83686" cy="86603"/>
          </a:xfrm>
          <a:prstGeom prst="rect">
            <a:avLst/>
          </a:prstGeom>
        </p:spPr>
      </p:pic>
      <p:pic>
        <p:nvPicPr>
          <p:cNvPr id="912" name="Image 909" descr="preencoded.png">    </p:cNvPr>
          <p:cNvPicPr>
            <a:picLocks noChangeAspect="1"/>
          </p:cNvPicPr>
          <p:nvPr/>
        </p:nvPicPr>
        <p:blipFill>
          <a:blip r:embed="rId910"/>
          <a:stretch>
            <a:fillRect/>
          </a:stretch>
        </p:blipFill>
        <p:spPr>
          <a:xfrm>
            <a:off x="5005612" y="2514265"/>
            <a:ext cx="97435" cy="100317"/>
          </a:xfrm>
          <a:prstGeom prst="rect">
            <a:avLst/>
          </a:prstGeom>
        </p:spPr>
      </p:pic>
      <p:pic>
        <p:nvPicPr>
          <p:cNvPr id="913" name="Image 910" descr="preencoded.png">    </p:cNvPr>
          <p:cNvPicPr>
            <a:picLocks noChangeAspect="1"/>
          </p:cNvPicPr>
          <p:nvPr/>
        </p:nvPicPr>
        <p:blipFill>
          <a:blip r:embed="rId911"/>
          <a:stretch>
            <a:fillRect/>
          </a:stretch>
        </p:blipFill>
        <p:spPr>
          <a:xfrm>
            <a:off x="4897748" y="2575317"/>
            <a:ext cx="15559" cy="10485"/>
          </a:xfrm>
          <a:prstGeom prst="rect">
            <a:avLst/>
          </a:prstGeom>
        </p:spPr>
      </p:pic>
      <p:pic>
        <p:nvPicPr>
          <p:cNvPr id="914" name="Image 911" descr="preencoded.png">    </p:cNvPr>
          <p:cNvPicPr>
            <a:picLocks noChangeAspect="1"/>
          </p:cNvPicPr>
          <p:nvPr/>
        </p:nvPicPr>
        <p:blipFill>
          <a:blip r:embed="rId912"/>
          <a:stretch>
            <a:fillRect/>
          </a:stretch>
        </p:blipFill>
        <p:spPr>
          <a:xfrm>
            <a:off x="5137906" y="2526788"/>
            <a:ext cx="66427" cy="74343"/>
          </a:xfrm>
          <a:prstGeom prst="rect">
            <a:avLst/>
          </a:prstGeom>
        </p:spPr>
      </p:pic>
      <p:pic>
        <p:nvPicPr>
          <p:cNvPr id="915" name="Image 912" descr="preencoded.png">    </p:cNvPr>
          <p:cNvPicPr>
            <a:picLocks noChangeAspect="1"/>
          </p:cNvPicPr>
          <p:nvPr/>
        </p:nvPicPr>
        <p:blipFill>
          <a:blip r:embed="rId913"/>
          <a:stretch>
            <a:fillRect/>
          </a:stretch>
        </p:blipFill>
        <p:spPr>
          <a:xfrm>
            <a:off x="4877156" y="2545103"/>
            <a:ext cx="46140" cy="56028"/>
          </a:xfrm>
          <a:prstGeom prst="rect">
            <a:avLst/>
          </a:prstGeom>
        </p:spPr>
      </p:pic>
      <p:pic>
        <p:nvPicPr>
          <p:cNvPr id="916" name="Image 913" descr="preencoded.png">    </p:cNvPr>
          <p:cNvPicPr>
            <a:picLocks noChangeAspect="1"/>
          </p:cNvPicPr>
          <p:nvPr/>
        </p:nvPicPr>
        <p:blipFill>
          <a:blip r:embed="rId914"/>
          <a:stretch>
            <a:fillRect/>
          </a:stretch>
        </p:blipFill>
        <p:spPr>
          <a:xfrm>
            <a:off x="4838985" y="2554978"/>
            <a:ext cx="70769" cy="38488"/>
          </a:xfrm>
          <a:prstGeom prst="rect">
            <a:avLst/>
          </a:prstGeom>
        </p:spPr>
      </p:pic>
      <p:pic>
        <p:nvPicPr>
          <p:cNvPr id="917" name="Image 914" descr="preencoded.png">    </p:cNvPr>
          <p:cNvPicPr>
            <a:picLocks noChangeAspect="1"/>
          </p:cNvPicPr>
          <p:nvPr/>
        </p:nvPicPr>
        <p:blipFill>
          <a:blip r:embed="rId915"/>
          <a:stretch>
            <a:fillRect/>
          </a:stretch>
        </p:blipFill>
        <p:spPr>
          <a:xfrm>
            <a:off x="4642260" y="2544924"/>
            <a:ext cx="20439" cy="25839"/>
          </a:xfrm>
          <a:prstGeom prst="rect">
            <a:avLst/>
          </a:prstGeom>
        </p:spPr>
      </p:pic>
      <p:pic>
        <p:nvPicPr>
          <p:cNvPr id="918" name="Image 915" descr="preencoded.png">    </p:cNvPr>
          <p:cNvPicPr>
            <a:picLocks noChangeAspect="1"/>
          </p:cNvPicPr>
          <p:nvPr/>
        </p:nvPicPr>
        <p:blipFill>
          <a:blip r:embed="rId916"/>
          <a:stretch>
            <a:fillRect/>
          </a:stretch>
        </p:blipFill>
        <p:spPr>
          <a:xfrm>
            <a:off x="4619266" y="2526848"/>
            <a:ext cx="66427" cy="74504"/>
          </a:xfrm>
          <a:prstGeom prst="rect">
            <a:avLst/>
          </a:prstGeom>
        </p:spPr>
      </p:pic>
      <p:pic>
        <p:nvPicPr>
          <p:cNvPr id="919" name="Image 916" descr="preencoded.png">    </p:cNvPr>
          <p:cNvPicPr>
            <a:picLocks noChangeAspect="1"/>
          </p:cNvPicPr>
          <p:nvPr/>
        </p:nvPicPr>
        <p:blipFill>
          <a:blip r:embed="rId917"/>
          <a:stretch>
            <a:fillRect/>
          </a:stretch>
        </p:blipFill>
        <p:spPr>
          <a:xfrm>
            <a:off x="2238115" y="2557698"/>
            <a:ext cx="15329" cy="15329"/>
          </a:xfrm>
          <a:prstGeom prst="rect">
            <a:avLst/>
          </a:prstGeom>
        </p:spPr>
      </p:pic>
      <p:pic>
        <p:nvPicPr>
          <p:cNvPr id="920" name="Image 917" descr="preencoded.png">    </p:cNvPr>
          <p:cNvPicPr>
            <a:picLocks noChangeAspect="1"/>
          </p:cNvPicPr>
          <p:nvPr/>
        </p:nvPicPr>
        <p:blipFill>
          <a:blip r:embed="rId918"/>
          <a:stretch>
            <a:fillRect/>
          </a:stretch>
        </p:blipFill>
        <p:spPr>
          <a:xfrm>
            <a:off x="2235560" y="2554868"/>
            <a:ext cx="20714" cy="20714"/>
          </a:xfrm>
          <a:prstGeom prst="rect">
            <a:avLst/>
          </a:prstGeom>
        </p:spPr>
      </p:pic>
      <p:pic>
        <p:nvPicPr>
          <p:cNvPr id="921" name="Image 918" descr="preencoded.png">    </p:cNvPr>
          <p:cNvPicPr>
            <a:picLocks noChangeAspect="1"/>
          </p:cNvPicPr>
          <p:nvPr/>
        </p:nvPicPr>
        <p:blipFill>
          <a:blip r:embed="rId919"/>
          <a:stretch>
            <a:fillRect/>
          </a:stretch>
        </p:blipFill>
        <p:spPr>
          <a:xfrm>
            <a:off x="1612168" y="2557539"/>
            <a:ext cx="63421" cy="87025"/>
          </a:xfrm>
          <a:prstGeom prst="rect">
            <a:avLst/>
          </a:prstGeom>
        </p:spPr>
      </p:pic>
      <p:pic>
        <p:nvPicPr>
          <p:cNvPr id="922" name="Image 919" descr="preencoded.png">    </p:cNvPr>
          <p:cNvPicPr>
            <a:picLocks noChangeAspect="1"/>
          </p:cNvPicPr>
          <p:nvPr/>
        </p:nvPicPr>
        <p:blipFill>
          <a:blip r:embed="rId920"/>
          <a:stretch>
            <a:fillRect/>
          </a:stretch>
        </p:blipFill>
        <p:spPr>
          <a:xfrm>
            <a:off x="5334633" y="2554652"/>
            <a:ext cx="25549" cy="13265"/>
          </a:xfrm>
          <a:prstGeom prst="rect">
            <a:avLst/>
          </a:prstGeom>
        </p:spPr>
      </p:pic>
      <p:pic>
        <p:nvPicPr>
          <p:cNvPr id="923" name="Image 920" descr="preencoded.png">    </p:cNvPr>
          <p:cNvPicPr>
            <a:picLocks noChangeAspect="1"/>
          </p:cNvPicPr>
          <p:nvPr/>
        </p:nvPicPr>
        <p:blipFill>
          <a:blip r:embed="rId921"/>
          <a:stretch>
            <a:fillRect/>
          </a:stretch>
        </p:blipFill>
        <p:spPr>
          <a:xfrm>
            <a:off x="5322083" y="2544922"/>
            <a:ext cx="48573" cy="55579"/>
          </a:xfrm>
          <a:prstGeom prst="rect">
            <a:avLst/>
          </a:prstGeom>
        </p:spPr>
      </p:pic>
      <p:pic>
        <p:nvPicPr>
          <p:cNvPr id="924" name="Image 921" descr="preencoded.png">    </p:cNvPr>
          <p:cNvPicPr>
            <a:picLocks noChangeAspect="1"/>
          </p:cNvPicPr>
          <p:nvPr/>
        </p:nvPicPr>
        <p:blipFill>
          <a:blip r:embed="rId922"/>
          <a:stretch>
            <a:fillRect/>
          </a:stretch>
        </p:blipFill>
        <p:spPr>
          <a:xfrm>
            <a:off x="5278600" y="2555068"/>
            <a:ext cx="25380" cy="37989"/>
          </a:xfrm>
          <a:prstGeom prst="rect">
            <a:avLst/>
          </a:prstGeom>
        </p:spPr>
      </p:pic>
      <p:pic>
        <p:nvPicPr>
          <p:cNvPr id="925" name="Image 922" descr="preencoded.png">    </p:cNvPr>
          <p:cNvPicPr>
            <a:picLocks noChangeAspect="1"/>
          </p:cNvPicPr>
          <p:nvPr/>
        </p:nvPicPr>
        <p:blipFill>
          <a:blip r:embed="rId923"/>
          <a:stretch>
            <a:fillRect/>
          </a:stretch>
        </p:blipFill>
        <p:spPr>
          <a:xfrm>
            <a:off x="1688815" y="2557698"/>
            <a:ext cx="15329" cy="15329"/>
          </a:xfrm>
          <a:prstGeom prst="rect">
            <a:avLst/>
          </a:prstGeom>
        </p:spPr>
      </p:pic>
      <p:pic>
        <p:nvPicPr>
          <p:cNvPr id="926" name="Image 923" descr="preencoded.png">    </p:cNvPr>
          <p:cNvPicPr>
            <a:picLocks noChangeAspect="1"/>
          </p:cNvPicPr>
          <p:nvPr/>
        </p:nvPicPr>
        <p:blipFill>
          <a:blip r:embed="rId924"/>
          <a:stretch>
            <a:fillRect/>
          </a:stretch>
        </p:blipFill>
        <p:spPr>
          <a:xfrm>
            <a:off x="4933516" y="2526811"/>
            <a:ext cx="10532" cy="74320"/>
          </a:xfrm>
          <a:prstGeom prst="rect">
            <a:avLst/>
          </a:prstGeom>
        </p:spPr>
      </p:pic>
      <p:pic>
        <p:nvPicPr>
          <p:cNvPr id="927" name="Image 924" descr="preencoded.png">    </p:cNvPr>
          <p:cNvPicPr>
            <a:picLocks noChangeAspect="1"/>
          </p:cNvPicPr>
          <p:nvPr/>
        </p:nvPicPr>
        <p:blipFill>
          <a:blip r:embed="rId925"/>
          <a:stretch>
            <a:fillRect/>
          </a:stretch>
        </p:blipFill>
        <p:spPr>
          <a:xfrm>
            <a:off x="4774759" y="2547479"/>
            <a:ext cx="43787" cy="53653"/>
          </a:xfrm>
          <a:prstGeom prst="rect">
            <a:avLst/>
          </a:prstGeom>
        </p:spPr>
      </p:pic>
      <p:pic>
        <p:nvPicPr>
          <p:cNvPr id="928" name="Image 925" descr="preencoded.png">    </p:cNvPr>
          <p:cNvPicPr>
            <a:picLocks noChangeAspect="1"/>
          </p:cNvPicPr>
          <p:nvPr/>
        </p:nvPicPr>
        <p:blipFill>
          <a:blip r:embed="rId926"/>
          <a:stretch>
            <a:fillRect/>
          </a:stretch>
        </p:blipFill>
        <p:spPr>
          <a:xfrm>
            <a:off x="4828617" y="2544924"/>
            <a:ext cx="41314" cy="56386"/>
          </a:xfrm>
          <a:prstGeom prst="rect">
            <a:avLst/>
          </a:prstGeom>
        </p:spPr>
      </p:pic>
      <p:pic>
        <p:nvPicPr>
          <p:cNvPr id="929" name="Image 926" descr="preencoded.png">    </p:cNvPr>
          <p:cNvPicPr>
            <a:picLocks noChangeAspect="1"/>
          </p:cNvPicPr>
          <p:nvPr/>
        </p:nvPicPr>
        <p:blipFill>
          <a:blip r:embed="rId927"/>
          <a:stretch>
            <a:fillRect/>
          </a:stretch>
        </p:blipFill>
        <p:spPr>
          <a:xfrm>
            <a:off x="1688815" y="2554868"/>
            <a:ext cx="18159" cy="18159"/>
          </a:xfrm>
          <a:prstGeom prst="rect">
            <a:avLst/>
          </a:prstGeom>
        </p:spPr>
      </p:pic>
      <p:pic>
        <p:nvPicPr>
          <p:cNvPr id="930" name="Image 927" descr="preencoded.png">    </p:cNvPr>
          <p:cNvPicPr>
            <a:picLocks noChangeAspect="1"/>
          </p:cNvPicPr>
          <p:nvPr/>
        </p:nvPicPr>
        <p:blipFill>
          <a:blip r:embed="rId928"/>
          <a:stretch>
            <a:fillRect/>
          </a:stretch>
        </p:blipFill>
        <p:spPr>
          <a:xfrm>
            <a:off x="4933516" y="2529594"/>
            <a:ext cx="7665" cy="71537"/>
          </a:xfrm>
          <a:prstGeom prst="rect">
            <a:avLst/>
          </a:prstGeom>
        </p:spPr>
      </p:pic>
      <p:pic>
        <p:nvPicPr>
          <p:cNvPr id="931" name="Image 928" descr="preencoded.png">    </p:cNvPr>
          <p:cNvPicPr>
            <a:picLocks noChangeAspect="1"/>
          </p:cNvPicPr>
          <p:nvPr/>
        </p:nvPicPr>
        <p:blipFill>
          <a:blip r:embed="rId929"/>
          <a:stretch>
            <a:fillRect/>
          </a:stretch>
        </p:blipFill>
        <p:spPr>
          <a:xfrm>
            <a:off x="1826779" y="2554930"/>
            <a:ext cx="56366" cy="89634"/>
          </a:xfrm>
          <a:prstGeom prst="rect">
            <a:avLst/>
          </a:prstGeom>
        </p:spPr>
      </p:pic>
      <p:pic>
        <p:nvPicPr>
          <p:cNvPr id="932" name="Image 929" descr="preencoded.png">    </p:cNvPr>
          <p:cNvPicPr>
            <a:picLocks noChangeAspect="1"/>
          </p:cNvPicPr>
          <p:nvPr/>
        </p:nvPicPr>
        <p:blipFill>
          <a:blip r:embed="rId930"/>
          <a:stretch>
            <a:fillRect/>
          </a:stretch>
        </p:blipFill>
        <p:spPr>
          <a:xfrm>
            <a:off x="5500700" y="2554463"/>
            <a:ext cx="25549" cy="13755"/>
          </a:xfrm>
          <a:prstGeom prst="rect">
            <a:avLst/>
          </a:prstGeom>
        </p:spPr>
      </p:pic>
      <p:pic>
        <p:nvPicPr>
          <p:cNvPr id="933" name="Image 930" descr="preencoded.png">    </p:cNvPr>
          <p:cNvPicPr>
            <a:picLocks noChangeAspect="1"/>
          </p:cNvPicPr>
          <p:nvPr/>
        </p:nvPicPr>
        <p:blipFill>
          <a:blip r:embed="rId931"/>
          <a:stretch>
            <a:fillRect/>
          </a:stretch>
        </p:blipFill>
        <p:spPr>
          <a:xfrm>
            <a:off x="2263664" y="2554831"/>
            <a:ext cx="40878" cy="89733"/>
          </a:xfrm>
          <a:prstGeom prst="rect">
            <a:avLst/>
          </a:prstGeom>
        </p:spPr>
      </p:pic>
      <p:pic>
        <p:nvPicPr>
          <p:cNvPr id="934" name="Image 931" descr="preencoded.png">    </p:cNvPr>
          <p:cNvPicPr>
            <a:picLocks noChangeAspect="1"/>
          </p:cNvPicPr>
          <p:nvPr/>
        </p:nvPicPr>
        <p:blipFill>
          <a:blip r:embed="rId932"/>
          <a:stretch>
            <a:fillRect/>
          </a:stretch>
        </p:blipFill>
        <p:spPr>
          <a:xfrm>
            <a:off x="5490207" y="2545239"/>
            <a:ext cx="46750" cy="56004"/>
          </a:xfrm>
          <a:prstGeom prst="rect">
            <a:avLst/>
          </a:prstGeom>
        </p:spPr>
      </p:pic>
      <p:pic>
        <p:nvPicPr>
          <p:cNvPr id="935" name="Image 932" descr="preencoded.png">    </p:cNvPr>
          <p:cNvPicPr>
            <a:picLocks noChangeAspect="1"/>
          </p:cNvPicPr>
          <p:nvPr/>
        </p:nvPicPr>
        <p:blipFill>
          <a:blip r:embed="rId933"/>
          <a:stretch>
            <a:fillRect/>
          </a:stretch>
        </p:blipFill>
        <p:spPr>
          <a:xfrm>
            <a:off x="4690802" y="2547479"/>
            <a:ext cx="28294" cy="53653"/>
          </a:xfrm>
          <a:prstGeom prst="rect">
            <a:avLst/>
          </a:prstGeom>
        </p:spPr>
      </p:pic>
      <p:pic>
        <p:nvPicPr>
          <p:cNvPr id="936" name="Image 933" descr="preencoded.png">    </p:cNvPr>
          <p:cNvPicPr>
            <a:picLocks noChangeAspect="1"/>
          </p:cNvPicPr>
          <p:nvPr/>
        </p:nvPicPr>
        <p:blipFill>
          <a:blip r:embed="rId934"/>
          <a:stretch>
            <a:fillRect/>
          </a:stretch>
        </p:blipFill>
        <p:spPr>
          <a:xfrm>
            <a:off x="5470042" y="2529594"/>
            <a:ext cx="15329" cy="58762"/>
          </a:xfrm>
          <a:prstGeom prst="rect">
            <a:avLst/>
          </a:prstGeom>
        </p:spPr>
      </p:pic>
      <p:pic>
        <p:nvPicPr>
          <p:cNvPr id="937" name="Image 934" descr="preencoded.png">    </p:cNvPr>
          <p:cNvPicPr>
            <a:picLocks noChangeAspect="1"/>
          </p:cNvPicPr>
          <p:nvPr/>
        </p:nvPicPr>
        <p:blipFill>
          <a:blip r:embed="rId935"/>
          <a:stretch>
            <a:fillRect/>
          </a:stretch>
        </p:blipFill>
        <p:spPr>
          <a:xfrm>
            <a:off x="5268477" y="2527039"/>
            <a:ext cx="45716" cy="74092"/>
          </a:xfrm>
          <a:prstGeom prst="rect">
            <a:avLst/>
          </a:prstGeom>
        </p:spPr>
      </p:pic>
      <p:pic>
        <p:nvPicPr>
          <p:cNvPr id="938" name="Image 935" descr="preencoded.png">    </p:cNvPr>
          <p:cNvPicPr>
            <a:picLocks noChangeAspect="1"/>
          </p:cNvPicPr>
          <p:nvPr/>
        </p:nvPicPr>
        <p:blipFill>
          <a:blip r:embed="rId936"/>
          <a:stretch>
            <a:fillRect/>
          </a:stretch>
        </p:blipFill>
        <p:spPr>
          <a:xfrm>
            <a:off x="5214699" y="2545367"/>
            <a:ext cx="49091" cy="55919"/>
          </a:xfrm>
          <a:prstGeom prst="rect">
            <a:avLst/>
          </a:prstGeom>
        </p:spPr>
      </p:pic>
      <p:pic>
        <p:nvPicPr>
          <p:cNvPr id="939" name="Image 936" descr="preencoded.png">    </p:cNvPr>
          <p:cNvPicPr>
            <a:picLocks noChangeAspect="1"/>
          </p:cNvPicPr>
          <p:nvPr/>
        </p:nvPicPr>
        <p:blipFill>
          <a:blip r:embed="rId937"/>
          <a:stretch>
            <a:fillRect/>
          </a:stretch>
        </p:blipFill>
        <p:spPr>
          <a:xfrm>
            <a:off x="7736222" y="2286881"/>
            <a:ext cx="10220" cy="12775"/>
          </a:xfrm>
          <a:prstGeom prst="rect">
            <a:avLst/>
          </a:prstGeom>
        </p:spPr>
      </p:pic>
      <p:pic>
        <p:nvPicPr>
          <p:cNvPr id="940" name="Image 937" descr="preencoded.png">    </p:cNvPr>
          <p:cNvPicPr>
            <a:picLocks noChangeAspect="1"/>
          </p:cNvPicPr>
          <p:nvPr/>
        </p:nvPicPr>
        <p:blipFill>
          <a:blip r:embed="rId938"/>
          <a:stretch>
            <a:fillRect/>
          </a:stretch>
        </p:blipFill>
        <p:spPr>
          <a:xfrm>
            <a:off x="7398360" y="2278911"/>
            <a:ext cx="49323" cy="158707"/>
          </a:xfrm>
          <a:prstGeom prst="rect">
            <a:avLst/>
          </a:prstGeom>
        </p:spPr>
      </p:pic>
      <p:pic>
        <p:nvPicPr>
          <p:cNvPr id="941" name="Image 938" descr="preencoded.png">    </p:cNvPr>
          <p:cNvPicPr>
            <a:picLocks noChangeAspect="1"/>
          </p:cNvPicPr>
          <p:nvPr/>
        </p:nvPicPr>
        <p:blipFill>
          <a:blip r:embed="rId939"/>
          <a:stretch>
            <a:fillRect/>
          </a:stretch>
        </p:blipFill>
        <p:spPr>
          <a:xfrm>
            <a:off x="7258459" y="2281771"/>
            <a:ext cx="89421" cy="88468"/>
          </a:xfrm>
          <a:prstGeom prst="rect">
            <a:avLst/>
          </a:prstGeom>
        </p:spPr>
      </p:pic>
      <p:pic>
        <p:nvPicPr>
          <p:cNvPr id="942" name="Image 939" descr="preencoded.png">    </p:cNvPr>
          <p:cNvPicPr>
            <a:picLocks noChangeAspect="1"/>
          </p:cNvPicPr>
          <p:nvPr/>
        </p:nvPicPr>
        <p:blipFill>
          <a:blip r:embed="rId940"/>
          <a:stretch>
            <a:fillRect/>
          </a:stretch>
        </p:blipFill>
        <p:spPr>
          <a:xfrm>
            <a:off x="7686044" y="2314747"/>
            <a:ext cx="27191" cy="40923"/>
          </a:xfrm>
          <a:prstGeom prst="rect">
            <a:avLst/>
          </a:prstGeom>
        </p:spPr>
      </p:pic>
      <p:pic>
        <p:nvPicPr>
          <p:cNvPr id="943" name="Image 940" descr="preencoded.png">    </p:cNvPr>
          <p:cNvPicPr>
            <a:picLocks noChangeAspect="1"/>
          </p:cNvPicPr>
          <p:nvPr/>
        </p:nvPicPr>
        <p:blipFill>
          <a:blip r:embed="rId941"/>
          <a:stretch>
            <a:fillRect/>
          </a:stretch>
        </p:blipFill>
        <p:spPr>
          <a:xfrm>
            <a:off x="7677476" y="2286881"/>
            <a:ext cx="45972" cy="78638"/>
          </a:xfrm>
          <a:prstGeom prst="rect">
            <a:avLst/>
          </a:prstGeom>
        </p:spPr>
      </p:pic>
      <p:pic>
        <p:nvPicPr>
          <p:cNvPr id="944" name="Image 941" descr="preencoded.png">    </p:cNvPr>
          <p:cNvPicPr>
            <a:picLocks noChangeAspect="1"/>
          </p:cNvPicPr>
          <p:nvPr/>
        </p:nvPicPr>
        <p:blipFill>
          <a:blip r:embed="rId942"/>
          <a:stretch>
            <a:fillRect/>
          </a:stretch>
        </p:blipFill>
        <p:spPr>
          <a:xfrm>
            <a:off x="7406642" y="2286881"/>
            <a:ext cx="33214" cy="168622"/>
          </a:xfrm>
          <a:prstGeom prst="rect">
            <a:avLst/>
          </a:prstGeom>
        </p:spPr>
      </p:pic>
      <p:pic>
        <p:nvPicPr>
          <p:cNvPr id="945" name="Image 942" descr="preencoded.png">    </p:cNvPr>
          <p:cNvPicPr>
            <a:picLocks noChangeAspect="1"/>
          </p:cNvPicPr>
          <p:nvPr/>
        </p:nvPicPr>
        <p:blipFill>
          <a:blip r:embed="rId943"/>
          <a:stretch>
            <a:fillRect/>
          </a:stretch>
        </p:blipFill>
        <p:spPr>
          <a:xfrm>
            <a:off x="7631473" y="2314967"/>
            <a:ext cx="25549" cy="15346"/>
          </a:xfrm>
          <a:prstGeom prst="rect">
            <a:avLst/>
          </a:prstGeom>
        </p:spPr>
      </p:pic>
      <p:pic>
        <p:nvPicPr>
          <p:cNvPr id="946" name="Image 943" descr="preencoded.png">    </p:cNvPr>
          <p:cNvPicPr>
            <a:picLocks noChangeAspect="1"/>
          </p:cNvPicPr>
          <p:nvPr/>
        </p:nvPicPr>
        <p:blipFill>
          <a:blip r:embed="rId944"/>
          <a:stretch>
            <a:fillRect/>
          </a:stretch>
        </p:blipFill>
        <p:spPr>
          <a:xfrm>
            <a:off x="7401533" y="2286881"/>
            <a:ext cx="41194" cy="176287"/>
          </a:xfrm>
          <a:prstGeom prst="rect">
            <a:avLst/>
          </a:prstGeom>
        </p:spPr>
      </p:pic>
      <p:pic>
        <p:nvPicPr>
          <p:cNvPr id="947" name="Image 944" descr="preencoded.png">    </p:cNvPr>
          <p:cNvPicPr>
            <a:picLocks noChangeAspect="1"/>
          </p:cNvPicPr>
          <p:nvPr/>
        </p:nvPicPr>
        <p:blipFill>
          <a:blip r:embed="rId945"/>
          <a:stretch>
            <a:fillRect/>
          </a:stretch>
        </p:blipFill>
        <p:spPr>
          <a:xfrm>
            <a:off x="7628917" y="2337666"/>
            <a:ext cx="40878" cy="5421"/>
          </a:xfrm>
          <a:prstGeom prst="rect">
            <a:avLst/>
          </a:prstGeom>
        </p:spPr>
      </p:pic>
      <p:pic>
        <p:nvPicPr>
          <p:cNvPr id="948" name="Image 945" descr="preencoded.png">    </p:cNvPr>
          <p:cNvPicPr>
            <a:picLocks noChangeAspect="1"/>
          </p:cNvPicPr>
          <p:nvPr/>
        </p:nvPicPr>
        <p:blipFill>
          <a:blip r:embed="rId946"/>
          <a:stretch>
            <a:fillRect/>
          </a:stretch>
        </p:blipFill>
        <p:spPr>
          <a:xfrm>
            <a:off x="7546997" y="2307320"/>
            <a:ext cx="5279" cy="56207"/>
          </a:xfrm>
          <a:prstGeom prst="rect">
            <a:avLst/>
          </a:prstGeom>
        </p:spPr>
      </p:pic>
      <p:pic>
        <p:nvPicPr>
          <p:cNvPr id="949" name="Image 946" descr="preencoded.png">    </p:cNvPr>
          <p:cNvPicPr>
            <a:picLocks noChangeAspect="1"/>
          </p:cNvPicPr>
          <p:nvPr/>
        </p:nvPicPr>
        <p:blipFill>
          <a:blip r:embed="rId947"/>
          <a:stretch>
            <a:fillRect/>
          </a:stretch>
        </p:blipFill>
        <p:spPr>
          <a:xfrm>
            <a:off x="7536657" y="2286881"/>
            <a:ext cx="71821" cy="76646"/>
          </a:xfrm>
          <a:prstGeom prst="rect">
            <a:avLst/>
          </a:prstGeom>
        </p:spPr>
      </p:pic>
      <p:pic>
        <p:nvPicPr>
          <p:cNvPr id="950" name="Image 947" descr="preencoded.png">    </p:cNvPr>
          <p:cNvPicPr>
            <a:picLocks noChangeAspect="1"/>
          </p:cNvPicPr>
          <p:nvPr/>
        </p:nvPicPr>
        <p:blipFill>
          <a:blip r:embed="rId948"/>
          <a:stretch>
            <a:fillRect/>
          </a:stretch>
        </p:blipFill>
        <p:spPr>
          <a:xfrm>
            <a:off x="7766881" y="2337978"/>
            <a:ext cx="28104" cy="19486"/>
          </a:xfrm>
          <a:prstGeom prst="rect">
            <a:avLst/>
          </a:prstGeom>
        </p:spPr>
      </p:pic>
      <p:pic>
        <p:nvPicPr>
          <p:cNvPr id="951" name="Image 948" descr="preencoded.png">    </p:cNvPr>
          <p:cNvPicPr>
            <a:picLocks noChangeAspect="1"/>
          </p:cNvPicPr>
          <p:nvPr/>
        </p:nvPicPr>
        <p:blipFill>
          <a:blip r:embed="rId949"/>
          <a:stretch>
            <a:fillRect/>
          </a:stretch>
        </p:blipFill>
        <p:spPr>
          <a:xfrm>
            <a:off x="7756937" y="2306659"/>
            <a:ext cx="48430" cy="59423"/>
          </a:xfrm>
          <a:prstGeom prst="rect">
            <a:avLst/>
          </a:prstGeom>
        </p:spPr>
      </p:pic>
      <p:pic>
        <p:nvPicPr>
          <p:cNvPr id="952" name="Image 949" descr="preencoded.png">    </p:cNvPr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7618668" y="2307713"/>
            <a:ext cx="51128" cy="58625"/>
          </a:xfrm>
          <a:prstGeom prst="rect">
            <a:avLst/>
          </a:prstGeom>
        </p:spPr>
      </p:pic>
      <p:pic>
        <p:nvPicPr>
          <p:cNvPr id="953" name="Image 950" descr="preencoded.png">    </p:cNvPr>
          <p:cNvPicPr>
            <a:picLocks noChangeAspect="1"/>
          </p:cNvPicPr>
          <p:nvPr/>
        </p:nvPicPr>
        <p:blipFill>
          <a:blip r:embed="rId951"/>
          <a:stretch>
            <a:fillRect/>
          </a:stretch>
        </p:blipFill>
        <p:spPr>
          <a:xfrm>
            <a:off x="7736222" y="2307320"/>
            <a:ext cx="10220" cy="56207"/>
          </a:xfrm>
          <a:prstGeom prst="rect">
            <a:avLst/>
          </a:prstGeom>
        </p:spPr>
      </p:pic>
      <p:pic>
        <p:nvPicPr>
          <p:cNvPr id="954" name="Image 951" descr="preencoded.png">    </p:cNvPr>
          <p:cNvPicPr>
            <a:picLocks noChangeAspect="1"/>
          </p:cNvPicPr>
          <p:nvPr/>
        </p:nvPicPr>
        <p:blipFill>
          <a:blip r:embed="rId952"/>
          <a:stretch>
            <a:fillRect/>
          </a:stretch>
        </p:blipFill>
        <p:spPr>
          <a:xfrm>
            <a:off x="7695344" y="2412070"/>
            <a:ext cx="10220" cy="10219"/>
          </a:xfrm>
          <a:prstGeom prst="rect">
            <a:avLst/>
          </a:prstGeom>
        </p:spPr>
      </p:pic>
      <p:pic>
        <p:nvPicPr>
          <p:cNvPr id="955" name="Image 952" descr="preencoded.png">    </p:cNvPr>
          <p:cNvPicPr>
            <a:picLocks noChangeAspect="1"/>
          </p:cNvPicPr>
          <p:nvPr/>
        </p:nvPicPr>
        <p:blipFill>
          <a:blip r:embed="rId953"/>
          <a:stretch>
            <a:fillRect/>
          </a:stretch>
        </p:blipFill>
        <p:spPr>
          <a:xfrm>
            <a:off x="7549716" y="2419577"/>
            <a:ext cx="35758" cy="25864"/>
          </a:xfrm>
          <a:prstGeom prst="rect">
            <a:avLst/>
          </a:prstGeom>
        </p:spPr>
      </p:pic>
      <p:pic>
        <p:nvPicPr>
          <p:cNvPr id="956" name="Image 953" descr="preencoded.png">    </p:cNvPr>
          <p:cNvPicPr>
            <a:picLocks noChangeAspect="1"/>
          </p:cNvPicPr>
          <p:nvPr/>
        </p:nvPicPr>
        <p:blipFill>
          <a:blip r:embed="rId954"/>
          <a:stretch>
            <a:fillRect/>
          </a:stretch>
        </p:blipFill>
        <p:spPr>
          <a:xfrm>
            <a:off x="7695344" y="2432509"/>
            <a:ext cx="10220" cy="56431"/>
          </a:xfrm>
          <a:prstGeom prst="rect">
            <a:avLst/>
          </a:prstGeom>
        </p:spPr>
      </p:pic>
      <p:pic>
        <p:nvPicPr>
          <p:cNvPr id="957" name="Image 954" descr="preencoded.png">    </p:cNvPr>
          <p:cNvPicPr>
            <a:picLocks noChangeAspect="1"/>
          </p:cNvPicPr>
          <p:nvPr/>
        </p:nvPicPr>
        <p:blipFill>
          <a:blip r:embed="rId955"/>
          <a:stretch>
            <a:fillRect/>
          </a:stretch>
        </p:blipFill>
        <p:spPr>
          <a:xfrm>
            <a:off x="7536628" y="2411911"/>
            <a:ext cx="66739" cy="74251"/>
          </a:xfrm>
          <a:prstGeom prst="rect">
            <a:avLst/>
          </a:prstGeom>
        </p:spPr>
      </p:pic>
      <p:pic>
        <p:nvPicPr>
          <p:cNvPr id="958" name="Image 955" descr="preencoded.png">    </p:cNvPr>
          <p:cNvPicPr>
            <a:picLocks noChangeAspect="1"/>
          </p:cNvPicPr>
          <p:nvPr/>
        </p:nvPicPr>
        <p:blipFill>
          <a:blip r:embed="rId956"/>
          <a:stretch>
            <a:fillRect/>
          </a:stretch>
        </p:blipFill>
        <p:spPr>
          <a:xfrm>
            <a:off x="7618692" y="2460613"/>
            <a:ext cx="25555" cy="19592"/>
          </a:xfrm>
          <a:prstGeom prst="rect">
            <a:avLst/>
          </a:prstGeom>
        </p:spPr>
      </p:pic>
      <p:pic>
        <p:nvPicPr>
          <p:cNvPr id="959" name="Image 956" descr="preencoded.png">    </p:cNvPr>
          <p:cNvPicPr>
            <a:picLocks noChangeAspect="1"/>
          </p:cNvPicPr>
          <p:nvPr/>
        </p:nvPicPr>
        <p:blipFill>
          <a:blip r:embed="rId957"/>
          <a:stretch>
            <a:fillRect/>
          </a:stretch>
        </p:blipFill>
        <p:spPr>
          <a:xfrm>
            <a:off x="7606036" y="2430045"/>
            <a:ext cx="50985" cy="58672"/>
          </a:xfrm>
          <a:prstGeom prst="rect">
            <a:avLst/>
          </a:prstGeom>
        </p:spPr>
      </p:pic>
      <p:pic>
        <p:nvPicPr>
          <p:cNvPr id="960" name="Image 957" descr="preencoded.png">    </p:cNvPr>
          <p:cNvPicPr>
            <a:picLocks noChangeAspect="1"/>
          </p:cNvPicPr>
          <p:nvPr/>
        </p:nvPicPr>
        <p:blipFill>
          <a:blip r:embed="rId958"/>
          <a:stretch>
            <a:fillRect/>
          </a:stretch>
        </p:blipFill>
        <p:spPr>
          <a:xfrm>
            <a:off x="7662131" y="2414625"/>
            <a:ext cx="25549" cy="74092"/>
          </a:xfrm>
          <a:prstGeom prst="rect">
            <a:avLst/>
          </a:prstGeom>
        </p:spPr>
      </p:pic>
      <p:pic>
        <p:nvPicPr>
          <p:cNvPr id="961" name="Image 958" descr="preencoded.png">    </p:cNvPr>
          <p:cNvPicPr>
            <a:picLocks noChangeAspect="1"/>
          </p:cNvPicPr>
          <p:nvPr/>
        </p:nvPicPr>
        <p:blipFill>
          <a:blip r:embed="rId959"/>
          <a:stretch>
            <a:fillRect/>
          </a:stretch>
        </p:blipFill>
        <p:spPr>
          <a:xfrm>
            <a:off x="7503728" y="2268996"/>
            <a:ext cx="352574" cy="229939"/>
          </a:xfrm>
          <a:prstGeom prst="rect">
            <a:avLst/>
          </a:prstGeom>
        </p:spPr>
      </p:pic>
      <p:pic>
        <p:nvPicPr>
          <p:cNvPr id="962" name="Image 959" descr="preencoded.png">    </p:cNvPr>
          <p:cNvPicPr>
            <a:picLocks noChangeAspect="1"/>
          </p:cNvPicPr>
          <p:nvPr/>
        </p:nvPicPr>
        <p:blipFill>
          <a:blip r:embed="rId960"/>
          <a:stretch>
            <a:fillRect/>
          </a:stretch>
        </p:blipFill>
        <p:spPr>
          <a:xfrm>
            <a:off x="7337660" y="2350752"/>
            <a:ext cx="33214" cy="104750"/>
          </a:xfrm>
          <a:prstGeom prst="rect">
            <a:avLst/>
          </a:prstGeom>
        </p:spPr>
      </p:pic>
      <p:pic>
        <p:nvPicPr>
          <p:cNvPr id="963" name="Image 960" descr="preencoded.png">    </p:cNvPr>
          <p:cNvPicPr>
            <a:picLocks noChangeAspect="1"/>
          </p:cNvPicPr>
          <p:nvPr/>
        </p:nvPicPr>
        <p:blipFill>
          <a:blip r:embed="rId961"/>
          <a:stretch>
            <a:fillRect/>
          </a:stretch>
        </p:blipFill>
        <p:spPr>
          <a:xfrm>
            <a:off x="6310597" y="2332972"/>
            <a:ext cx="115032" cy="132064"/>
          </a:xfrm>
          <a:prstGeom prst="rect">
            <a:avLst/>
          </a:prstGeom>
        </p:spPr>
      </p:pic>
      <p:pic>
        <p:nvPicPr>
          <p:cNvPr id="964" name="Image 961" descr="preencoded.png">    </p:cNvPr>
          <p:cNvPicPr>
            <a:picLocks noChangeAspect="1"/>
          </p:cNvPicPr>
          <p:nvPr/>
        </p:nvPicPr>
        <p:blipFill>
          <a:blip r:embed="rId962"/>
          <a:stretch>
            <a:fillRect/>
          </a:stretch>
        </p:blipFill>
        <p:spPr>
          <a:xfrm>
            <a:off x="7268678" y="2401850"/>
            <a:ext cx="33214" cy="53653"/>
          </a:xfrm>
          <a:prstGeom prst="rect">
            <a:avLst/>
          </a:prstGeom>
        </p:spPr>
      </p:pic>
      <p:pic>
        <p:nvPicPr>
          <p:cNvPr id="965" name="Image 962" descr="preencoded.png">    </p:cNvPr>
          <p:cNvPicPr>
            <a:picLocks noChangeAspect="1"/>
          </p:cNvPicPr>
          <p:nvPr/>
        </p:nvPicPr>
        <p:blipFill>
          <a:blip r:embed="rId963"/>
          <a:stretch>
            <a:fillRect/>
          </a:stretch>
        </p:blipFill>
        <p:spPr>
          <a:xfrm>
            <a:off x="7258459" y="2394186"/>
            <a:ext cx="53965" cy="71537"/>
          </a:xfrm>
          <a:prstGeom prst="rect">
            <a:avLst/>
          </a:prstGeom>
        </p:spPr>
      </p:pic>
      <p:pic>
        <p:nvPicPr>
          <p:cNvPr id="966" name="Image 963" descr="preencoded.png">    </p:cNvPr>
          <p:cNvPicPr>
            <a:picLocks noChangeAspect="1"/>
          </p:cNvPicPr>
          <p:nvPr/>
        </p:nvPicPr>
        <p:blipFill>
          <a:blip r:embed="rId964"/>
          <a:stretch>
            <a:fillRect/>
          </a:stretch>
        </p:blipFill>
        <p:spPr>
          <a:xfrm>
            <a:off x="7726063" y="2440174"/>
            <a:ext cx="30219" cy="40660"/>
          </a:xfrm>
          <a:prstGeom prst="rect">
            <a:avLst/>
          </a:prstGeom>
        </p:spPr>
      </p:pic>
      <p:pic>
        <p:nvPicPr>
          <p:cNvPr id="967" name="Image 964" descr="preencoded.png">    </p:cNvPr>
          <p:cNvPicPr>
            <a:picLocks noChangeAspect="1"/>
          </p:cNvPicPr>
          <p:nvPr/>
        </p:nvPicPr>
        <p:blipFill>
          <a:blip r:embed="rId965"/>
          <a:stretch>
            <a:fillRect/>
          </a:stretch>
        </p:blipFill>
        <p:spPr>
          <a:xfrm>
            <a:off x="7714797" y="2433612"/>
            <a:ext cx="52374" cy="55105"/>
          </a:xfrm>
          <a:prstGeom prst="rect">
            <a:avLst/>
          </a:prstGeom>
        </p:spPr>
      </p:pic>
      <p:pic>
        <p:nvPicPr>
          <p:cNvPr id="968" name="Image 965" descr="preencoded.png">    </p:cNvPr>
          <p:cNvPicPr>
            <a:picLocks noChangeAspect="1"/>
          </p:cNvPicPr>
          <p:nvPr/>
        </p:nvPicPr>
        <p:blipFill>
          <a:blip r:embed="rId966"/>
          <a:stretch>
            <a:fillRect/>
          </a:stretch>
        </p:blipFill>
        <p:spPr>
          <a:xfrm>
            <a:off x="7327143" y="2340246"/>
            <a:ext cx="54114" cy="125477"/>
          </a:xfrm>
          <a:prstGeom prst="rect">
            <a:avLst/>
          </a:prstGeom>
        </p:spPr>
      </p:pic>
      <p:pic>
        <p:nvPicPr>
          <p:cNvPr id="969" name="Image 966" descr="preencoded.png">    </p:cNvPr>
          <p:cNvPicPr>
            <a:picLocks noChangeAspect="1"/>
          </p:cNvPicPr>
          <p:nvPr/>
        </p:nvPicPr>
        <p:blipFill>
          <a:blip r:embed="rId967"/>
          <a:stretch>
            <a:fillRect/>
          </a:stretch>
        </p:blipFill>
        <p:spPr>
          <a:xfrm>
            <a:off x="7396107" y="2279216"/>
            <a:ext cx="54284" cy="186506"/>
          </a:xfrm>
          <a:prstGeom prst="rect">
            <a:avLst/>
          </a:prstGeom>
        </p:spPr>
      </p:pic>
      <p:pic>
        <p:nvPicPr>
          <p:cNvPr id="970" name="Image 967" descr="preencoded.png">    </p:cNvPr>
          <p:cNvPicPr>
            <a:picLocks noChangeAspect="1"/>
          </p:cNvPicPr>
          <p:nvPr/>
        </p:nvPicPr>
        <p:blipFill>
          <a:blip r:embed="rId968"/>
          <a:stretch>
            <a:fillRect/>
          </a:stretch>
        </p:blipFill>
        <p:spPr>
          <a:xfrm>
            <a:off x="7238020" y="2274106"/>
            <a:ext cx="224830" cy="209500"/>
          </a:xfrm>
          <a:prstGeom prst="rect">
            <a:avLst/>
          </a:prstGeom>
        </p:spPr>
      </p:pic>
      <p:pic>
        <p:nvPicPr>
          <p:cNvPr id="971" name="Image 968" descr="preencoded.png">    </p:cNvPr>
          <p:cNvPicPr>
            <a:picLocks noChangeAspect="1"/>
          </p:cNvPicPr>
          <p:nvPr/>
        </p:nvPicPr>
        <p:blipFill>
          <a:blip r:embed="rId969"/>
          <a:stretch>
            <a:fillRect/>
          </a:stretch>
        </p:blipFill>
        <p:spPr>
          <a:xfrm>
            <a:off x="7225082" y="2271301"/>
            <a:ext cx="237767" cy="225190"/>
          </a:xfrm>
          <a:prstGeom prst="rect">
            <a:avLst/>
          </a:prstGeom>
        </p:spPr>
      </p:pic>
      <p:pic>
        <p:nvPicPr>
          <p:cNvPr id="972" name="Image 969" descr="preencoded.png">    </p:cNvPr>
          <p:cNvPicPr>
            <a:picLocks noChangeAspect="1"/>
          </p:cNvPicPr>
          <p:nvPr/>
        </p:nvPicPr>
        <p:blipFill>
          <a:blip r:embed="rId970"/>
          <a:stretch>
            <a:fillRect/>
          </a:stretch>
        </p:blipFill>
        <p:spPr>
          <a:xfrm>
            <a:off x="6530318" y="2475942"/>
            <a:ext cx="694928" cy="245269"/>
          </a:xfrm>
          <a:prstGeom prst="rect">
            <a:avLst/>
          </a:prstGeom>
        </p:spPr>
      </p:pic>
      <p:pic>
        <p:nvPicPr>
          <p:cNvPr id="973" name="Image 970" descr="preencoded.png">    </p:cNvPr>
          <p:cNvPicPr>
            <a:picLocks noChangeAspect="1"/>
          </p:cNvPicPr>
          <p:nvPr/>
        </p:nvPicPr>
        <p:blipFill>
          <a:blip r:embed="rId971"/>
          <a:stretch>
            <a:fillRect/>
          </a:stretch>
        </p:blipFill>
        <p:spPr>
          <a:xfrm>
            <a:off x="7235465" y="2483607"/>
            <a:ext cx="230185" cy="12775"/>
          </a:xfrm>
          <a:prstGeom prst="rect">
            <a:avLst/>
          </a:prstGeom>
        </p:spPr>
      </p:pic>
      <p:pic>
        <p:nvPicPr>
          <p:cNvPr id="974" name="Image 971" descr="preencoded.png">    </p:cNvPr>
          <p:cNvPicPr>
            <a:picLocks noChangeAspect="1"/>
          </p:cNvPicPr>
          <p:nvPr/>
        </p:nvPicPr>
        <p:blipFill>
          <a:blip r:embed="rId972"/>
          <a:stretch>
            <a:fillRect/>
          </a:stretch>
        </p:blipFill>
        <p:spPr>
          <a:xfrm>
            <a:off x="5973353" y="2210234"/>
            <a:ext cx="2026022" cy="970856"/>
          </a:xfrm>
          <a:prstGeom prst="rect">
            <a:avLst/>
          </a:prstGeom>
        </p:spPr>
      </p:pic>
      <p:pic>
        <p:nvPicPr>
          <p:cNvPr id="975" name="Image 972" descr="preencoded.png">    </p:cNvPr>
          <p:cNvPicPr>
            <a:picLocks noChangeAspect="1"/>
          </p:cNvPicPr>
          <p:nvPr/>
        </p:nvPicPr>
        <p:blipFill>
          <a:blip r:embed="rId973"/>
          <a:stretch>
            <a:fillRect/>
          </a:stretch>
        </p:blipFill>
        <p:spPr>
          <a:xfrm>
            <a:off x="1847714" y="2743907"/>
            <a:ext cx="293811" cy="143074"/>
          </a:xfrm>
          <a:prstGeom prst="rect">
            <a:avLst/>
          </a:prstGeom>
        </p:spPr>
      </p:pic>
      <p:pic>
        <p:nvPicPr>
          <p:cNvPr id="976" name="Image 973" descr="preencoded.png">    </p:cNvPr>
          <p:cNvPicPr>
            <a:picLocks noChangeAspect="1"/>
          </p:cNvPicPr>
          <p:nvPr/>
        </p:nvPicPr>
        <p:blipFill>
          <a:blip r:embed="rId974"/>
          <a:stretch>
            <a:fillRect/>
          </a:stretch>
        </p:blipFill>
        <p:spPr>
          <a:xfrm>
            <a:off x="1980567" y="2718358"/>
            <a:ext cx="592733" cy="166067"/>
          </a:xfrm>
          <a:prstGeom prst="rect">
            <a:avLst/>
          </a:prstGeom>
        </p:spPr>
      </p:pic>
      <p:pic>
        <p:nvPicPr>
          <p:cNvPr id="977" name="Image 974" descr="preencoded.png">    </p:cNvPr>
          <p:cNvPicPr>
            <a:picLocks noChangeAspect="1"/>
          </p:cNvPicPr>
          <p:nvPr/>
        </p:nvPicPr>
        <p:blipFill>
          <a:blip r:embed="rId975"/>
          <a:stretch>
            <a:fillRect/>
          </a:stretch>
        </p:blipFill>
        <p:spPr>
          <a:xfrm>
            <a:off x="1235397" y="2294097"/>
            <a:ext cx="959358" cy="633611"/>
          </a:xfrm>
          <a:prstGeom prst="rect">
            <a:avLst/>
          </a:prstGeom>
        </p:spPr>
      </p:pic>
      <p:pic>
        <p:nvPicPr>
          <p:cNvPr id="978" name="Image 975" descr="preencoded.png">    </p:cNvPr>
          <p:cNvPicPr>
            <a:picLocks noChangeAspect="1"/>
          </p:cNvPicPr>
          <p:nvPr/>
        </p:nvPicPr>
        <p:blipFill>
          <a:blip r:embed="rId976"/>
          <a:stretch>
            <a:fillRect/>
          </a:stretch>
        </p:blipFill>
        <p:spPr>
          <a:xfrm>
            <a:off x="4877308" y="2274106"/>
            <a:ext cx="240159" cy="56207"/>
          </a:xfrm>
          <a:prstGeom prst="rect">
            <a:avLst/>
          </a:prstGeom>
        </p:spPr>
      </p:pic>
      <p:pic>
        <p:nvPicPr>
          <p:cNvPr id="979" name="Image 976" descr="preencoded.png">    </p:cNvPr>
          <p:cNvPicPr>
            <a:picLocks noChangeAspect="1"/>
          </p:cNvPicPr>
          <p:nvPr/>
        </p:nvPicPr>
        <p:blipFill>
          <a:blip r:embed="rId977"/>
          <a:stretch>
            <a:fillRect/>
          </a:stretch>
        </p:blipFill>
        <p:spPr>
          <a:xfrm>
            <a:off x="4634595" y="1742690"/>
            <a:ext cx="1047502" cy="1009179"/>
          </a:xfrm>
          <a:prstGeom prst="rect">
            <a:avLst/>
          </a:prstGeom>
        </p:spPr>
      </p:pic>
      <p:pic>
        <p:nvPicPr>
          <p:cNvPr id="980" name="Image 977" descr="preencoded.png">    </p:cNvPr>
          <p:cNvPicPr>
            <a:picLocks noChangeAspect="1"/>
          </p:cNvPicPr>
          <p:nvPr/>
        </p:nvPicPr>
        <p:blipFill>
          <a:blip r:embed="rId978"/>
          <a:stretch>
            <a:fillRect/>
          </a:stretch>
        </p:blipFill>
        <p:spPr>
          <a:xfrm>
            <a:off x="1433256" y="2332869"/>
            <a:ext cx="329651" cy="48595"/>
          </a:xfrm>
          <a:prstGeom prst="rect">
            <a:avLst/>
          </a:prstGeom>
        </p:spPr>
      </p:pic>
      <p:pic>
        <p:nvPicPr>
          <p:cNvPr id="981" name="Image 978" descr="preencoded.png">    </p:cNvPr>
          <p:cNvPicPr>
            <a:picLocks noChangeAspect="1"/>
          </p:cNvPicPr>
          <p:nvPr/>
        </p:nvPicPr>
        <p:blipFill>
          <a:blip r:embed="rId979"/>
          <a:stretch>
            <a:fillRect/>
          </a:stretch>
        </p:blipFill>
        <p:spPr>
          <a:xfrm>
            <a:off x="2542146" y="2350752"/>
            <a:ext cx="224830" cy="22841"/>
          </a:xfrm>
          <a:prstGeom prst="rect">
            <a:avLst/>
          </a:prstGeom>
        </p:spPr>
      </p:pic>
      <p:pic>
        <p:nvPicPr>
          <p:cNvPr id="982" name="Image 979" descr="preencoded.png">    </p:cNvPr>
          <p:cNvPicPr>
            <a:picLocks noChangeAspect="1"/>
          </p:cNvPicPr>
          <p:nvPr/>
        </p:nvPicPr>
        <p:blipFill>
          <a:blip r:embed="rId980"/>
          <a:stretch>
            <a:fillRect/>
          </a:stretch>
        </p:blipFill>
        <p:spPr>
          <a:xfrm>
            <a:off x="1476760" y="2304765"/>
            <a:ext cx="385787" cy="68522"/>
          </a:xfrm>
          <a:prstGeom prst="rect">
            <a:avLst/>
          </a:prstGeom>
        </p:spPr>
      </p:pic>
      <p:pic>
        <p:nvPicPr>
          <p:cNvPr id="983" name="Image 980" descr="preencoded.png">    </p:cNvPr>
          <p:cNvPicPr>
            <a:picLocks noChangeAspect="1"/>
          </p:cNvPicPr>
          <p:nvPr/>
        </p:nvPicPr>
        <p:blipFill>
          <a:blip r:embed="rId981"/>
          <a:stretch>
            <a:fillRect/>
          </a:stretch>
        </p:blipFill>
        <p:spPr>
          <a:xfrm>
            <a:off x="1578955" y="2261332"/>
            <a:ext cx="332245" cy="107335"/>
          </a:xfrm>
          <a:prstGeom prst="rect">
            <a:avLst/>
          </a:prstGeom>
        </p:spPr>
      </p:pic>
      <p:pic>
        <p:nvPicPr>
          <p:cNvPr id="984" name="Image 981" descr="preencoded.png">    </p:cNvPr>
          <p:cNvPicPr>
            <a:picLocks noChangeAspect="1"/>
          </p:cNvPicPr>
          <p:nvPr/>
        </p:nvPicPr>
        <p:blipFill>
          <a:blip r:embed="rId982"/>
          <a:stretch>
            <a:fillRect/>
          </a:stretch>
        </p:blipFill>
        <p:spPr>
          <a:xfrm>
            <a:off x="5973190" y="2210164"/>
            <a:ext cx="1252056" cy="281108"/>
          </a:xfrm>
          <a:prstGeom prst="rect">
            <a:avLst/>
          </a:prstGeom>
        </p:spPr>
      </p:pic>
      <p:pic>
        <p:nvPicPr>
          <p:cNvPr id="985" name="Image 982" descr="preencoded.png">    </p:cNvPr>
          <p:cNvPicPr>
            <a:picLocks noChangeAspect="1"/>
          </p:cNvPicPr>
          <p:nvPr/>
        </p:nvPicPr>
        <p:blipFill>
          <a:blip r:embed="rId983"/>
          <a:stretch>
            <a:fillRect/>
          </a:stretch>
        </p:blipFill>
        <p:spPr>
          <a:xfrm>
            <a:off x="1472854" y="2297100"/>
            <a:ext cx="149534" cy="58762"/>
          </a:xfrm>
          <a:prstGeom prst="rect">
            <a:avLst/>
          </a:prstGeom>
        </p:spPr>
      </p:pic>
      <p:pic>
        <p:nvPicPr>
          <p:cNvPr id="986" name="Image 983" descr="preencoded.png">    </p:cNvPr>
          <p:cNvPicPr>
            <a:picLocks noChangeAspect="1"/>
          </p:cNvPicPr>
          <p:nvPr/>
        </p:nvPicPr>
        <p:blipFill>
          <a:blip r:embed="rId984"/>
          <a:stretch>
            <a:fillRect/>
          </a:stretch>
        </p:blipFill>
        <p:spPr>
          <a:xfrm>
            <a:off x="4626930" y="2297100"/>
            <a:ext cx="15329" cy="43433"/>
          </a:xfrm>
          <a:prstGeom prst="rect">
            <a:avLst/>
          </a:prstGeom>
        </p:spPr>
      </p:pic>
      <p:pic>
        <p:nvPicPr>
          <p:cNvPr id="987" name="Image 984" descr="preencoded.png">    </p:cNvPr>
          <p:cNvPicPr>
            <a:picLocks noChangeAspect="1"/>
          </p:cNvPicPr>
          <p:nvPr/>
        </p:nvPicPr>
        <p:blipFill>
          <a:blip r:embed="rId985"/>
          <a:stretch>
            <a:fillRect/>
          </a:stretch>
        </p:blipFill>
        <p:spPr>
          <a:xfrm>
            <a:off x="1417997" y="2322499"/>
            <a:ext cx="58762" cy="25699"/>
          </a:xfrm>
          <a:prstGeom prst="rect">
            <a:avLst/>
          </a:prstGeom>
        </p:spPr>
      </p:pic>
      <p:pic>
        <p:nvPicPr>
          <p:cNvPr id="988" name="Image 985" descr="preencoded.png">    </p:cNvPr>
          <p:cNvPicPr>
            <a:picLocks noChangeAspect="1"/>
          </p:cNvPicPr>
          <p:nvPr/>
        </p:nvPicPr>
        <p:blipFill>
          <a:blip r:embed="rId986"/>
          <a:stretch>
            <a:fillRect/>
          </a:stretch>
        </p:blipFill>
        <p:spPr>
          <a:xfrm>
            <a:off x="2480829" y="2286881"/>
            <a:ext cx="157242" cy="64018"/>
          </a:xfrm>
          <a:prstGeom prst="rect">
            <a:avLst/>
          </a:prstGeom>
        </p:spPr>
      </p:pic>
      <p:pic>
        <p:nvPicPr>
          <p:cNvPr id="989" name="Image 986" descr="preencoded.png">    </p:cNvPr>
          <p:cNvPicPr>
            <a:picLocks noChangeAspect="1"/>
          </p:cNvPicPr>
          <p:nvPr/>
        </p:nvPicPr>
        <p:blipFill>
          <a:blip r:embed="rId987"/>
          <a:stretch>
            <a:fillRect/>
          </a:stretch>
        </p:blipFill>
        <p:spPr>
          <a:xfrm>
            <a:off x="1244265" y="2175066"/>
            <a:ext cx="304031" cy="183509"/>
          </a:xfrm>
          <a:prstGeom prst="rect">
            <a:avLst/>
          </a:prstGeom>
        </p:spPr>
      </p:pic>
      <p:pic>
        <p:nvPicPr>
          <p:cNvPr id="990" name="Image 987" descr="preencoded.png">    </p:cNvPr>
          <p:cNvPicPr>
            <a:picLocks noChangeAspect="1"/>
          </p:cNvPicPr>
          <p:nvPr/>
        </p:nvPicPr>
        <p:blipFill>
          <a:blip r:embed="rId988"/>
          <a:stretch>
            <a:fillRect/>
          </a:stretch>
        </p:blipFill>
        <p:spPr>
          <a:xfrm>
            <a:off x="4384208" y="2243114"/>
            <a:ext cx="83263" cy="84638"/>
          </a:xfrm>
          <a:prstGeom prst="rect">
            <a:avLst/>
          </a:prstGeom>
        </p:spPr>
      </p:pic>
      <p:pic>
        <p:nvPicPr>
          <p:cNvPr id="991" name="Image 988" descr="preencoded.png">    </p:cNvPr>
          <p:cNvPicPr>
            <a:picLocks noChangeAspect="1"/>
          </p:cNvPicPr>
          <p:nvPr/>
        </p:nvPicPr>
        <p:blipFill>
          <a:blip r:embed="rId989"/>
          <a:stretch>
            <a:fillRect/>
          </a:stretch>
        </p:blipFill>
        <p:spPr>
          <a:xfrm>
            <a:off x="4376551" y="2238338"/>
            <a:ext cx="97239" cy="95825"/>
          </a:xfrm>
          <a:prstGeom prst="rect">
            <a:avLst/>
          </a:prstGeom>
        </p:spPr>
      </p:pic>
      <p:pic>
        <p:nvPicPr>
          <p:cNvPr id="992" name="Image 989" descr="preencoded.png">    </p:cNvPr>
          <p:cNvPicPr>
            <a:picLocks noChangeAspect="1"/>
          </p:cNvPicPr>
          <p:nvPr/>
        </p:nvPicPr>
        <p:blipFill>
          <a:blip r:embed="rId990"/>
          <a:stretch>
            <a:fillRect/>
          </a:stretch>
        </p:blipFill>
        <p:spPr>
          <a:xfrm>
            <a:off x="4642260" y="2210234"/>
            <a:ext cx="71537" cy="132854"/>
          </a:xfrm>
          <a:prstGeom prst="rect">
            <a:avLst/>
          </a:prstGeom>
        </p:spPr>
      </p:pic>
      <p:pic>
        <p:nvPicPr>
          <p:cNvPr id="993" name="Image 990" descr="preencoded.png">    </p:cNvPr>
          <p:cNvPicPr>
            <a:picLocks noChangeAspect="1"/>
          </p:cNvPicPr>
          <p:nvPr/>
        </p:nvPicPr>
        <p:blipFill>
          <a:blip r:embed="rId991"/>
          <a:stretch>
            <a:fillRect/>
          </a:stretch>
        </p:blipFill>
        <p:spPr>
          <a:xfrm>
            <a:off x="1433326" y="2250962"/>
            <a:ext cx="125189" cy="46138"/>
          </a:xfrm>
          <a:prstGeom prst="rect">
            <a:avLst/>
          </a:prstGeom>
        </p:spPr>
      </p:pic>
      <p:pic>
        <p:nvPicPr>
          <p:cNvPr id="994" name="Image 991" descr="preencoded.png">    </p:cNvPr>
          <p:cNvPicPr>
            <a:picLocks noChangeAspect="1"/>
          </p:cNvPicPr>
          <p:nvPr/>
        </p:nvPicPr>
        <p:blipFill>
          <a:blip r:embed="rId992"/>
          <a:stretch>
            <a:fillRect/>
          </a:stretch>
        </p:blipFill>
        <p:spPr>
          <a:xfrm>
            <a:off x="1315802" y="2109316"/>
            <a:ext cx="700038" cy="255223"/>
          </a:xfrm>
          <a:prstGeom prst="rect">
            <a:avLst/>
          </a:prstGeom>
        </p:spPr>
      </p:pic>
      <p:pic>
        <p:nvPicPr>
          <p:cNvPr id="995" name="Image 992" descr="preencoded.png">    </p:cNvPr>
          <p:cNvPicPr>
            <a:picLocks noChangeAspect="1"/>
          </p:cNvPicPr>
          <p:nvPr/>
        </p:nvPicPr>
        <p:blipFill>
          <a:blip r:embed="rId993"/>
          <a:stretch>
            <a:fillRect/>
          </a:stretch>
        </p:blipFill>
        <p:spPr>
          <a:xfrm>
            <a:off x="1604504" y="2141252"/>
            <a:ext cx="337379" cy="163512"/>
          </a:xfrm>
          <a:prstGeom prst="rect">
            <a:avLst/>
          </a:prstGeom>
        </p:spPr>
      </p:pic>
      <p:pic>
        <p:nvPicPr>
          <p:cNvPr id="996" name="Image 993" descr="preencoded.png">    </p:cNvPr>
          <p:cNvPicPr>
            <a:picLocks noChangeAspect="1"/>
          </p:cNvPicPr>
          <p:nvPr/>
        </p:nvPicPr>
        <p:blipFill>
          <a:blip r:embed="rId994"/>
          <a:stretch>
            <a:fillRect/>
          </a:stretch>
        </p:blipFill>
        <p:spPr>
          <a:xfrm>
            <a:off x="1865102" y="2251112"/>
            <a:ext cx="63872" cy="53653"/>
          </a:xfrm>
          <a:prstGeom prst="rect">
            <a:avLst/>
          </a:prstGeom>
        </p:spPr>
      </p:pic>
      <p:pic>
        <p:nvPicPr>
          <p:cNvPr id="997" name="Image 994" descr="preencoded.png">    </p:cNvPr>
          <p:cNvPicPr>
            <a:picLocks noChangeAspect="1"/>
          </p:cNvPicPr>
          <p:nvPr/>
        </p:nvPicPr>
        <p:blipFill>
          <a:blip r:embed="rId995"/>
          <a:stretch>
            <a:fillRect/>
          </a:stretch>
        </p:blipFill>
        <p:spPr>
          <a:xfrm>
            <a:off x="4555393" y="2215344"/>
            <a:ext cx="81756" cy="127744"/>
          </a:xfrm>
          <a:prstGeom prst="rect">
            <a:avLst/>
          </a:prstGeom>
        </p:spPr>
      </p:pic>
      <p:pic>
        <p:nvPicPr>
          <p:cNvPr id="998" name="Image 995" descr="preencoded.png">    </p:cNvPr>
          <p:cNvPicPr>
            <a:picLocks noChangeAspect="1"/>
          </p:cNvPicPr>
          <p:nvPr/>
        </p:nvPicPr>
        <p:blipFill>
          <a:blip r:embed="rId996"/>
          <a:stretch>
            <a:fillRect/>
          </a:stretch>
        </p:blipFill>
        <p:spPr>
          <a:xfrm>
            <a:off x="4545174" y="2263887"/>
            <a:ext cx="66427" cy="84311"/>
          </a:xfrm>
          <a:prstGeom prst="rect">
            <a:avLst/>
          </a:prstGeom>
        </p:spPr>
      </p:pic>
      <p:pic>
        <p:nvPicPr>
          <p:cNvPr id="999" name="Image 996" descr="preencoded.png">    </p:cNvPr>
          <p:cNvPicPr>
            <a:picLocks noChangeAspect="1"/>
          </p:cNvPicPr>
          <p:nvPr/>
        </p:nvPicPr>
        <p:blipFill>
          <a:blip r:embed="rId997"/>
          <a:stretch>
            <a:fillRect/>
          </a:stretch>
        </p:blipFill>
        <p:spPr>
          <a:xfrm>
            <a:off x="5125432" y="2217899"/>
            <a:ext cx="83557" cy="86693"/>
          </a:xfrm>
          <a:prstGeom prst="rect">
            <a:avLst/>
          </a:prstGeom>
        </p:spPr>
      </p:pic>
      <p:pic>
        <p:nvPicPr>
          <p:cNvPr id="1000" name="Image 997" descr="preencoded.png">    </p:cNvPr>
          <p:cNvPicPr>
            <a:picLocks noChangeAspect="1"/>
          </p:cNvPicPr>
          <p:nvPr/>
        </p:nvPicPr>
        <p:blipFill>
          <a:blip r:embed="rId998"/>
          <a:stretch>
            <a:fillRect/>
          </a:stretch>
        </p:blipFill>
        <p:spPr>
          <a:xfrm>
            <a:off x="1558516" y="2205124"/>
            <a:ext cx="321915" cy="97352"/>
          </a:xfrm>
          <a:prstGeom prst="rect">
            <a:avLst/>
          </a:prstGeom>
        </p:spPr>
      </p:pic>
      <p:pic>
        <p:nvPicPr>
          <p:cNvPr id="1001" name="Image 998" descr="preencoded.png">    </p:cNvPr>
          <p:cNvPicPr>
            <a:picLocks noChangeAspect="1"/>
          </p:cNvPicPr>
          <p:nvPr/>
        </p:nvPicPr>
        <p:blipFill>
          <a:blip r:embed="rId999"/>
          <a:stretch>
            <a:fillRect/>
          </a:stretch>
        </p:blipFill>
        <p:spPr>
          <a:xfrm>
            <a:off x="3270287" y="878994"/>
            <a:ext cx="58922" cy="1650600"/>
          </a:xfrm>
          <a:prstGeom prst="rect">
            <a:avLst/>
          </a:prstGeom>
        </p:spPr>
      </p:pic>
      <p:pic>
        <p:nvPicPr>
          <p:cNvPr id="1002" name="Image 999" descr="preencoded.png">    </p:cNvPr>
          <p:cNvPicPr>
            <a:picLocks noChangeAspect="1"/>
          </p:cNvPicPr>
          <p:nvPr/>
        </p:nvPicPr>
        <p:blipFill>
          <a:blip r:embed="rId1000"/>
          <a:stretch>
            <a:fillRect/>
          </a:stretch>
        </p:blipFill>
        <p:spPr>
          <a:xfrm>
            <a:off x="2424621" y="2256216"/>
            <a:ext cx="112415" cy="58768"/>
          </a:xfrm>
          <a:prstGeom prst="rect">
            <a:avLst/>
          </a:prstGeom>
        </p:spPr>
      </p:pic>
      <p:pic>
        <p:nvPicPr>
          <p:cNvPr id="1003" name="Image 1000" descr="preencoded.png">    </p:cNvPr>
          <p:cNvPicPr>
            <a:picLocks noChangeAspect="1"/>
          </p:cNvPicPr>
          <p:nvPr/>
        </p:nvPicPr>
        <p:blipFill>
          <a:blip r:embed="rId1001"/>
          <a:stretch>
            <a:fillRect/>
          </a:stretch>
        </p:blipFill>
        <p:spPr>
          <a:xfrm>
            <a:off x="4660143" y="2248613"/>
            <a:ext cx="89421" cy="99584"/>
          </a:xfrm>
          <a:prstGeom prst="rect">
            <a:avLst/>
          </a:prstGeom>
        </p:spPr>
      </p:pic>
      <p:pic>
        <p:nvPicPr>
          <p:cNvPr id="1004" name="Image 1001" descr="preencoded.png">    </p:cNvPr>
          <p:cNvPicPr>
            <a:picLocks noChangeAspect="1"/>
          </p:cNvPicPr>
          <p:nvPr/>
        </p:nvPicPr>
        <p:blipFill>
          <a:blip r:embed="rId1002"/>
          <a:stretch>
            <a:fillRect/>
          </a:stretch>
        </p:blipFill>
        <p:spPr>
          <a:xfrm>
            <a:off x="4670228" y="2251111"/>
            <a:ext cx="120215" cy="102196"/>
          </a:xfrm>
          <a:prstGeom prst="rect">
            <a:avLst/>
          </a:prstGeom>
        </p:spPr>
      </p:pic>
      <p:pic>
        <p:nvPicPr>
          <p:cNvPr id="1005" name="Image 1002" descr="preencoded.png">    </p:cNvPr>
          <p:cNvPicPr>
            <a:picLocks noChangeAspect="1"/>
          </p:cNvPicPr>
          <p:nvPr/>
        </p:nvPicPr>
        <p:blipFill>
          <a:blip r:embed="rId1003"/>
          <a:stretch>
            <a:fillRect/>
          </a:stretch>
        </p:blipFill>
        <p:spPr>
          <a:xfrm>
            <a:off x="4534955" y="2250954"/>
            <a:ext cx="35768" cy="10378"/>
          </a:xfrm>
          <a:prstGeom prst="rect">
            <a:avLst/>
          </a:prstGeom>
        </p:spPr>
      </p:pic>
      <p:pic>
        <p:nvPicPr>
          <p:cNvPr id="1006" name="Image 1003" descr="preencoded.png">    </p:cNvPr>
          <p:cNvPicPr>
            <a:picLocks noChangeAspect="1"/>
          </p:cNvPicPr>
          <p:nvPr/>
        </p:nvPicPr>
        <p:blipFill>
          <a:blip r:embed="rId1004"/>
          <a:stretch>
            <a:fillRect/>
          </a:stretch>
        </p:blipFill>
        <p:spPr>
          <a:xfrm>
            <a:off x="4367153" y="2241105"/>
            <a:ext cx="27283" cy="15117"/>
          </a:xfrm>
          <a:prstGeom prst="rect">
            <a:avLst/>
          </a:prstGeom>
        </p:spPr>
      </p:pic>
      <p:pic>
        <p:nvPicPr>
          <p:cNvPr id="1007" name="Image 1004" descr="preencoded.png">    </p:cNvPr>
          <p:cNvPicPr>
            <a:picLocks noChangeAspect="1"/>
          </p:cNvPicPr>
          <p:nvPr/>
        </p:nvPicPr>
        <p:blipFill>
          <a:blip r:embed="rId1005"/>
          <a:stretch>
            <a:fillRect/>
          </a:stretch>
        </p:blipFill>
        <p:spPr>
          <a:xfrm>
            <a:off x="5120022" y="2212789"/>
            <a:ext cx="95431" cy="96822"/>
          </a:xfrm>
          <a:prstGeom prst="rect">
            <a:avLst/>
          </a:prstGeom>
        </p:spPr>
      </p:pic>
      <p:pic>
        <p:nvPicPr>
          <p:cNvPr id="1008" name="Image 1005" descr="preencoded.png">    </p:cNvPr>
          <p:cNvPicPr>
            <a:picLocks noChangeAspect="1"/>
          </p:cNvPicPr>
          <p:nvPr/>
        </p:nvPicPr>
        <p:blipFill>
          <a:blip r:embed="rId1006"/>
          <a:stretch>
            <a:fillRect/>
          </a:stretch>
        </p:blipFill>
        <p:spPr>
          <a:xfrm>
            <a:off x="4762338" y="2205124"/>
            <a:ext cx="355129" cy="53653"/>
          </a:xfrm>
          <a:prstGeom prst="rect">
            <a:avLst/>
          </a:prstGeom>
        </p:spPr>
      </p:pic>
      <p:pic>
        <p:nvPicPr>
          <p:cNvPr id="1009" name="Image 1006" descr="preencoded.png">    </p:cNvPr>
          <p:cNvPicPr>
            <a:picLocks noChangeAspect="1"/>
          </p:cNvPicPr>
          <p:nvPr/>
        </p:nvPicPr>
        <p:blipFill>
          <a:blip r:embed="rId1007"/>
          <a:stretch>
            <a:fillRect/>
          </a:stretch>
        </p:blipFill>
        <p:spPr>
          <a:xfrm>
            <a:off x="4460863" y="2204975"/>
            <a:ext cx="102196" cy="56357"/>
          </a:xfrm>
          <a:prstGeom prst="rect">
            <a:avLst/>
          </a:prstGeom>
        </p:spPr>
      </p:pic>
      <p:pic>
        <p:nvPicPr>
          <p:cNvPr id="1010" name="Image 1007" descr="preencoded.png">    </p:cNvPr>
          <p:cNvPicPr>
            <a:picLocks noChangeAspect="1"/>
          </p:cNvPicPr>
          <p:nvPr/>
        </p:nvPicPr>
        <p:blipFill>
          <a:blip r:embed="rId1008"/>
          <a:stretch>
            <a:fillRect/>
          </a:stretch>
        </p:blipFill>
        <p:spPr>
          <a:xfrm>
            <a:off x="1310692" y="2159136"/>
            <a:ext cx="408781" cy="155848"/>
          </a:xfrm>
          <a:prstGeom prst="rect">
            <a:avLst/>
          </a:prstGeom>
        </p:spPr>
      </p:pic>
      <p:pic>
        <p:nvPicPr>
          <p:cNvPr id="1011" name="Image 1008" descr="preencoded.png">    </p:cNvPr>
          <p:cNvPicPr>
            <a:picLocks noChangeAspect="1"/>
          </p:cNvPicPr>
          <p:nvPr/>
        </p:nvPicPr>
        <p:blipFill>
          <a:blip r:embed="rId1009"/>
          <a:stretch>
            <a:fillRect/>
          </a:stretch>
        </p:blipFill>
        <p:spPr>
          <a:xfrm>
            <a:off x="4448088" y="2222725"/>
            <a:ext cx="22994" cy="20722"/>
          </a:xfrm>
          <a:prstGeom prst="rect">
            <a:avLst/>
          </a:prstGeom>
        </p:spPr>
      </p:pic>
      <p:pic>
        <p:nvPicPr>
          <p:cNvPr id="1012" name="Image 1009" descr="preencoded.png">    </p:cNvPr>
          <p:cNvPicPr>
            <a:picLocks noChangeAspect="1"/>
          </p:cNvPicPr>
          <p:nvPr/>
        </p:nvPicPr>
        <p:blipFill>
          <a:blip r:embed="rId1010"/>
          <a:stretch>
            <a:fillRect/>
          </a:stretch>
        </p:blipFill>
        <p:spPr>
          <a:xfrm>
            <a:off x="2370969" y="2215344"/>
            <a:ext cx="104750" cy="66537"/>
          </a:xfrm>
          <a:prstGeom prst="rect">
            <a:avLst/>
          </a:prstGeom>
        </p:spPr>
      </p:pic>
      <p:pic>
        <p:nvPicPr>
          <p:cNvPr id="1013" name="Image 1010" descr="preencoded.png">    </p:cNvPr>
          <p:cNvPicPr>
            <a:picLocks noChangeAspect="1"/>
          </p:cNvPicPr>
          <p:nvPr/>
        </p:nvPicPr>
        <p:blipFill>
          <a:blip r:embed="rId1011"/>
          <a:stretch>
            <a:fillRect/>
          </a:stretch>
        </p:blipFill>
        <p:spPr>
          <a:xfrm>
            <a:off x="4713796" y="2215209"/>
            <a:ext cx="66427" cy="28285"/>
          </a:xfrm>
          <a:prstGeom prst="rect">
            <a:avLst/>
          </a:prstGeom>
        </p:spPr>
      </p:pic>
      <p:pic>
        <p:nvPicPr>
          <p:cNvPr id="1014" name="Image 1011" descr="preencoded.png">    </p:cNvPr>
          <p:cNvPicPr>
            <a:picLocks noChangeAspect="1"/>
          </p:cNvPicPr>
          <p:nvPr/>
        </p:nvPicPr>
        <p:blipFill>
          <a:blip r:embed="rId1012"/>
          <a:stretch>
            <a:fillRect/>
          </a:stretch>
        </p:blipFill>
        <p:spPr>
          <a:xfrm>
            <a:off x="4601377" y="2205100"/>
            <a:ext cx="84049" cy="87711"/>
          </a:xfrm>
          <a:prstGeom prst="rect">
            <a:avLst/>
          </a:prstGeom>
        </p:spPr>
      </p:pic>
      <p:pic>
        <p:nvPicPr>
          <p:cNvPr id="1015" name="Image 1012" descr="preencoded.png">    </p:cNvPr>
          <p:cNvPicPr>
            <a:picLocks noChangeAspect="1"/>
          </p:cNvPicPr>
          <p:nvPr/>
        </p:nvPicPr>
        <p:blipFill>
          <a:blip r:embed="rId1013"/>
          <a:stretch>
            <a:fillRect/>
          </a:stretch>
        </p:blipFill>
        <p:spPr>
          <a:xfrm>
            <a:off x="4596108" y="2200015"/>
            <a:ext cx="96337" cy="97092"/>
          </a:xfrm>
          <a:prstGeom prst="rect">
            <a:avLst/>
          </a:prstGeom>
        </p:spPr>
      </p:pic>
      <p:pic>
        <p:nvPicPr>
          <p:cNvPr id="1016" name="Image 1013" descr="preencoded.png">    </p:cNvPr>
          <p:cNvPicPr>
            <a:picLocks noChangeAspect="1"/>
          </p:cNvPicPr>
          <p:nvPr/>
        </p:nvPicPr>
        <p:blipFill>
          <a:blip r:embed="rId1014"/>
          <a:stretch>
            <a:fillRect/>
          </a:stretch>
        </p:blipFill>
        <p:spPr>
          <a:xfrm>
            <a:off x="1923864" y="2128478"/>
            <a:ext cx="94457" cy="127744"/>
          </a:xfrm>
          <a:prstGeom prst="rect">
            <a:avLst/>
          </a:prstGeom>
        </p:spPr>
      </p:pic>
      <p:pic>
        <p:nvPicPr>
          <p:cNvPr id="1017" name="Image 1014" descr="preencoded.png">    </p:cNvPr>
          <p:cNvPicPr>
            <a:picLocks noChangeAspect="1"/>
          </p:cNvPicPr>
          <p:nvPr/>
        </p:nvPicPr>
        <p:blipFill>
          <a:blip r:embed="rId1015"/>
          <a:stretch>
            <a:fillRect/>
          </a:stretch>
        </p:blipFill>
        <p:spPr>
          <a:xfrm>
            <a:off x="1719474" y="2118258"/>
            <a:ext cx="250379" cy="181397"/>
          </a:xfrm>
          <a:prstGeom prst="rect">
            <a:avLst/>
          </a:prstGeom>
        </p:spPr>
      </p:pic>
      <p:pic>
        <p:nvPicPr>
          <p:cNvPr id="1018" name="Image 1015" descr="preencoded.png">    </p:cNvPr>
          <p:cNvPicPr>
            <a:picLocks noChangeAspect="1"/>
          </p:cNvPicPr>
          <p:nvPr/>
        </p:nvPicPr>
        <p:blipFill>
          <a:blip r:embed="rId1016"/>
          <a:stretch>
            <a:fillRect/>
          </a:stretch>
        </p:blipFill>
        <p:spPr>
          <a:xfrm>
            <a:off x="1274924" y="2210124"/>
            <a:ext cx="61317" cy="58873"/>
          </a:xfrm>
          <a:prstGeom prst="rect">
            <a:avLst/>
          </a:prstGeom>
        </p:spPr>
      </p:pic>
      <p:pic>
        <p:nvPicPr>
          <p:cNvPr id="1019" name="Image 1016" descr="preencoded.png">    </p:cNvPr>
          <p:cNvPicPr>
            <a:picLocks noChangeAspect="1"/>
          </p:cNvPicPr>
          <p:nvPr/>
        </p:nvPicPr>
        <p:blipFill>
          <a:blip r:embed="rId1017"/>
          <a:stretch>
            <a:fillRect/>
          </a:stretch>
        </p:blipFill>
        <p:spPr>
          <a:xfrm>
            <a:off x="4724015" y="2202419"/>
            <a:ext cx="63872" cy="20589"/>
          </a:xfrm>
          <a:prstGeom prst="rect">
            <a:avLst/>
          </a:prstGeom>
        </p:spPr>
      </p:pic>
      <p:pic>
        <p:nvPicPr>
          <p:cNvPr id="1020" name="Image 1017" descr="preencoded.png">    </p:cNvPr>
          <p:cNvPicPr>
            <a:picLocks noChangeAspect="1"/>
          </p:cNvPicPr>
          <p:nvPr/>
        </p:nvPicPr>
        <p:blipFill>
          <a:blip r:embed="rId1018"/>
          <a:stretch>
            <a:fillRect/>
          </a:stretch>
        </p:blipFill>
        <p:spPr>
          <a:xfrm>
            <a:off x="4445533" y="2187240"/>
            <a:ext cx="17884" cy="31923"/>
          </a:xfrm>
          <a:prstGeom prst="rect">
            <a:avLst/>
          </a:prstGeom>
        </p:spPr>
      </p:pic>
      <p:pic>
        <p:nvPicPr>
          <p:cNvPr id="1021" name="Image 1018" descr="preencoded.png">    </p:cNvPr>
          <p:cNvPicPr>
            <a:picLocks noChangeAspect="1"/>
          </p:cNvPicPr>
          <p:nvPr/>
        </p:nvPicPr>
        <p:blipFill>
          <a:blip r:embed="rId1019"/>
          <a:stretch>
            <a:fillRect/>
          </a:stretch>
        </p:blipFill>
        <p:spPr>
          <a:xfrm>
            <a:off x="4253917" y="2205124"/>
            <a:ext cx="97085" cy="35769"/>
          </a:xfrm>
          <a:prstGeom prst="rect">
            <a:avLst/>
          </a:prstGeom>
        </p:spPr>
      </p:pic>
      <p:pic>
        <p:nvPicPr>
          <p:cNvPr id="1022" name="Image 1019" descr="preencoded.png">    </p:cNvPr>
          <p:cNvPicPr>
            <a:picLocks noChangeAspect="1"/>
          </p:cNvPicPr>
          <p:nvPr/>
        </p:nvPicPr>
        <p:blipFill>
          <a:blip r:embed="rId1020"/>
          <a:stretch>
            <a:fillRect/>
          </a:stretch>
        </p:blipFill>
        <p:spPr>
          <a:xfrm>
            <a:off x="1205942" y="2177021"/>
            <a:ext cx="68982" cy="45988"/>
          </a:xfrm>
          <a:prstGeom prst="rect">
            <a:avLst/>
          </a:prstGeom>
        </p:spPr>
      </p:pic>
      <p:pic>
        <p:nvPicPr>
          <p:cNvPr id="1023" name="Image 1020" descr="preencoded.png">    </p:cNvPr>
          <p:cNvPicPr>
            <a:picLocks noChangeAspect="1"/>
          </p:cNvPicPr>
          <p:nvPr/>
        </p:nvPicPr>
        <p:blipFill>
          <a:blip r:embed="rId1021"/>
          <a:stretch>
            <a:fillRect/>
          </a:stretch>
        </p:blipFill>
        <p:spPr>
          <a:xfrm>
            <a:off x="4543896" y="2182130"/>
            <a:ext cx="57485" cy="43433"/>
          </a:xfrm>
          <a:prstGeom prst="rect">
            <a:avLst/>
          </a:prstGeom>
        </p:spPr>
      </p:pic>
      <p:pic>
        <p:nvPicPr>
          <p:cNvPr id="1024" name="Image 1021" descr="preencoded.png">    </p:cNvPr>
          <p:cNvPicPr>
            <a:picLocks noChangeAspect="1"/>
          </p:cNvPicPr>
          <p:nvPr/>
        </p:nvPicPr>
        <p:blipFill>
          <a:blip r:embed="rId1022"/>
          <a:stretch>
            <a:fillRect/>
          </a:stretch>
        </p:blipFill>
        <p:spPr>
          <a:xfrm>
            <a:off x="4455752" y="2189795"/>
            <a:ext cx="36833" cy="30659"/>
          </a:xfrm>
          <a:prstGeom prst="rect">
            <a:avLst/>
          </a:prstGeom>
        </p:spPr>
      </p:pic>
      <p:pic>
        <p:nvPicPr>
          <p:cNvPr id="1025" name="Image 1022" descr="preencoded.png">    </p:cNvPr>
          <p:cNvPicPr>
            <a:picLocks noChangeAspect="1"/>
          </p:cNvPicPr>
          <p:nvPr/>
        </p:nvPicPr>
        <p:blipFill>
          <a:blip r:embed="rId1023"/>
          <a:stretch>
            <a:fillRect/>
          </a:stretch>
        </p:blipFill>
        <p:spPr>
          <a:xfrm>
            <a:off x="4302459" y="2189524"/>
            <a:ext cx="79202" cy="48309"/>
          </a:xfrm>
          <a:prstGeom prst="rect">
            <a:avLst/>
          </a:prstGeom>
        </p:spPr>
      </p:pic>
      <p:pic>
        <p:nvPicPr>
          <p:cNvPr id="1026" name="Image 1023" descr="preencoded.png">    </p:cNvPr>
          <p:cNvPicPr>
            <a:picLocks noChangeAspect="1"/>
          </p:cNvPicPr>
          <p:nvPr/>
        </p:nvPicPr>
        <p:blipFill>
          <a:blip r:embed="rId1024"/>
          <a:stretch>
            <a:fillRect/>
          </a:stretch>
        </p:blipFill>
        <p:spPr>
          <a:xfrm>
            <a:off x="4085295" y="2180780"/>
            <a:ext cx="97085" cy="70333"/>
          </a:xfrm>
          <a:prstGeom prst="rect">
            <a:avLst/>
          </a:prstGeom>
        </p:spPr>
      </p:pic>
      <p:pic>
        <p:nvPicPr>
          <p:cNvPr id="1027" name="Image 1024" descr="preencoded.png">    </p:cNvPr>
          <p:cNvPicPr>
            <a:picLocks noChangeAspect="1"/>
          </p:cNvPicPr>
          <p:nvPr/>
        </p:nvPicPr>
        <p:blipFill>
          <a:blip r:embed="rId1025"/>
          <a:stretch>
            <a:fillRect/>
          </a:stretch>
        </p:blipFill>
        <p:spPr>
          <a:xfrm>
            <a:off x="4425094" y="2179576"/>
            <a:ext cx="7665" cy="45875"/>
          </a:xfrm>
          <a:prstGeom prst="rect">
            <a:avLst/>
          </a:prstGeom>
        </p:spPr>
      </p:pic>
      <p:pic>
        <p:nvPicPr>
          <p:cNvPr id="1028" name="Image 1025" descr="preencoded.png">    </p:cNvPr>
          <p:cNvPicPr>
            <a:picLocks noChangeAspect="1"/>
          </p:cNvPicPr>
          <p:nvPr/>
        </p:nvPicPr>
        <p:blipFill>
          <a:blip r:embed="rId1026"/>
          <a:stretch>
            <a:fillRect/>
          </a:stretch>
        </p:blipFill>
        <p:spPr>
          <a:xfrm>
            <a:off x="4591162" y="2179620"/>
            <a:ext cx="25549" cy="28170"/>
          </a:xfrm>
          <a:prstGeom prst="rect">
            <a:avLst/>
          </a:prstGeom>
        </p:spPr>
      </p:pic>
      <p:pic>
        <p:nvPicPr>
          <p:cNvPr id="1029" name="Image 1026" descr="preencoded.png">    </p:cNvPr>
          <p:cNvPicPr>
            <a:picLocks noChangeAspect="1"/>
          </p:cNvPicPr>
          <p:nvPr/>
        </p:nvPicPr>
        <p:blipFill>
          <a:blip r:embed="rId1027"/>
          <a:stretch>
            <a:fillRect/>
          </a:stretch>
        </p:blipFill>
        <p:spPr>
          <a:xfrm>
            <a:off x="4517070" y="2182130"/>
            <a:ext cx="24475" cy="19666"/>
          </a:xfrm>
          <a:prstGeom prst="rect">
            <a:avLst/>
          </a:prstGeom>
        </p:spPr>
      </p:pic>
      <p:pic>
        <p:nvPicPr>
          <p:cNvPr id="1030" name="Image 1027" descr="preencoded.png">    </p:cNvPr>
          <p:cNvPicPr>
            <a:picLocks noChangeAspect="1"/>
          </p:cNvPicPr>
          <p:nvPr/>
        </p:nvPicPr>
        <p:blipFill>
          <a:blip r:embed="rId1028"/>
          <a:stretch>
            <a:fillRect/>
          </a:stretch>
        </p:blipFill>
        <p:spPr>
          <a:xfrm>
            <a:off x="4213039" y="2182130"/>
            <a:ext cx="74091" cy="30659"/>
          </a:xfrm>
          <a:prstGeom prst="rect">
            <a:avLst/>
          </a:prstGeom>
        </p:spPr>
      </p:pic>
      <p:pic>
        <p:nvPicPr>
          <p:cNvPr id="1031" name="Image 1028" descr="preencoded.png">    </p:cNvPr>
          <p:cNvPicPr>
            <a:picLocks noChangeAspect="1"/>
          </p:cNvPicPr>
          <p:nvPr/>
        </p:nvPicPr>
        <p:blipFill>
          <a:blip r:embed="rId1029"/>
          <a:stretch>
            <a:fillRect/>
          </a:stretch>
        </p:blipFill>
        <p:spPr>
          <a:xfrm>
            <a:off x="1195108" y="2074825"/>
            <a:ext cx="44076" cy="150386"/>
          </a:xfrm>
          <a:prstGeom prst="rect">
            <a:avLst/>
          </a:prstGeom>
        </p:spPr>
      </p:pic>
      <p:pic>
        <p:nvPicPr>
          <p:cNvPr id="1032" name="Image 1029" descr="preencoded.png">    </p:cNvPr>
          <p:cNvPicPr>
            <a:picLocks noChangeAspect="1"/>
          </p:cNvPicPr>
          <p:nvPr/>
        </p:nvPicPr>
        <p:blipFill>
          <a:blip r:embed="rId1030"/>
          <a:stretch>
            <a:fillRect/>
          </a:stretch>
        </p:blipFill>
        <p:spPr>
          <a:xfrm>
            <a:off x="4713796" y="2156582"/>
            <a:ext cx="94531" cy="48544"/>
          </a:xfrm>
          <a:prstGeom prst="rect">
            <a:avLst/>
          </a:prstGeom>
        </p:spPr>
      </p:pic>
      <p:pic>
        <p:nvPicPr>
          <p:cNvPr id="1033" name="Image 1030" descr="preencoded.png">    </p:cNvPr>
          <p:cNvPicPr>
            <a:picLocks noChangeAspect="1"/>
          </p:cNvPicPr>
          <p:nvPr/>
        </p:nvPicPr>
        <p:blipFill>
          <a:blip r:embed="rId1031"/>
          <a:stretch>
            <a:fillRect/>
          </a:stretch>
        </p:blipFill>
        <p:spPr>
          <a:xfrm>
            <a:off x="4657589" y="2179271"/>
            <a:ext cx="28104" cy="25853"/>
          </a:xfrm>
          <a:prstGeom prst="rect">
            <a:avLst/>
          </a:prstGeom>
        </p:spPr>
      </p:pic>
      <p:pic>
        <p:nvPicPr>
          <p:cNvPr id="1034" name="Image 1031" descr="preencoded.png">    </p:cNvPr>
          <p:cNvPicPr>
            <a:picLocks noChangeAspect="1"/>
          </p:cNvPicPr>
          <p:nvPr/>
        </p:nvPicPr>
        <p:blipFill>
          <a:blip r:embed="rId1032"/>
          <a:stretch>
            <a:fillRect/>
          </a:stretch>
        </p:blipFill>
        <p:spPr>
          <a:xfrm>
            <a:off x="4029088" y="2151472"/>
            <a:ext cx="40878" cy="71537"/>
          </a:xfrm>
          <a:prstGeom prst="rect">
            <a:avLst/>
          </a:prstGeom>
        </p:spPr>
      </p:pic>
      <p:pic>
        <p:nvPicPr>
          <p:cNvPr id="1035" name="Image 1032" descr="preencoded.png">    </p:cNvPr>
          <p:cNvPicPr>
            <a:picLocks noChangeAspect="1"/>
          </p:cNvPicPr>
          <p:nvPr/>
        </p:nvPicPr>
        <p:blipFill>
          <a:blip r:embed="rId1033"/>
          <a:stretch>
            <a:fillRect/>
          </a:stretch>
        </p:blipFill>
        <p:spPr>
          <a:xfrm>
            <a:off x="4905412" y="2146786"/>
            <a:ext cx="214610" cy="104326"/>
          </a:xfrm>
          <a:prstGeom prst="rect">
            <a:avLst/>
          </a:prstGeom>
        </p:spPr>
      </p:pic>
      <p:pic>
        <p:nvPicPr>
          <p:cNvPr id="1036" name="Image 1033" descr="preencoded.png">    </p:cNvPr>
          <p:cNvPicPr>
            <a:picLocks noChangeAspect="1"/>
          </p:cNvPicPr>
          <p:nvPr/>
        </p:nvPicPr>
        <p:blipFill>
          <a:blip r:embed="rId1034"/>
          <a:stretch>
            <a:fillRect/>
          </a:stretch>
        </p:blipFill>
        <p:spPr>
          <a:xfrm>
            <a:off x="4570959" y="2184685"/>
            <a:ext cx="38087" cy="30659"/>
          </a:xfrm>
          <a:prstGeom prst="rect">
            <a:avLst/>
          </a:prstGeom>
        </p:spPr>
      </p:pic>
      <p:pic>
        <p:nvPicPr>
          <p:cNvPr id="1037" name="Image 1034" descr="preencoded.png">    </p:cNvPr>
          <p:cNvPicPr>
            <a:picLocks noChangeAspect="1"/>
          </p:cNvPicPr>
          <p:nvPr/>
        </p:nvPicPr>
        <p:blipFill>
          <a:blip r:embed="rId1035"/>
          <a:stretch>
            <a:fillRect/>
          </a:stretch>
        </p:blipFill>
        <p:spPr>
          <a:xfrm>
            <a:off x="4828604" y="2148912"/>
            <a:ext cx="80658" cy="83657"/>
          </a:xfrm>
          <a:prstGeom prst="rect">
            <a:avLst/>
          </a:prstGeom>
        </p:spPr>
      </p:pic>
      <p:pic>
        <p:nvPicPr>
          <p:cNvPr id="1038" name="Image 1035" descr="preencoded.png">    </p:cNvPr>
          <p:cNvPicPr>
            <a:picLocks noChangeAspect="1"/>
          </p:cNvPicPr>
          <p:nvPr/>
        </p:nvPicPr>
        <p:blipFill>
          <a:blip r:embed="rId1036"/>
          <a:stretch>
            <a:fillRect/>
          </a:stretch>
        </p:blipFill>
        <p:spPr>
          <a:xfrm>
            <a:off x="4821222" y="2141252"/>
            <a:ext cx="94409" cy="99640"/>
          </a:xfrm>
          <a:prstGeom prst="rect">
            <a:avLst/>
          </a:prstGeom>
        </p:spPr>
      </p:pic>
      <p:pic>
        <p:nvPicPr>
          <p:cNvPr id="1039" name="Image 1036" descr="preencoded.png">    </p:cNvPr>
          <p:cNvPicPr>
            <a:picLocks noChangeAspect="1"/>
          </p:cNvPicPr>
          <p:nvPr/>
        </p:nvPicPr>
        <p:blipFill>
          <a:blip r:embed="rId1037"/>
          <a:stretch>
            <a:fillRect/>
          </a:stretch>
        </p:blipFill>
        <p:spPr>
          <a:xfrm>
            <a:off x="4434983" y="2182130"/>
            <a:ext cx="15660" cy="40882"/>
          </a:xfrm>
          <a:prstGeom prst="rect">
            <a:avLst/>
          </a:prstGeom>
        </p:spPr>
      </p:pic>
      <p:pic>
        <p:nvPicPr>
          <p:cNvPr id="1040" name="Image 1037" descr="preencoded.png">    </p:cNvPr>
          <p:cNvPicPr>
            <a:picLocks noChangeAspect="1"/>
          </p:cNvPicPr>
          <p:nvPr/>
        </p:nvPicPr>
        <p:blipFill>
          <a:blip r:embed="rId1038"/>
          <a:stretch>
            <a:fillRect/>
          </a:stretch>
        </p:blipFill>
        <p:spPr>
          <a:xfrm>
            <a:off x="4197710" y="2174320"/>
            <a:ext cx="53416" cy="28249"/>
          </a:xfrm>
          <a:prstGeom prst="rect">
            <a:avLst/>
          </a:prstGeom>
        </p:spPr>
      </p:pic>
      <p:pic>
        <p:nvPicPr>
          <p:cNvPr id="1041" name="Image 1038" descr="preencoded.png">    </p:cNvPr>
          <p:cNvPicPr>
            <a:picLocks noChangeAspect="1"/>
          </p:cNvPicPr>
          <p:nvPr/>
        </p:nvPicPr>
        <p:blipFill>
          <a:blip r:embed="rId1039"/>
          <a:stretch>
            <a:fillRect/>
          </a:stretch>
        </p:blipFill>
        <p:spPr>
          <a:xfrm>
            <a:off x="5146849" y="2021173"/>
            <a:ext cx="19258" cy="191616"/>
          </a:xfrm>
          <a:prstGeom prst="rect">
            <a:avLst/>
          </a:prstGeom>
        </p:spPr>
      </p:pic>
      <p:pic>
        <p:nvPicPr>
          <p:cNvPr id="1042" name="Image 1039" descr="preencoded.png">    </p:cNvPr>
          <p:cNvPicPr>
            <a:picLocks noChangeAspect="1"/>
          </p:cNvPicPr>
          <p:nvPr/>
        </p:nvPicPr>
        <p:blipFill>
          <a:blip r:embed="rId1040"/>
          <a:stretch>
            <a:fillRect/>
          </a:stretch>
        </p:blipFill>
        <p:spPr>
          <a:xfrm>
            <a:off x="4675473" y="2176979"/>
            <a:ext cx="48543" cy="35809"/>
          </a:xfrm>
          <a:prstGeom prst="rect">
            <a:avLst/>
          </a:prstGeom>
        </p:spPr>
      </p:pic>
      <p:pic>
        <p:nvPicPr>
          <p:cNvPr id="1043" name="Image 1040" descr="preencoded.png">    </p:cNvPr>
          <p:cNvPicPr>
            <a:picLocks noChangeAspect="1"/>
          </p:cNvPicPr>
          <p:nvPr/>
        </p:nvPicPr>
        <p:blipFill>
          <a:blip r:embed="rId1041"/>
          <a:stretch>
            <a:fillRect/>
          </a:stretch>
        </p:blipFill>
        <p:spPr>
          <a:xfrm>
            <a:off x="4338118" y="2108273"/>
            <a:ext cx="81867" cy="135193"/>
          </a:xfrm>
          <a:prstGeom prst="rect">
            <a:avLst/>
          </a:prstGeom>
        </p:spPr>
      </p:pic>
      <p:pic>
        <p:nvPicPr>
          <p:cNvPr id="1044" name="Image 1041" descr="preencoded.png">    </p:cNvPr>
          <p:cNvPicPr>
            <a:picLocks noChangeAspect="1"/>
          </p:cNvPicPr>
          <p:nvPr/>
        </p:nvPicPr>
        <p:blipFill>
          <a:blip r:embed="rId1042"/>
          <a:stretch>
            <a:fillRect/>
          </a:stretch>
        </p:blipFill>
        <p:spPr>
          <a:xfrm>
            <a:off x="4542619" y="2159136"/>
            <a:ext cx="38323" cy="30659"/>
          </a:xfrm>
          <a:prstGeom prst="rect">
            <a:avLst/>
          </a:prstGeom>
        </p:spPr>
      </p:pic>
      <p:pic>
        <p:nvPicPr>
          <p:cNvPr id="1045" name="Image 1042" descr="preencoded.png">    </p:cNvPr>
          <p:cNvPicPr>
            <a:picLocks noChangeAspect="1"/>
          </p:cNvPicPr>
          <p:nvPr/>
        </p:nvPicPr>
        <p:blipFill>
          <a:blip r:embed="rId1043"/>
          <a:stretch>
            <a:fillRect/>
          </a:stretch>
        </p:blipFill>
        <p:spPr>
          <a:xfrm>
            <a:off x="4458308" y="2151251"/>
            <a:ext cx="63872" cy="43654"/>
          </a:xfrm>
          <a:prstGeom prst="rect">
            <a:avLst/>
          </a:prstGeom>
        </p:spPr>
      </p:pic>
      <p:pic>
        <p:nvPicPr>
          <p:cNvPr id="1046" name="Image 1043" descr="preencoded.png">    </p:cNvPr>
          <p:cNvPicPr>
            <a:picLocks noChangeAspect="1"/>
          </p:cNvPicPr>
          <p:nvPr/>
        </p:nvPicPr>
        <p:blipFill>
          <a:blip r:embed="rId1044"/>
          <a:stretch>
            <a:fillRect/>
          </a:stretch>
        </p:blipFill>
        <p:spPr>
          <a:xfrm>
            <a:off x="4064855" y="2164246"/>
            <a:ext cx="43433" cy="63906"/>
          </a:xfrm>
          <a:prstGeom prst="rect">
            <a:avLst/>
          </a:prstGeom>
        </p:spPr>
      </p:pic>
      <p:pic>
        <p:nvPicPr>
          <p:cNvPr id="1047" name="Image 1044" descr="preencoded.png">    </p:cNvPr>
          <p:cNvPicPr>
            <a:picLocks noChangeAspect="1"/>
          </p:cNvPicPr>
          <p:nvPr/>
        </p:nvPicPr>
        <p:blipFill>
          <a:blip r:embed="rId1045"/>
          <a:stretch>
            <a:fillRect/>
          </a:stretch>
        </p:blipFill>
        <p:spPr>
          <a:xfrm>
            <a:off x="1882986" y="2097653"/>
            <a:ext cx="86866" cy="107472"/>
          </a:xfrm>
          <a:prstGeom prst="rect">
            <a:avLst/>
          </a:prstGeom>
        </p:spPr>
      </p:pic>
      <p:pic>
        <p:nvPicPr>
          <p:cNvPr id="1048" name="Image 1045" descr="preencoded.png">    </p:cNvPr>
          <p:cNvPicPr>
            <a:picLocks noChangeAspect="1"/>
          </p:cNvPicPr>
          <p:nvPr/>
        </p:nvPicPr>
        <p:blipFill>
          <a:blip r:embed="rId1046"/>
          <a:stretch>
            <a:fillRect/>
          </a:stretch>
        </p:blipFill>
        <p:spPr>
          <a:xfrm>
            <a:off x="4264136" y="2153961"/>
            <a:ext cx="84311" cy="46053"/>
          </a:xfrm>
          <a:prstGeom prst="rect">
            <a:avLst/>
          </a:prstGeom>
        </p:spPr>
      </p:pic>
      <p:pic>
        <p:nvPicPr>
          <p:cNvPr id="1049" name="Image 1046" descr="preencoded.png">    </p:cNvPr>
          <p:cNvPicPr>
            <a:picLocks noChangeAspect="1"/>
          </p:cNvPicPr>
          <p:nvPr/>
        </p:nvPicPr>
        <p:blipFill>
          <a:blip r:embed="rId1047"/>
          <a:stretch>
            <a:fillRect/>
          </a:stretch>
        </p:blipFill>
        <p:spPr>
          <a:xfrm>
            <a:off x="3939667" y="2095265"/>
            <a:ext cx="99640" cy="137964"/>
          </a:xfrm>
          <a:prstGeom prst="rect">
            <a:avLst/>
          </a:prstGeom>
        </p:spPr>
      </p:pic>
      <p:pic>
        <p:nvPicPr>
          <p:cNvPr id="1050" name="Image 1047" descr="preencoded.png">    </p:cNvPr>
          <p:cNvPicPr>
            <a:picLocks noChangeAspect="1"/>
          </p:cNvPicPr>
          <p:nvPr/>
        </p:nvPicPr>
        <p:blipFill>
          <a:blip r:embed="rId1048"/>
          <a:stretch>
            <a:fillRect/>
          </a:stretch>
        </p:blipFill>
        <p:spPr>
          <a:xfrm>
            <a:off x="4248807" y="2148621"/>
            <a:ext cx="61317" cy="28400"/>
          </a:xfrm>
          <a:prstGeom prst="rect">
            <a:avLst/>
          </a:prstGeom>
        </p:spPr>
      </p:pic>
      <p:pic>
        <p:nvPicPr>
          <p:cNvPr id="1051" name="Image 1048" descr="preencoded.png">    </p:cNvPr>
          <p:cNvPicPr>
            <a:picLocks noChangeAspect="1"/>
          </p:cNvPicPr>
          <p:nvPr/>
        </p:nvPicPr>
        <p:blipFill>
          <a:blip r:embed="rId1049"/>
          <a:stretch>
            <a:fillRect/>
          </a:stretch>
        </p:blipFill>
        <p:spPr>
          <a:xfrm>
            <a:off x="4340783" y="2159136"/>
            <a:ext cx="51097" cy="22994"/>
          </a:xfrm>
          <a:prstGeom prst="rect">
            <a:avLst/>
          </a:prstGeom>
        </p:spPr>
      </p:pic>
      <p:pic>
        <p:nvPicPr>
          <p:cNvPr id="1052" name="Image 1049" descr="preencoded.png">    </p:cNvPr>
          <p:cNvPicPr>
            <a:picLocks noChangeAspect="1"/>
          </p:cNvPicPr>
          <p:nvPr/>
        </p:nvPicPr>
        <p:blipFill>
          <a:blip r:embed="rId1050"/>
          <a:stretch>
            <a:fillRect/>
          </a:stretch>
        </p:blipFill>
        <p:spPr>
          <a:xfrm>
            <a:off x="3934556" y="2143807"/>
            <a:ext cx="89421" cy="94531"/>
          </a:xfrm>
          <a:prstGeom prst="rect">
            <a:avLst/>
          </a:prstGeom>
        </p:spPr>
      </p:pic>
      <p:pic>
        <p:nvPicPr>
          <p:cNvPr id="1053" name="Image 1050" descr="preencoded.png">    </p:cNvPr>
          <p:cNvPicPr>
            <a:picLocks noChangeAspect="1"/>
          </p:cNvPicPr>
          <p:nvPr/>
        </p:nvPicPr>
        <p:blipFill>
          <a:blip r:embed="rId1051"/>
          <a:stretch>
            <a:fillRect/>
          </a:stretch>
        </p:blipFill>
        <p:spPr>
          <a:xfrm>
            <a:off x="4987169" y="2110594"/>
            <a:ext cx="112415" cy="97086"/>
          </a:xfrm>
          <a:prstGeom prst="rect">
            <a:avLst/>
          </a:prstGeom>
        </p:spPr>
      </p:pic>
      <p:pic>
        <p:nvPicPr>
          <p:cNvPr id="1054" name="Image 1051" descr="preencoded.png">    </p:cNvPr>
          <p:cNvPicPr>
            <a:picLocks noChangeAspect="1"/>
          </p:cNvPicPr>
          <p:nvPr/>
        </p:nvPicPr>
        <p:blipFill>
          <a:blip r:embed="rId1052"/>
          <a:stretch>
            <a:fillRect/>
          </a:stretch>
        </p:blipFill>
        <p:spPr>
          <a:xfrm>
            <a:off x="4770456" y="2138697"/>
            <a:ext cx="60864" cy="35768"/>
          </a:xfrm>
          <a:prstGeom prst="rect">
            <a:avLst/>
          </a:prstGeom>
        </p:spPr>
      </p:pic>
      <p:pic>
        <p:nvPicPr>
          <p:cNvPr id="1055" name="Image 1052" descr="preencoded.png">    </p:cNvPr>
          <p:cNvPicPr>
            <a:picLocks noChangeAspect="1"/>
          </p:cNvPicPr>
          <p:nvPr/>
        </p:nvPicPr>
        <p:blipFill>
          <a:blip r:embed="rId1053"/>
          <a:stretch>
            <a:fillRect/>
          </a:stretch>
        </p:blipFill>
        <p:spPr>
          <a:xfrm>
            <a:off x="4698467" y="2148759"/>
            <a:ext cx="35123" cy="23152"/>
          </a:xfrm>
          <a:prstGeom prst="rect">
            <a:avLst/>
          </a:prstGeom>
        </p:spPr>
      </p:pic>
      <p:pic>
        <p:nvPicPr>
          <p:cNvPr id="1056" name="Image 1053" descr="preencoded.png">    </p:cNvPr>
          <p:cNvPicPr>
            <a:picLocks noChangeAspect="1"/>
          </p:cNvPicPr>
          <p:nvPr/>
        </p:nvPicPr>
        <p:blipFill>
          <a:blip r:embed="rId1054"/>
          <a:stretch>
            <a:fillRect/>
          </a:stretch>
        </p:blipFill>
        <p:spPr>
          <a:xfrm>
            <a:off x="4568168" y="2141252"/>
            <a:ext cx="30659" cy="35919"/>
          </a:xfrm>
          <a:prstGeom prst="rect">
            <a:avLst/>
          </a:prstGeom>
        </p:spPr>
      </p:pic>
      <p:pic>
        <p:nvPicPr>
          <p:cNvPr id="1057" name="Image 1054" descr="preencoded.png">    </p:cNvPr>
          <p:cNvPicPr>
            <a:picLocks noChangeAspect="1"/>
          </p:cNvPicPr>
          <p:nvPr/>
        </p:nvPicPr>
        <p:blipFill>
          <a:blip r:embed="rId1055"/>
          <a:stretch>
            <a:fillRect/>
          </a:stretch>
        </p:blipFill>
        <p:spPr>
          <a:xfrm>
            <a:off x="4128728" y="2125923"/>
            <a:ext cx="60057" cy="56207"/>
          </a:xfrm>
          <a:prstGeom prst="rect">
            <a:avLst/>
          </a:prstGeom>
        </p:spPr>
      </p:pic>
      <p:pic>
        <p:nvPicPr>
          <p:cNvPr id="1058" name="Image 1055" descr="preencoded.png">    </p:cNvPr>
          <p:cNvPicPr>
            <a:picLocks noChangeAspect="1"/>
          </p:cNvPicPr>
          <p:nvPr/>
        </p:nvPicPr>
        <p:blipFill>
          <a:blip r:embed="rId1056"/>
          <a:stretch>
            <a:fillRect/>
          </a:stretch>
        </p:blipFill>
        <p:spPr>
          <a:xfrm>
            <a:off x="5002498" y="2069716"/>
            <a:ext cx="148183" cy="155848"/>
          </a:xfrm>
          <a:prstGeom prst="rect">
            <a:avLst/>
          </a:prstGeom>
        </p:spPr>
      </p:pic>
      <p:pic>
        <p:nvPicPr>
          <p:cNvPr id="1059" name="Image 1056" descr="preencoded.png">    </p:cNvPr>
          <p:cNvPicPr>
            <a:picLocks noChangeAspect="1"/>
          </p:cNvPicPr>
          <p:nvPr/>
        </p:nvPicPr>
        <p:blipFill>
          <a:blip r:embed="rId1057"/>
          <a:stretch>
            <a:fillRect/>
          </a:stretch>
        </p:blipFill>
        <p:spPr>
          <a:xfrm>
            <a:off x="4437354" y="2158885"/>
            <a:ext cx="20954" cy="20998"/>
          </a:xfrm>
          <a:prstGeom prst="rect">
            <a:avLst/>
          </a:prstGeom>
        </p:spPr>
      </p:pic>
      <p:pic>
        <p:nvPicPr>
          <p:cNvPr id="1060" name="Image 1057" descr="preencoded.png">    </p:cNvPr>
          <p:cNvPicPr>
            <a:picLocks noChangeAspect="1"/>
          </p:cNvPicPr>
          <p:nvPr/>
        </p:nvPicPr>
        <p:blipFill>
          <a:blip r:embed="rId1058"/>
          <a:stretch>
            <a:fillRect/>
          </a:stretch>
        </p:blipFill>
        <p:spPr>
          <a:xfrm>
            <a:off x="4936071" y="2120813"/>
            <a:ext cx="186507" cy="114970"/>
          </a:xfrm>
          <a:prstGeom prst="rect">
            <a:avLst/>
          </a:prstGeom>
        </p:spPr>
      </p:pic>
      <p:pic>
        <p:nvPicPr>
          <p:cNvPr id="1061" name="Image 1058" descr="preencoded.png">    </p:cNvPr>
          <p:cNvPicPr>
            <a:picLocks noChangeAspect="1"/>
          </p:cNvPicPr>
          <p:nvPr/>
        </p:nvPicPr>
        <p:blipFill>
          <a:blip r:embed="rId1059"/>
          <a:stretch>
            <a:fillRect/>
          </a:stretch>
        </p:blipFill>
        <p:spPr>
          <a:xfrm>
            <a:off x="4660143" y="2133588"/>
            <a:ext cx="48543" cy="41037"/>
          </a:xfrm>
          <a:prstGeom prst="rect">
            <a:avLst/>
          </a:prstGeom>
        </p:spPr>
      </p:pic>
      <p:pic>
        <p:nvPicPr>
          <p:cNvPr id="1062" name="Image 1059" descr="preencoded.png">    </p:cNvPr>
          <p:cNvPicPr>
            <a:picLocks noChangeAspect="1"/>
          </p:cNvPicPr>
          <p:nvPr/>
        </p:nvPicPr>
        <p:blipFill>
          <a:blip r:embed="rId1060"/>
          <a:stretch>
            <a:fillRect/>
          </a:stretch>
        </p:blipFill>
        <p:spPr>
          <a:xfrm>
            <a:off x="4159387" y="2146362"/>
            <a:ext cx="76646" cy="51098"/>
          </a:xfrm>
          <a:prstGeom prst="rect">
            <a:avLst/>
          </a:prstGeom>
        </p:spPr>
      </p:pic>
      <p:pic>
        <p:nvPicPr>
          <p:cNvPr id="1063" name="Image 1060" descr="preencoded.png">    </p:cNvPr>
          <p:cNvPicPr>
            <a:picLocks noChangeAspect="1"/>
          </p:cNvPicPr>
          <p:nvPr/>
        </p:nvPicPr>
        <p:blipFill>
          <a:blip r:embed="rId1061"/>
          <a:stretch>
            <a:fillRect/>
          </a:stretch>
        </p:blipFill>
        <p:spPr>
          <a:xfrm>
            <a:off x="2289212" y="2105484"/>
            <a:ext cx="134216" cy="150738"/>
          </a:xfrm>
          <a:prstGeom prst="rect">
            <a:avLst/>
          </a:prstGeom>
        </p:spPr>
      </p:pic>
      <p:pic>
        <p:nvPicPr>
          <p:cNvPr id="1064" name="Image 1061" descr="preencoded.png">    </p:cNvPr>
          <p:cNvPicPr>
            <a:picLocks noChangeAspect="1"/>
          </p:cNvPicPr>
          <p:nvPr/>
        </p:nvPicPr>
        <p:blipFill>
          <a:blip r:embed="rId1062"/>
          <a:stretch>
            <a:fillRect/>
          </a:stretch>
        </p:blipFill>
        <p:spPr>
          <a:xfrm>
            <a:off x="1203387" y="2055663"/>
            <a:ext cx="268263" cy="233772"/>
          </a:xfrm>
          <a:prstGeom prst="rect">
            <a:avLst/>
          </a:prstGeom>
        </p:spPr>
      </p:pic>
      <p:pic>
        <p:nvPicPr>
          <p:cNvPr id="1065" name="Image 1062" descr="preencoded.png">    </p:cNvPr>
          <p:cNvPicPr>
            <a:picLocks noChangeAspect="1"/>
          </p:cNvPicPr>
          <p:nvPr/>
        </p:nvPicPr>
        <p:blipFill>
          <a:blip r:embed="rId1063"/>
          <a:stretch>
            <a:fillRect/>
          </a:stretch>
        </p:blipFill>
        <p:spPr>
          <a:xfrm>
            <a:off x="4537558" y="2148917"/>
            <a:ext cx="22946" cy="22994"/>
          </a:xfrm>
          <a:prstGeom prst="rect">
            <a:avLst/>
          </a:prstGeom>
        </p:spPr>
      </p:pic>
      <p:pic>
        <p:nvPicPr>
          <p:cNvPr id="1066" name="Image 1063" descr="preencoded.png">    </p:cNvPr>
          <p:cNvPicPr>
            <a:picLocks noChangeAspect="1"/>
          </p:cNvPicPr>
          <p:nvPr/>
        </p:nvPicPr>
        <p:blipFill>
          <a:blip r:embed="rId1064"/>
          <a:stretch>
            <a:fillRect/>
          </a:stretch>
        </p:blipFill>
        <p:spPr>
          <a:xfrm>
            <a:off x="4626930" y="2120813"/>
            <a:ext cx="15329" cy="51258"/>
          </a:xfrm>
          <a:prstGeom prst="rect">
            <a:avLst/>
          </a:prstGeom>
        </p:spPr>
      </p:pic>
      <p:pic>
        <p:nvPicPr>
          <p:cNvPr id="1067" name="Image 1064" descr="preencoded.png">    </p:cNvPr>
          <p:cNvPicPr>
            <a:picLocks noChangeAspect="1"/>
          </p:cNvPicPr>
          <p:nvPr/>
        </p:nvPicPr>
        <p:blipFill>
          <a:blip r:embed="rId1065"/>
          <a:stretch>
            <a:fillRect/>
          </a:stretch>
        </p:blipFill>
        <p:spPr>
          <a:xfrm>
            <a:off x="2580469" y="2036502"/>
            <a:ext cx="528861" cy="327026"/>
          </a:xfrm>
          <a:prstGeom prst="rect">
            <a:avLst/>
          </a:prstGeom>
        </p:spPr>
      </p:pic>
      <p:pic>
        <p:nvPicPr>
          <p:cNvPr id="1068" name="Image 1065" descr="preencoded.png">    </p:cNvPr>
          <p:cNvPicPr>
            <a:picLocks noChangeAspect="1"/>
          </p:cNvPicPr>
          <p:nvPr/>
        </p:nvPicPr>
        <p:blipFill>
          <a:blip r:embed="rId1066"/>
          <a:stretch>
            <a:fillRect/>
          </a:stretch>
        </p:blipFill>
        <p:spPr>
          <a:xfrm>
            <a:off x="4588914" y="2131033"/>
            <a:ext cx="22687" cy="43618"/>
          </a:xfrm>
          <a:prstGeom prst="rect">
            <a:avLst/>
          </a:prstGeom>
        </p:spPr>
      </p:pic>
      <p:pic>
        <p:nvPicPr>
          <p:cNvPr id="1069" name="Image 1066" descr="preencoded.png">    </p:cNvPr>
          <p:cNvPicPr>
            <a:picLocks noChangeAspect="1"/>
          </p:cNvPicPr>
          <p:nvPr/>
        </p:nvPicPr>
        <p:blipFill>
          <a:blip r:embed="rId1067"/>
          <a:stretch>
            <a:fillRect/>
          </a:stretch>
        </p:blipFill>
        <p:spPr>
          <a:xfrm>
            <a:off x="4486411" y="2138587"/>
            <a:ext cx="43433" cy="28214"/>
          </a:xfrm>
          <a:prstGeom prst="rect">
            <a:avLst/>
          </a:prstGeom>
        </p:spPr>
      </p:pic>
      <p:pic>
        <p:nvPicPr>
          <p:cNvPr id="1070" name="Image 1067" descr="preencoded.png">    </p:cNvPr>
          <p:cNvPicPr>
            <a:picLocks noChangeAspect="1"/>
          </p:cNvPicPr>
          <p:nvPr/>
        </p:nvPicPr>
        <p:blipFill>
          <a:blip r:embed="rId1068"/>
          <a:stretch>
            <a:fillRect/>
          </a:stretch>
        </p:blipFill>
        <p:spPr>
          <a:xfrm>
            <a:off x="4437869" y="2131033"/>
            <a:ext cx="25104" cy="21717"/>
          </a:xfrm>
          <a:prstGeom prst="rect">
            <a:avLst/>
          </a:prstGeom>
        </p:spPr>
      </p:pic>
      <p:pic>
        <p:nvPicPr>
          <p:cNvPr id="1071" name="Image 1068" descr="preencoded.png">    </p:cNvPr>
          <p:cNvPicPr>
            <a:picLocks noChangeAspect="1"/>
          </p:cNvPicPr>
          <p:nvPr/>
        </p:nvPicPr>
        <p:blipFill>
          <a:blip r:embed="rId1069"/>
          <a:stretch>
            <a:fillRect/>
          </a:stretch>
        </p:blipFill>
        <p:spPr>
          <a:xfrm>
            <a:off x="4077387" y="2102929"/>
            <a:ext cx="74334" cy="66427"/>
          </a:xfrm>
          <a:prstGeom prst="rect">
            <a:avLst/>
          </a:prstGeom>
        </p:spPr>
      </p:pic>
      <p:pic>
        <p:nvPicPr>
          <p:cNvPr id="1072" name="Image 1069" descr="preencoded.png">    </p:cNvPr>
          <p:cNvPicPr>
            <a:picLocks noChangeAspect="1"/>
          </p:cNvPicPr>
          <p:nvPr/>
        </p:nvPicPr>
        <p:blipFill>
          <a:blip r:embed="rId1070"/>
          <a:stretch>
            <a:fillRect/>
          </a:stretch>
        </p:blipFill>
        <p:spPr>
          <a:xfrm>
            <a:off x="7452507" y="2077221"/>
            <a:ext cx="28234" cy="40798"/>
          </a:xfrm>
          <a:prstGeom prst="rect">
            <a:avLst/>
          </a:prstGeom>
        </p:spPr>
      </p:pic>
      <p:pic>
        <p:nvPicPr>
          <p:cNvPr id="1073" name="Image 1070" descr="preencoded.png">    </p:cNvPr>
          <p:cNvPicPr>
            <a:picLocks noChangeAspect="1"/>
          </p:cNvPicPr>
          <p:nvPr/>
        </p:nvPicPr>
        <p:blipFill>
          <a:blip r:embed="rId1071"/>
          <a:stretch>
            <a:fillRect/>
          </a:stretch>
        </p:blipFill>
        <p:spPr>
          <a:xfrm>
            <a:off x="7442410" y="2067055"/>
            <a:ext cx="48938" cy="81668"/>
          </a:xfrm>
          <a:prstGeom prst="rect">
            <a:avLst/>
          </a:prstGeom>
        </p:spPr>
      </p:pic>
      <p:pic>
        <p:nvPicPr>
          <p:cNvPr id="1074" name="Image 1071" descr="preencoded.png">    </p:cNvPr>
          <p:cNvPicPr>
            <a:picLocks noChangeAspect="1"/>
          </p:cNvPicPr>
          <p:nvPr/>
        </p:nvPicPr>
        <p:blipFill>
          <a:blip r:embed="rId1072"/>
          <a:stretch>
            <a:fillRect/>
          </a:stretch>
        </p:blipFill>
        <p:spPr>
          <a:xfrm>
            <a:off x="5186450" y="2018506"/>
            <a:ext cx="99640" cy="199505"/>
          </a:xfrm>
          <a:prstGeom prst="rect">
            <a:avLst/>
          </a:prstGeom>
        </p:spPr>
      </p:pic>
      <p:pic>
        <p:nvPicPr>
          <p:cNvPr id="1075" name="Image 1072" descr="preencoded.png">    </p:cNvPr>
          <p:cNvPicPr>
            <a:picLocks noChangeAspect="1"/>
          </p:cNvPicPr>
          <p:nvPr/>
        </p:nvPicPr>
        <p:blipFill>
          <a:blip r:embed="rId1073"/>
          <a:stretch>
            <a:fillRect/>
          </a:stretch>
        </p:blipFill>
        <p:spPr>
          <a:xfrm>
            <a:off x="4874754" y="2131033"/>
            <a:ext cx="35768" cy="22994"/>
          </a:xfrm>
          <a:prstGeom prst="rect">
            <a:avLst/>
          </a:prstGeom>
        </p:spPr>
      </p:pic>
      <p:pic>
        <p:nvPicPr>
          <p:cNvPr id="1076" name="Image 1073" descr="preencoded.png">    </p:cNvPr>
          <p:cNvPicPr>
            <a:picLocks noChangeAspect="1"/>
          </p:cNvPicPr>
          <p:nvPr/>
        </p:nvPicPr>
        <p:blipFill>
          <a:blip r:embed="rId1074"/>
          <a:stretch>
            <a:fillRect/>
          </a:stretch>
        </p:blipFill>
        <p:spPr>
          <a:xfrm>
            <a:off x="4021423" y="2089733"/>
            <a:ext cx="51385" cy="66849"/>
          </a:xfrm>
          <a:prstGeom prst="rect">
            <a:avLst/>
          </a:prstGeom>
        </p:spPr>
      </p:pic>
      <p:pic>
        <p:nvPicPr>
          <p:cNvPr id="1077" name="Image 1074" descr="preencoded.png">    </p:cNvPr>
          <p:cNvPicPr>
            <a:picLocks noChangeAspect="1"/>
          </p:cNvPicPr>
          <p:nvPr/>
        </p:nvPicPr>
        <p:blipFill>
          <a:blip r:embed="rId1075"/>
          <a:stretch>
            <a:fillRect/>
          </a:stretch>
        </p:blipFill>
        <p:spPr>
          <a:xfrm>
            <a:off x="4422376" y="2125923"/>
            <a:ext cx="12377" cy="48589"/>
          </a:xfrm>
          <a:prstGeom prst="rect">
            <a:avLst/>
          </a:prstGeom>
        </p:spPr>
      </p:pic>
      <p:pic>
        <p:nvPicPr>
          <p:cNvPr id="1078" name="Image 1075" descr="preencoded.png">    </p:cNvPr>
          <p:cNvPicPr>
            <a:picLocks noChangeAspect="1"/>
          </p:cNvPicPr>
          <p:nvPr/>
        </p:nvPicPr>
        <p:blipFill>
          <a:blip r:embed="rId1076"/>
          <a:stretch>
            <a:fillRect/>
          </a:stretch>
        </p:blipFill>
        <p:spPr>
          <a:xfrm>
            <a:off x="4200265" y="2125923"/>
            <a:ext cx="81756" cy="40879"/>
          </a:xfrm>
          <a:prstGeom prst="rect">
            <a:avLst/>
          </a:prstGeom>
        </p:spPr>
      </p:pic>
      <p:pic>
        <p:nvPicPr>
          <p:cNvPr id="1079" name="Image 1076" descr="preencoded.png">    </p:cNvPr>
          <p:cNvPicPr>
            <a:picLocks noChangeAspect="1"/>
          </p:cNvPicPr>
          <p:nvPr/>
        </p:nvPicPr>
        <p:blipFill>
          <a:blip r:embed="rId1077"/>
          <a:stretch>
            <a:fillRect/>
          </a:stretch>
        </p:blipFill>
        <p:spPr>
          <a:xfrm>
            <a:off x="4762317" y="2128478"/>
            <a:ext cx="25570" cy="25549"/>
          </a:xfrm>
          <a:prstGeom prst="rect">
            <a:avLst/>
          </a:prstGeom>
        </p:spPr>
      </p:pic>
      <p:pic>
        <p:nvPicPr>
          <p:cNvPr id="1080" name="Image 1077" descr="preencoded.png">    </p:cNvPr>
          <p:cNvPicPr>
            <a:picLocks noChangeAspect="1"/>
          </p:cNvPicPr>
          <p:nvPr/>
        </p:nvPicPr>
        <p:blipFill>
          <a:blip r:embed="rId1078"/>
          <a:stretch>
            <a:fillRect/>
          </a:stretch>
        </p:blipFill>
        <p:spPr>
          <a:xfrm>
            <a:off x="4555393" y="2113148"/>
            <a:ext cx="33214" cy="35768"/>
          </a:xfrm>
          <a:prstGeom prst="rect">
            <a:avLst/>
          </a:prstGeom>
        </p:spPr>
      </p:pic>
      <p:pic>
        <p:nvPicPr>
          <p:cNvPr id="1081" name="Image 1078" descr="preencoded.png">    </p:cNvPr>
          <p:cNvPicPr>
            <a:picLocks noChangeAspect="1"/>
          </p:cNvPicPr>
          <p:nvPr/>
        </p:nvPicPr>
        <p:blipFill>
          <a:blip r:embed="rId1079"/>
          <a:stretch>
            <a:fillRect/>
          </a:stretch>
        </p:blipFill>
        <p:spPr>
          <a:xfrm>
            <a:off x="4522180" y="2120813"/>
            <a:ext cx="28104" cy="38323"/>
          </a:xfrm>
          <a:prstGeom prst="rect">
            <a:avLst/>
          </a:prstGeom>
        </p:spPr>
      </p:pic>
      <p:pic>
        <p:nvPicPr>
          <p:cNvPr id="1082" name="Image 1079" descr="preencoded.png">    </p:cNvPr>
          <p:cNvPicPr>
            <a:picLocks noChangeAspect="1"/>
          </p:cNvPicPr>
          <p:nvPr/>
        </p:nvPicPr>
        <p:blipFill>
          <a:blip r:embed="rId1080"/>
          <a:stretch>
            <a:fillRect/>
          </a:stretch>
        </p:blipFill>
        <p:spPr>
          <a:xfrm>
            <a:off x="4118508" y="2118258"/>
            <a:ext cx="38323" cy="53653"/>
          </a:xfrm>
          <a:prstGeom prst="rect">
            <a:avLst/>
          </a:prstGeom>
        </p:spPr>
      </p:pic>
      <p:pic>
        <p:nvPicPr>
          <p:cNvPr id="1083" name="Image 1080" descr="preencoded.png">    </p:cNvPr>
          <p:cNvPicPr>
            <a:picLocks noChangeAspect="1"/>
          </p:cNvPicPr>
          <p:nvPr/>
        </p:nvPicPr>
        <p:blipFill>
          <a:blip r:embed="rId1081"/>
          <a:stretch>
            <a:fillRect/>
          </a:stretch>
        </p:blipFill>
        <p:spPr>
          <a:xfrm>
            <a:off x="4823656" y="2115703"/>
            <a:ext cx="46290" cy="30659"/>
          </a:xfrm>
          <a:prstGeom prst="rect">
            <a:avLst/>
          </a:prstGeom>
        </p:spPr>
      </p:pic>
      <p:pic>
        <p:nvPicPr>
          <p:cNvPr id="1084" name="Image 1081" descr="preencoded.png">    </p:cNvPr>
          <p:cNvPicPr>
            <a:picLocks noChangeAspect="1"/>
          </p:cNvPicPr>
          <p:nvPr/>
        </p:nvPicPr>
        <p:blipFill>
          <a:blip r:embed="rId1082"/>
          <a:stretch>
            <a:fillRect/>
          </a:stretch>
        </p:blipFill>
        <p:spPr>
          <a:xfrm>
            <a:off x="4647369" y="2125805"/>
            <a:ext cx="12774" cy="46105"/>
          </a:xfrm>
          <a:prstGeom prst="rect">
            <a:avLst/>
          </a:prstGeom>
        </p:spPr>
      </p:pic>
      <p:pic>
        <p:nvPicPr>
          <p:cNvPr id="1085" name="Image 1082" descr="preencoded.png">    </p:cNvPr>
          <p:cNvPicPr>
            <a:picLocks noChangeAspect="1"/>
          </p:cNvPicPr>
          <p:nvPr/>
        </p:nvPicPr>
        <p:blipFill>
          <a:blip r:embed="rId1083"/>
          <a:stretch>
            <a:fillRect/>
          </a:stretch>
        </p:blipFill>
        <p:spPr>
          <a:xfrm>
            <a:off x="4165559" y="2113148"/>
            <a:ext cx="44926" cy="25549"/>
          </a:xfrm>
          <a:prstGeom prst="rect">
            <a:avLst/>
          </a:prstGeom>
        </p:spPr>
      </p:pic>
      <p:pic>
        <p:nvPicPr>
          <p:cNvPr id="1086" name="Image 1083" descr="preencoded.png">    </p:cNvPr>
          <p:cNvPicPr>
            <a:picLocks noChangeAspect="1"/>
          </p:cNvPicPr>
          <p:nvPr/>
        </p:nvPicPr>
        <p:blipFill>
          <a:blip r:embed="rId1084"/>
          <a:stretch>
            <a:fillRect/>
          </a:stretch>
        </p:blipFill>
        <p:spPr>
          <a:xfrm>
            <a:off x="4780223" y="2095265"/>
            <a:ext cx="51097" cy="56207"/>
          </a:xfrm>
          <a:prstGeom prst="rect">
            <a:avLst/>
          </a:prstGeom>
        </p:spPr>
      </p:pic>
      <p:pic>
        <p:nvPicPr>
          <p:cNvPr id="1087" name="Image 1084" descr="preencoded.png">    </p:cNvPr>
          <p:cNvPicPr>
            <a:picLocks noChangeAspect="1"/>
          </p:cNvPicPr>
          <p:nvPr/>
        </p:nvPicPr>
        <p:blipFill>
          <a:blip r:embed="rId1085"/>
          <a:stretch>
            <a:fillRect/>
          </a:stretch>
        </p:blipFill>
        <p:spPr>
          <a:xfrm>
            <a:off x="5099583" y="2085045"/>
            <a:ext cx="56208" cy="127744"/>
          </a:xfrm>
          <a:prstGeom prst="rect">
            <a:avLst/>
          </a:prstGeom>
        </p:spPr>
      </p:pic>
      <p:pic>
        <p:nvPicPr>
          <p:cNvPr id="1088" name="Image 1085" descr="preencoded.png">    </p:cNvPr>
          <p:cNvPicPr>
            <a:picLocks noChangeAspect="1"/>
          </p:cNvPicPr>
          <p:nvPr/>
        </p:nvPicPr>
        <p:blipFill>
          <a:blip r:embed="rId1086"/>
          <a:stretch>
            <a:fillRect/>
          </a:stretch>
        </p:blipFill>
        <p:spPr>
          <a:xfrm>
            <a:off x="4752732" y="2118258"/>
            <a:ext cx="15547" cy="17884"/>
          </a:xfrm>
          <a:prstGeom prst="rect">
            <a:avLst/>
          </a:prstGeom>
        </p:spPr>
      </p:pic>
      <p:pic>
        <p:nvPicPr>
          <p:cNvPr id="1089" name="Image 1086" descr="preencoded.png">    </p:cNvPr>
          <p:cNvPicPr>
            <a:picLocks noChangeAspect="1"/>
          </p:cNvPicPr>
          <p:nvPr/>
        </p:nvPicPr>
        <p:blipFill>
          <a:blip r:embed="rId1087"/>
          <a:stretch>
            <a:fillRect/>
          </a:stretch>
        </p:blipFill>
        <p:spPr>
          <a:xfrm>
            <a:off x="4670120" y="2108039"/>
            <a:ext cx="51340" cy="33213"/>
          </a:xfrm>
          <a:prstGeom prst="rect">
            <a:avLst/>
          </a:prstGeom>
        </p:spPr>
      </p:pic>
      <p:pic>
        <p:nvPicPr>
          <p:cNvPr id="1090" name="Image 1087" descr="preencoded.png">    </p:cNvPr>
          <p:cNvPicPr>
            <a:picLocks noChangeAspect="1"/>
          </p:cNvPicPr>
          <p:nvPr/>
        </p:nvPicPr>
        <p:blipFill>
          <a:blip r:embed="rId1088"/>
          <a:stretch>
            <a:fillRect/>
          </a:stretch>
        </p:blipFill>
        <p:spPr>
          <a:xfrm>
            <a:off x="4282021" y="2071953"/>
            <a:ext cx="102196" cy="56480"/>
          </a:xfrm>
          <a:prstGeom prst="rect">
            <a:avLst/>
          </a:prstGeom>
        </p:spPr>
      </p:pic>
      <p:pic>
        <p:nvPicPr>
          <p:cNvPr id="1091" name="Image 1088" descr="preencoded.png">    </p:cNvPr>
          <p:cNvPicPr>
            <a:picLocks noChangeAspect="1"/>
          </p:cNvPicPr>
          <p:nvPr/>
        </p:nvPicPr>
        <p:blipFill>
          <a:blip r:embed="rId1089"/>
          <a:stretch>
            <a:fillRect/>
          </a:stretch>
        </p:blipFill>
        <p:spPr>
          <a:xfrm>
            <a:off x="2276438" y="2031120"/>
            <a:ext cx="843111" cy="337517"/>
          </a:xfrm>
          <a:prstGeom prst="rect">
            <a:avLst/>
          </a:prstGeom>
        </p:spPr>
      </p:pic>
      <p:pic>
        <p:nvPicPr>
          <p:cNvPr id="1092" name="Image 1089" descr="preencoded.png">    </p:cNvPr>
          <p:cNvPicPr>
            <a:picLocks noChangeAspect="1"/>
          </p:cNvPicPr>
          <p:nvPr/>
        </p:nvPicPr>
        <p:blipFill>
          <a:blip r:embed="rId1090"/>
          <a:stretch>
            <a:fillRect/>
          </a:stretch>
        </p:blipFill>
        <p:spPr>
          <a:xfrm>
            <a:off x="1198277" y="2049277"/>
            <a:ext cx="147203" cy="155848"/>
          </a:xfrm>
          <a:prstGeom prst="rect">
            <a:avLst/>
          </a:prstGeom>
        </p:spPr>
      </p:pic>
      <p:pic>
        <p:nvPicPr>
          <p:cNvPr id="1093" name="Image 1090" descr="preencoded.png">    </p:cNvPr>
          <p:cNvPicPr>
            <a:picLocks noChangeAspect="1"/>
          </p:cNvPicPr>
          <p:nvPr/>
        </p:nvPicPr>
        <p:blipFill>
          <a:blip r:embed="rId1091"/>
          <a:stretch>
            <a:fillRect/>
          </a:stretch>
        </p:blipFill>
        <p:spPr>
          <a:xfrm>
            <a:off x="4878219" y="2087600"/>
            <a:ext cx="68820" cy="51098"/>
          </a:xfrm>
          <a:prstGeom prst="rect">
            <a:avLst/>
          </a:prstGeom>
        </p:spPr>
      </p:pic>
      <p:pic>
        <p:nvPicPr>
          <p:cNvPr id="1094" name="Image 1091" descr="preencoded.png">    </p:cNvPr>
          <p:cNvPicPr>
            <a:picLocks noChangeAspect="1"/>
          </p:cNvPicPr>
          <p:nvPr/>
        </p:nvPicPr>
        <p:blipFill>
          <a:blip r:embed="rId1092"/>
          <a:stretch>
            <a:fillRect/>
          </a:stretch>
        </p:blipFill>
        <p:spPr>
          <a:xfrm>
            <a:off x="4471082" y="2108039"/>
            <a:ext cx="20439" cy="38323"/>
          </a:xfrm>
          <a:prstGeom prst="rect">
            <a:avLst/>
          </a:prstGeom>
        </p:spPr>
      </p:pic>
      <p:pic>
        <p:nvPicPr>
          <p:cNvPr id="1095" name="Image 1092" descr="preencoded.png">    </p:cNvPr>
          <p:cNvPicPr>
            <a:picLocks noChangeAspect="1"/>
          </p:cNvPicPr>
          <p:nvPr/>
        </p:nvPicPr>
        <p:blipFill>
          <a:blip r:embed="rId1093"/>
          <a:stretch>
            <a:fillRect/>
          </a:stretch>
        </p:blipFill>
        <p:spPr>
          <a:xfrm>
            <a:off x="4915631" y="2097819"/>
            <a:ext cx="61317" cy="51098"/>
          </a:xfrm>
          <a:prstGeom prst="rect">
            <a:avLst/>
          </a:prstGeom>
        </p:spPr>
      </p:pic>
      <p:pic>
        <p:nvPicPr>
          <p:cNvPr id="1096" name="Image 1093" descr="preencoded.png">    </p:cNvPr>
          <p:cNvPicPr>
            <a:picLocks noChangeAspect="1"/>
          </p:cNvPicPr>
          <p:nvPr/>
        </p:nvPicPr>
        <p:blipFill>
          <a:blip r:embed="rId1094"/>
          <a:stretch>
            <a:fillRect/>
          </a:stretch>
        </p:blipFill>
        <p:spPr>
          <a:xfrm>
            <a:off x="4486411" y="2113148"/>
            <a:ext cx="27120" cy="30659"/>
          </a:xfrm>
          <a:prstGeom prst="rect">
            <a:avLst/>
          </a:prstGeom>
        </p:spPr>
      </p:pic>
      <p:pic>
        <p:nvPicPr>
          <p:cNvPr id="1097" name="Image 1094" descr="preencoded.png">    </p:cNvPr>
          <p:cNvPicPr>
            <a:picLocks noChangeAspect="1"/>
          </p:cNvPicPr>
          <p:nvPr/>
        </p:nvPicPr>
        <p:blipFill>
          <a:blip r:embed="rId1095"/>
          <a:stretch>
            <a:fillRect/>
          </a:stretch>
        </p:blipFill>
        <p:spPr>
          <a:xfrm>
            <a:off x="4731974" y="2108039"/>
            <a:ext cx="20157" cy="20439"/>
          </a:xfrm>
          <a:prstGeom prst="rect">
            <a:avLst/>
          </a:prstGeom>
        </p:spPr>
      </p:pic>
      <p:pic>
        <p:nvPicPr>
          <p:cNvPr id="1098" name="Image 1095" descr="preencoded.png">    </p:cNvPr>
          <p:cNvPicPr>
            <a:picLocks noChangeAspect="1"/>
          </p:cNvPicPr>
          <p:nvPr/>
        </p:nvPicPr>
        <p:blipFill>
          <a:blip r:embed="rId1096"/>
          <a:stretch>
            <a:fillRect/>
          </a:stretch>
        </p:blipFill>
        <p:spPr>
          <a:xfrm>
            <a:off x="7143307" y="2066869"/>
            <a:ext cx="46409" cy="57763"/>
          </a:xfrm>
          <a:prstGeom prst="rect">
            <a:avLst/>
          </a:prstGeom>
        </p:spPr>
      </p:pic>
      <p:pic>
        <p:nvPicPr>
          <p:cNvPr id="1099" name="Image 1096" descr="preencoded.png">    </p:cNvPr>
          <p:cNvPicPr>
            <a:picLocks noChangeAspect="1"/>
          </p:cNvPicPr>
          <p:nvPr/>
        </p:nvPicPr>
        <p:blipFill>
          <a:blip r:embed="rId1097"/>
          <a:stretch>
            <a:fillRect/>
          </a:stretch>
        </p:blipFill>
        <p:spPr>
          <a:xfrm>
            <a:off x="4667719" y="2072271"/>
            <a:ext cx="66516" cy="45988"/>
          </a:xfrm>
          <a:prstGeom prst="rect">
            <a:avLst/>
          </a:prstGeom>
        </p:spPr>
      </p:pic>
      <p:pic>
        <p:nvPicPr>
          <p:cNvPr id="1100" name="Image 1097" descr="preencoded.png">    </p:cNvPr>
          <p:cNvPicPr>
            <a:picLocks noChangeAspect="1"/>
          </p:cNvPicPr>
          <p:nvPr/>
        </p:nvPicPr>
        <p:blipFill>
          <a:blip r:embed="rId1098"/>
          <a:stretch>
            <a:fillRect/>
          </a:stretch>
        </p:blipFill>
        <p:spPr>
          <a:xfrm>
            <a:off x="4578387" y="2041612"/>
            <a:ext cx="28104" cy="45418"/>
          </a:xfrm>
          <a:prstGeom prst="rect">
            <a:avLst/>
          </a:prstGeom>
        </p:spPr>
      </p:pic>
      <p:pic>
        <p:nvPicPr>
          <p:cNvPr id="1101" name="Image 1098" descr="preencoded.png">    </p:cNvPr>
          <p:cNvPicPr>
            <a:picLocks noChangeAspect="1"/>
          </p:cNvPicPr>
          <p:nvPr/>
        </p:nvPicPr>
        <p:blipFill>
          <a:blip r:embed="rId1099"/>
          <a:stretch>
            <a:fillRect/>
          </a:stretch>
        </p:blipFill>
        <p:spPr>
          <a:xfrm>
            <a:off x="4573278" y="2026283"/>
            <a:ext cx="69341" cy="173732"/>
          </a:xfrm>
          <a:prstGeom prst="rect">
            <a:avLst/>
          </a:prstGeom>
        </p:spPr>
      </p:pic>
      <p:pic>
        <p:nvPicPr>
          <p:cNvPr id="1102" name="Image 1099" descr="preencoded.png">    </p:cNvPr>
          <p:cNvPicPr>
            <a:picLocks noChangeAspect="1"/>
          </p:cNvPicPr>
          <p:nvPr/>
        </p:nvPicPr>
        <p:blipFill>
          <a:blip r:embed="rId1100"/>
          <a:stretch>
            <a:fillRect/>
          </a:stretch>
        </p:blipFill>
        <p:spPr>
          <a:xfrm>
            <a:off x="4322955" y="2100374"/>
            <a:ext cx="79145" cy="45988"/>
          </a:xfrm>
          <a:prstGeom prst="rect">
            <a:avLst/>
          </a:prstGeom>
        </p:spPr>
      </p:pic>
      <p:pic>
        <p:nvPicPr>
          <p:cNvPr id="1103" name="Image 1100" descr="preencoded.png">    </p:cNvPr>
          <p:cNvPicPr>
            <a:picLocks noChangeAspect="1"/>
          </p:cNvPicPr>
          <p:nvPr/>
        </p:nvPicPr>
        <p:blipFill>
          <a:blip r:embed="rId1101"/>
          <a:stretch>
            <a:fillRect/>
          </a:stretch>
        </p:blipFill>
        <p:spPr>
          <a:xfrm>
            <a:off x="7092546" y="2077109"/>
            <a:ext cx="33193" cy="41121"/>
          </a:xfrm>
          <a:prstGeom prst="rect">
            <a:avLst/>
          </a:prstGeom>
        </p:spPr>
      </p:pic>
      <p:pic>
        <p:nvPicPr>
          <p:cNvPr id="1104" name="Image 1101" descr="preencoded.png">    </p:cNvPr>
          <p:cNvPicPr>
            <a:picLocks noChangeAspect="1"/>
          </p:cNvPicPr>
          <p:nvPr/>
        </p:nvPicPr>
        <p:blipFill>
          <a:blip r:embed="rId1102"/>
          <a:stretch>
            <a:fillRect/>
          </a:stretch>
        </p:blipFill>
        <p:spPr>
          <a:xfrm>
            <a:off x="4678027" y="2085658"/>
            <a:ext cx="114970" cy="68369"/>
          </a:xfrm>
          <a:prstGeom prst="rect">
            <a:avLst/>
          </a:prstGeom>
        </p:spPr>
      </p:pic>
      <p:pic>
        <p:nvPicPr>
          <p:cNvPr id="1105" name="Image 1102" descr="preencoded.png">    </p:cNvPr>
          <p:cNvPicPr>
            <a:picLocks noChangeAspect="1"/>
          </p:cNvPicPr>
          <p:nvPr/>
        </p:nvPicPr>
        <p:blipFill>
          <a:blip r:embed="rId1103"/>
          <a:stretch>
            <a:fillRect/>
          </a:stretch>
        </p:blipFill>
        <p:spPr>
          <a:xfrm>
            <a:off x="4420532" y="2100374"/>
            <a:ext cx="14782" cy="20439"/>
          </a:xfrm>
          <a:prstGeom prst="rect">
            <a:avLst/>
          </a:prstGeom>
        </p:spPr>
      </p:pic>
      <p:pic>
        <p:nvPicPr>
          <p:cNvPr id="1106" name="Image 1103" descr="preencoded.png">    </p:cNvPr>
          <p:cNvPicPr>
            <a:picLocks noChangeAspect="1"/>
          </p:cNvPicPr>
          <p:nvPr/>
        </p:nvPicPr>
        <p:blipFill>
          <a:blip r:embed="rId1104"/>
          <a:stretch>
            <a:fillRect/>
          </a:stretch>
        </p:blipFill>
        <p:spPr>
          <a:xfrm>
            <a:off x="2399072" y="1962410"/>
            <a:ext cx="505867" cy="338267"/>
          </a:xfrm>
          <a:prstGeom prst="rect">
            <a:avLst/>
          </a:prstGeom>
        </p:spPr>
      </p:pic>
      <p:pic>
        <p:nvPicPr>
          <p:cNvPr id="1107" name="Image 1104" descr="preencoded.png">    </p:cNvPr>
          <p:cNvPicPr>
            <a:picLocks noChangeAspect="1"/>
          </p:cNvPicPr>
          <p:nvPr/>
        </p:nvPicPr>
        <p:blipFill>
          <a:blip r:embed="rId1105"/>
          <a:stretch>
            <a:fillRect/>
          </a:stretch>
        </p:blipFill>
        <p:spPr>
          <a:xfrm>
            <a:off x="1928974" y="2097754"/>
            <a:ext cx="96971" cy="158468"/>
          </a:xfrm>
          <a:prstGeom prst="rect">
            <a:avLst/>
          </a:prstGeom>
        </p:spPr>
      </p:pic>
      <p:pic>
        <p:nvPicPr>
          <p:cNvPr id="1108" name="Image 1105" descr="preencoded.png">    </p:cNvPr>
          <p:cNvPicPr>
            <a:picLocks noChangeAspect="1"/>
          </p:cNvPicPr>
          <p:nvPr/>
        </p:nvPicPr>
        <p:blipFill>
          <a:blip r:embed="rId1106"/>
          <a:stretch>
            <a:fillRect/>
          </a:stretch>
        </p:blipFill>
        <p:spPr>
          <a:xfrm>
            <a:off x="4440487" y="2087600"/>
            <a:ext cx="35704" cy="51098"/>
          </a:xfrm>
          <a:prstGeom prst="rect">
            <a:avLst/>
          </a:prstGeom>
        </p:spPr>
      </p:pic>
      <p:pic>
        <p:nvPicPr>
          <p:cNvPr id="1109" name="Image 1106" descr="preencoded.png">    </p:cNvPr>
          <p:cNvPicPr>
            <a:picLocks noChangeAspect="1"/>
          </p:cNvPicPr>
          <p:nvPr/>
        </p:nvPicPr>
        <p:blipFill>
          <a:blip r:embed="rId1107"/>
          <a:stretch>
            <a:fillRect/>
          </a:stretch>
        </p:blipFill>
        <p:spPr>
          <a:xfrm>
            <a:off x="4223258" y="2077380"/>
            <a:ext cx="89421" cy="63872"/>
          </a:xfrm>
          <a:prstGeom prst="rect">
            <a:avLst/>
          </a:prstGeom>
        </p:spPr>
      </p:pic>
      <p:pic>
        <p:nvPicPr>
          <p:cNvPr id="1110" name="Image 1107" descr="preencoded.png">    </p:cNvPr>
          <p:cNvPicPr>
            <a:picLocks noChangeAspect="1"/>
          </p:cNvPicPr>
          <p:nvPr/>
        </p:nvPicPr>
        <p:blipFill>
          <a:blip r:embed="rId1108"/>
          <a:stretch>
            <a:fillRect/>
          </a:stretch>
        </p:blipFill>
        <p:spPr>
          <a:xfrm>
            <a:off x="7207361" y="2092709"/>
            <a:ext cx="41069" cy="7665"/>
          </a:xfrm>
          <a:prstGeom prst="rect">
            <a:avLst/>
          </a:prstGeom>
        </p:spPr>
      </p:pic>
      <p:pic>
        <p:nvPicPr>
          <p:cNvPr id="1111" name="Image 1108" descr="preencoded.png">    </p:cNvPr>
          <p:cNvPicPr>
            <a:picLocks noChangeAspect="1"/>
          </p:cNvPicPr>
          <p:nvPr/>
        </p:nvPicPr>
        <p:blipFill>
          <a:blip r:embed="rId1109"/>
          <a:stretch>
            <a:fillRect/>
          </a:stretch>
        </p:blipFill>
        <p:spPr>
          <a:xfrm>
            <a:off x="7207361" y="2077235"/>
            <a:ext cx="28104" cy="13213"/>
          </a:xfrm>
          <a:prstGeom prst="rect">
            <a:avLst/>
          </a:prstGeom>
        </p:spPr>
      </p:pic>
      <p:pic>
        <p:nvPicPr>
          <p:cNvPr id="1112" name="Image 1109" descr="preencoded.png">    </p:cNvPr>
          <p:cNvPicPr>
            <a:picLocks noChangeAspect="1"/>
          </p:cNvPicPr>
          <p:nvPr/>
        </p:nvPicPr>
        <p:blipFill>
          <a:blip r:embed="rId1110"/>
          <a:stretch>
            <a:fillRect/>
          </a:stretch>
        </p:blipFill>
        <p:spPr>
          <a:xfrm>
            <a:off x="7204807" y="2087600"/>
            <a:ext cx="30659" cy="5063"/>
          </a:xfrm>
          <a:prstGeom prst="rect">
            <a:avLst/>
          </a:prstGeom>
        </p:spPr>
      </p:pic>
      <p:pic>
        <p:nvPicPr>
          <p:cNvPr id="1113" name="Image 1110" descr="preencoded.png">    </p:cNvPr>
          <p:cNvPicPr>
            <a:picLocks noChangeAspect="1"/>
          </p:cNvPicPr>
          <p:nvPr/>
        </p:nvPicPr>
        <p:blipFill>
          <a:blip r:embed="rId1111"/>
          <a:stretch>
            <a:fillRect/>
          </a:stretch>
        </p:blipFill>
        <p:spPr>
          <a:xfrm>
            <a:off x="7195345" y="2067674"/>
            <a:ext cx="50489" cy="59175"/>
          </a:xfrm>
          <a:prstGeom prst="rect">
            <a:avLst/>
          </a:prstGeom>
        </p:spPr>
      </p:pic>
      <p:pic>
        <p:nvPicPr>
          <p:cNvPr id="1114" name="Image 1111" descr="preencoded.png">    </p:cNvPr>
          <p:cNvPicPr>
            <a:picLocks noChangeAspect="1"/>
          </p:cNvPicPr>
          <p:nvPr/>
        </p:nvPicPr>
        <p:blipFill>
          <a:blip r:embed="rId1112"/>
          <a:stretch>
            <a:fillRect/>
          </a:stretch>
        </p:blipFill>
        <p:spPr>
          <a:xfrm>
            <a:off x="5125133" y="2026283"/>
            <a:ext cx="38330" cy="186506"/>
          </a:xfrm>
          <a:prstGeom prst="rect">
            <a:avLst/>
          </a:prstGeom>
        </p:spPr>
      </p:pic>
      <p:pic>
        <p:nvPicPr>
          <p:cNvPr id="1115" name="Image 1112" descr="preencoded.png">    </p:cNvPr>
          <p:cNvPicPr>
            <a:picLocks noChangeAspect="1"/>
          </p:cNvPicPr>
          <p:nvPr/>
        </p:nvPicPr>
        <p:blipFill>
          <a:blip r:embed="rId1113"/>
          <a:stretch>
            <a:fillRect/>
          </a:stretch>
        </p:blipFill>
        <p:spPr>
          <a:xfrm>
            <a:off x="4807997" y="2016063"/>
            <a:ext cx="23324" cy="36039"/>
          </a:xfrm>
          <a:prstGeom prst="rect">
            <a:avLst/>
          </a:prstGeom>
        </p:spPr>
      </p:pic>
      <p:pic>
        <p:nvPicPr>
          <p:cNvPr id="1116" name="Image 1113" descr="preencoded.png">    </p:cNvPr>
          <p:cNvPicPr>
            <a:picLocks noChangeAspect="1"/>
          </p:cNvPicPr>
          <p:nvPr/>
        </p:nvPicPr>
        <p:blipFill>
          <a:blip r:embed="rId1114"/>
          <a:stretch>
            <a:fillRect/>
          </a:stretch>
        </p:blipFill>
        <p:spPr>
          <a:xfrm>
            <a:off x="4793432" y="2031392"/>
            <a:ext cx="22075" cy="48543"/>
          </a:xfrm>
          <a:prstGeom prst="rect">
            <a:avLst/>
          </a:prstGeom>
        </p:spPr>
      </p:pic>
      <p:pic>
        <p:nvPicPr>
          <p:cNvPr id="1117" name="Image 1114" descr="preencoded.png">    </p:cNvPr>
          <p:cNvPicPr>
            <a:picLocks noChangeAspect="1"/>
          </p:cNvPicPr>
          <p:nvPr/>
        </p:nvPicPr>
        <p:blipFill>
          <a:blip r:embed="rId1115"/>
          <a:stretch>
            <a:fillRect/>
          </a:stretch>
        </p:blipFill>
        <p:spPr>
          <a:xfrm>
            <a:off x="4780837" y="2074690"/>
            <a:ext cx="19824" cy="20574"/>
          </a:xfrm>
          <a:prstGeom prst="rect">
            <a:avLst/>
          </a:prstGeom>
        </p:spPr>
      </p:pic>
      <p:pic>
        <p:nvPicPr>
          <p:cNvPr id="1118" name="Image 1115" descr="preencoded.png">    </p:cNvPr>
          <p:cNvPicPr>
            <a:picLocks noChangeAspect="1"/>
          </p:cNvPicPr>
          <p:nvPr/>
        </p:nvPicPr>
        <p:blipFill>
          <a:blip r:embed="rId1116"/>
          <a:stretch>
            <a:fillRect/>
          </a:stretch>
        </p:blipFill>
        <p:spPr>
          <a:xfrm>
            <a:off x="4957974" y="2082490"/>
            <a:ext cx="34304" cy="30659"/>
          </a:xfrm>
          <a:prstGeom prst="rect">
            <a:avLst/>
          </a:prstGeom>
        </p:spPr>
      </p:pic>
      <p:pic>
        <p:nvPicPr>
          <p:cNvPr id="1119" name="Image 1116" descr="preencoded.png">    </p:cNvPr>
          <p:cNvPicPr>
            <a:picLocks noChangeAspect="1"/>
          </p:cNvPicPr>
          <p:nvPr/>
        </p:nvPicPr>
        <p:blipFill>
          <a:blip r:embed="rId1117"/>
          <a:stretch>
            <a:fillRect/>
          </a:stretch>
        </p:blipFill>
        <p:spPr>
          <a:xfrm>
            <a:off x="4809424" y="2059305"/>
            <a:ext cx="39781" cy="53844"/>
          </a:xfrm>
          <a:prstGeom prst="rect">
            <a:avLst/>
          </a:prstGeom>
        </p:spPr>
      </p:pic>
      <p:pic>
        <p:nvPicPr>
          <p:cNvPr id="1120" name="Image 1117" descr="preencoded.png">    </p:cNvPr>
          <p:cNvPicPr>
            <a:picLocks noChangeAspect="1"/>
          </p:cNvPicPr>
          <p:nvPr/>
        </p:nvPicPr>
        <p:blipFill>
          <a:blip r:embed="rId1118"/>
          <a:stretch>
            <a:fillRect/>
          </a:stretch>
        </p:blipFill>
        <p:spPr>
          <a:xfrm>
            <a:off x="4759784" y="2013508"/>
            <a:ext cx="373013" cy="232494"/>
          </a:xfrm>
          <a:prstGeom prst="rect">
            <a:avLst/>
          </a:prstGeom>
        </p:spPr>
      </p:pic>
      <p:pic>
        <p:nvPicPr>
          <p:cNvPr id="1121" name="Image 1118" descr="preencoded.png">    </p:cNvPr>
          <p:cNvPicPr>
            <a:picLocks noChangeAspect="1"/>
          </p:cNvPicPr>
          <p:nvPr/>
        </p:nvPicPr>
        <p:blipFill>
          <a:blip r:embed="rId1119"/>
          <a:stretch>
            <a:fillRect/>
          </a:stretch>
        </p:blipFill>
        <p:spPr>
          <a:xfrm>
            <a:off x="4761671" y="2095265"/>
            <a:ext cx="23662" cy="25549"/>
          </a:xfrm>
          <a:prstGeom prst="rect">
            <a:avLst/>
          </a:prstGeom>
        </p:spPr>
      </p:pic>
      <p:pic>
        <p:nvPicPr>
          <p:cNvPr id="1122" name="Image 1119" descr="preencoded.png">    </p:cNvPr>
          <p:cNvPicPr>
            <a:picLocks noChangeAspect="1"/>
          </p:cNvPicPr>
          <p:nvPr/>
        </p:nvPicPr>
        <p:blipFill>
          <a:blip r:embed="rId1120"/>
          <a:stretch>
            <a:fillRect/>
          </a:stretch>
        </p:blipFill>
        <p:spPr>
          <a:xfrm>
            <a:off x="4529844" y="2095265"/>
            <a:ext cx="33367" cy="38323"/>
          </a:xfrm>
          <a:prstGeom prst="rect">
            <a:avLst/>
          </a:prstGeom>
        </p:spPr>
      </p:pic>
      <p:pic>
        <p:nvPicPr>
          <p:cNvPr id="1123" name="Image 1120" descr="preencoded.png">    </p:cNvPr>
          <p:cNvPicPr>
            <a:picLocks noChangeAspect="1"/>
          </p:cNvPicPr>
          <p:nvPr/>
        </p:nvPicPr>
        <p:blipFill>
          <a:blip r:embed="rId1121"/>
          <a:stretch>
            <a:fillRect/>
          </a:stretch>
        </p:blipFill>
        <p:spPr>
          <a:xfrm>
            <a:off x="4174716" y="2073386"/>
            <a:ext cx="94531" cy="47427"/>
          </a:xfrm>
          <a:prstGeom prst="rect">
            <a:avLst/>
          </a:prstGeom>
        </p:spPr>
      </p:pic>
      <p:pic>
        <p:nvPicPr>
          <p:cNvPr id="1124" name="Image 1121" descr="preencoded.png">    </p:cNvPr>
          <p:cNvPicPr>
            <a:picLocks noChangeAspect="1"/>
          </p:cNvPicPr>
          <p:nvPr/>
        </p:nvPicPr>
        <p:blipFill>
          <a:blip r:embed="rId1122"/>
          <a:stretch>
            <a:fillRect/>
          </a:stretch>
        </p:blipFill>
        <p:spPr>
          <a:xfrm>
            <a:off x="7255792" y="2067514"/>
            <a:ext cx="43195" cy="58526"/>
          </a:xfrm>
          <a:prstGeom prst="rect">
            <a:avLst/>
          </a:prstGeom>
        </p:spPr>
      </p:pic>
      <p:pic>
        <p:nvPicPr>
          <p:cNvPr id="1125" name="Image 1122" descr="preencoded.png">    </p:cNvPr>
          <p:cNvPicPr>
            <a:picLocks noChangeAspect="1"/>
          </p:cNvPicPr>
          <p:nvPr/>
        </p:nvPicPr>
        <p:blipFill>
          <a:blip r:embed="rId1123"/>
          <a:stretch>
            <a:fillRect/>
          </a:stretch>
        </p:blipFill>
        <p:spPr>
          <a:xfrm>
            <a:off x="2238115" y="1793788"/>
            <a:ext cx="15329" cy="12775"/>
          </a:xfrm>
          <a:prstGeom prst="rect">
            <a:avLst/>
          </a:prstGeom>
        </p:spPr>
      </p:pic>
      <p:pic>
        <p:nvPicPr>
          <p:cNvPr id="1126" name="Image 1123" descr="preencoded.png">    </p:cNvPr>
          <p:cNvPicPr>
            <a:picLocks noChangeAspect="1"/>
          </p:cNvPicPr>
          <p:nvPr/>
        </p:nvPicPr>
        <p:blipFill>
          <a:blip r:embed="rId1124"/>
          <a:stretch>
            <a:fillRect/>
          </a:stretch>
        </p:blipFill>
        <p:spPr>
          <a:xfrm>
            <a:off x="2000510" y="1806407"/>
            <a:ext cx="28104" cy="25860"/>
          </a:xfrm>
          <a:prstGeom prst="rect">
            <a:avLst/>
          </a:prstGeom>
        </p:spPr>
      </p:pic>
      <p:pic>
        <p:nvPicPr>
          <p:cNvPr id="1127" name="Image 1124" descr="preencoded.png">    </p:cNvPr>
          <p:cNvPicPr>
            <a:picLocks noChangeAspect="1"/>
          </p:cNvPicPr>
          <p:nvPr/>
        </p:nvPicPr>
        <p:blipFill>
          <a:blip r:embed="rId1125"/>
          <a:stretch>
            <a:fillRect/>
          </a:stretch>
        </p:blipFill>
        <p:spPr>
          <a:xfrm>
            <a:off x="2266195" y="1813958"/>
            <a:ext cx="58786" cy="64878"/>
          </a:xfrm>
          <a:prstGeom prst="rect">
            <a:avLst/>
          </a:prstGeom>
        </p:spPr>
      </p:pic>
      <p:pic>
        <p:nvPicPr>
          <p:cNvPr id="1128" name="Image 1125" descr="preencoded.png">    </p:cNvPr>
          <p:cNvPicPr>
            <a:picLocks noChangeAspect="1"/>
          </p:cNvPicPr>
          <p:nvPr/>
        </p:nvPicPr>
        <p:blipFill>
          <a:blip r:embed="rId1126"/>
          <a:stretch>
            <a:fillRect/>
          </a:stretch>
        </p:blipFill>
        <p:spPr>
          <a:xfrm>
            <a:off x="1982626" y="1791075"/>
            <a:ext cx="64747" cy="87025"/>
          </a:xfrm>
          <a:prstGeom prst="rect">
            <a:avLst/>
          </a:prstGeom>
        </p:spPr>
      </p:pic>
      <p:pic>
        <p:nvPicPr>
          <p:cNvPr id="1129" name="Image 1126" descr="preencoded.png">    </p:cNvPr>
          <p:cNvPicPr>
            <a:picLocks noChangeAspect="1"/>
          </p:cNvPicPr>
          <p:nvPr/>
        </p:nvPicPr>
        <p:blipFill>
          <a:blip r:embed="rId1127"/>
          <a:stretch>
            <a:fillRect/>
          </a:stretch>
        </p:blipFill>
        <p:spPr>
          <a:xfrm>
            <a:off x="2204901" y="1791233"/>
            <a:ext cx="17884" cy="86866"/>
          </a:xfrm>
          <a:prstGeom prst="rect">
            <a:avLst/>
          </a:prstGeom>
        </p:spPr>
      </p:pic>
      <p:pic>
        <p:nvPicPr>
          <p:cNvPr id="1130" name="Image 1127" descr="preencoded.png">    </p:cNvPr>
          <p:cNvPicPr>
            <a:picLocks noChangeAspect="1"/>
          </p:cNvPicPr>
          <p:nvPr/>
        </p:nvPicPr>
        <p:blipFill>
          <a:blip r:embed="rId1128"/>
          <a:stretch>
            <a:fillRect/>
          </a:stretch>
        </p:blipFill>
        <p:spPr>
          <a:xfrm>
            <a:off x="2148537" y="1826926"/>
            <a:ext cx="25668" cy="37495"/>
          </a:xfrm>
          <a:prstGeom prst="rect">
            <a:avLst/>
          </a:prstGeom>
        </p:spPr>
      </p:pic>
      <p:pic>
        <p:nvPicPr>
          <p:cNvPr id="1131" name="Image 1128" descr="preencoded.png">    </p:cNvPr>
          <p:cNvPicPr>
            <a:picLocks noChangeAspect="1"/>
          </p:cNvPicPr>
          <p:nvPr/>
        </p:nvPicPr>
        <p:blipFill>
          <a:blip r:embed="rId1129"/>
          <a:stretch>
            <a:fillRect/>
          </a:stretch>
        </p:blipFill>
        <p:spPr>
          <a:xfrm>
            <a:off x="2130650" y="1791020"/>
            <a:ext cx="61421" cy="88141"/>
          </a:xfrm>
          <a:prstGeom prst="rect">
            <a:avLst/>
          </a:prstGeom>
        </p:spPr>
      </p:pic>
      <p:pic>
        <p:nvPicPr>
          <p:cNvPr id="1132" name="Image 1129" descr="preencoded.png">    </p:cNvPr>
          <p:cNvPicPr>
            <a:picLocks noChangeAspect="1"/>
          </p:cNvPicPr>
          <p:nvPr/>
        </p:nvPicPr>
        <p:blipFill>
          <a:blip r:embed="rId1130"/>
          <a:stretch>
            <a:fillRect/>
          </a:stretch>
        </p:blipFill>
        <p:spPr>
          <a:xfrm>
            <a:off x="2238115" y="1814228"/>
            <a:ext cx="15329" cy="63871"/>
          </a:xfrm>
          <a:prstGeom prst="rect">
            <a:avLst/>
          </a:prstGeom>
        </p:spPr>
      </p:pic>
      <p:pic>
        <p:nvPicPr>
          <p:cNvPr id="1133" name="Image 1130" descr="preencoded.png">    </p:cNvPr>
          <p:cNvPicPr>
            <a:picLocks noChangeAspect="1"/>
          </p:cNvPicPr>
          <p:nvPr/>
        </p:nvPicPr>
        <p:blipFill>
          <a:blip r:embed="rId1131"/>
          <a:stretch>
            <a:fillRect/>
          </a:stretch>
        </p:blipFill>
        <p:spPr>
          <a:xfrm>
            <a:off x="2058827" y="1814227"/>
            <a:ext cx="56653" cy="66097"/>
          </a:xfrm>
          <a:prstGeom prst="rect">
            <a:avLst/>
          </a:prstGeom>
        </p:spPr>
      </p:pic>
      <p:pic>
        <p:nvPicPr>
          <p:cNvPr id="1134" name="Image 1131" descr="preencoded.png">    </p:cNvPr>
          <p:cNvPicPr>
            <a:picLocks noChangeAspect="1"/>
          </p:cNvPicPr>
          <p:nvPr/>
        </p:nvPicPr>
        <p:blipFill>
          <a:blip r:embed="rId1132"/>
          <a:stretch>
            <a:fillRect/>
          </a:stretch>
        </p:blipFill>
        <p:spPr>
          <a:xfrm>
            <a:off x="2255999" y="1808972"/>
            <a:ext cx="71537" cy="76830"/>
          </a:xfrm>
          <a:prstGeom prst="rect">
            <a:avLst/>
          </a:prstGeom>
        </p:spPr>
      </p:pic>
      <p:pic>
        <p:nvPicPr>
          <p:cNvPr id="1135" name="Image 1132" descr="preencoded.png">    </p:cNvPr>
          <p:cNvPicPr>
            <a:picLocks noChangeAspect="1"/>
          </p:cNvPicPr>
          <p:nvPr/>
        </p:nvPicPr>
        <p:blipFill>
          <a:blip r:embed="rId1133"/>
          <a:stretch>
            <a:fillRect/>
          </a:stretch>
        </p:blipFill>
        <p:spPr>
          <a:xfrm>
            <a:off x="2233005" y="1816782"/>
            <a:ext cx="25549" cy="66628"/>
          </a:xfrm>
          <a:prstGeom prst="rect">
            <a:avLst/>
          </a:prstGeom>
        </p:spPr>
      </p:pic>
      <p:pic>
        <p:nvPicPr>
          <p:cNvPr id="1136" name="Image 1133" descr="preencoded.png">    </p:cNvPr>
          <p:cNvPicPr>
            <a:picLocks noChangeAspect="1"/>
          </p:cNvPicPr>
          <p:nvPr/>
        </p:nvPicPr>
        <p:blipFill>
          <a:blip r:embed="rId1134"/>
          <a:stretch>
            <a:fillRect/>
          </a:stretch>
        </p:blipFill>
        <p:spPr>
          <a:xfrm>
            <a:off x="2130809" y="1786054"/>
            <a:ext cx="127754" cy="104820"/>
          </a:xfrm>
          <a:prstGeom prst="rect">
            <a:avLst/>
          </a:prstGeom>
        </p:spPr>
      </p:pic>
      <p:pic>
        <p:nvPicPr>
          <p:cNvPr id="1137" name="Image 1134" descr="preencoded.png">    </p:cNvPr>
          <p:cNvPicPr>
            <a:picLocks noChangeAspect="1"/>
          </p:cNvPicPr>
          <p:nvPr/>
        </p:nvPicPr>
        <p:blipFill>
          <a:blip r:embed="rId1135"/>
          <a:stretch>
            <a:fillRect/>
          </a:stretch>
        </p:blipFill>
        <p:spPr>
          <a:xfrm>
            <a:off x="1974962" y="1742690"/>
            <a:ext cx="432701" cy="347842"/>
          </a:xfrm>
          <a:prstGeom prst="rect">
            <a:avLst/>
          </a:prstGeom>
        </p:spPr>
      </p:pic>
      <p:pic>
        <p:nvPicPr>
          <p:cNvPr id="1138" name="Image 1135" descr="preencoded.png">    </p:cNvPr>
          <p:cNvPicPr>
            <a:picLocks noChangeAspect="1"/>
          </p:cNvPicPr>
          <p:nvPr/>
        </p:nvPicPr>
        <p:blipFill>
          <a:blip r:embed="rId1136"/>
          <a:stretch>
            <a:fillRect/>
          </a:stretch>
        </p:blipFill>
        <p:spPr>
          <a:xfrm>
            <a:off x="1911090" y="1848718"/>
            <a:ext cx="431775" cy="212276"/>
          </a:xfrm>
          <a:prstGeom prst="rect">
            <a:avLst/>
          </a:prstGeom>
        </p:spPr>
      </p:pic>
      <p:pic>
        <p:nvPicPr>
          <p:cNvPr id="1139" name="Image 1136" descr="preencoded.png">    </p:cNvPr>
          <p:cNvPicPr>
            <a:picLocks noChangeAspect="1"/>
          </p:cNvPicPr>
          <p:nvPr/>
        </p:nvPicPr>
        <p:blipFill>
          <a:blip r:embed="rId1137"/>
          <a:stretch>
            <a:fillRect/>
          </a:stretch>
        </p:blipFill>
        <p:spPr>
          <a:xfrm>
            <a:off x="1886396" y="1612391"/>
            <a:ext cx="529707" cy="487996"/>
          </a:xfrm>
          <a:prstGeom prst="rect">
            <a:avLst/>
          </a:prstGeom>
        </p:spPr>
      </p:pic>
      <p:pic>
        <p:nvPicPr>
          <p:cNvPr id="1140" name="Image 1137" descr="preencoded.png">    </p:cNvPr>
          <p:cNvPicPr>
            <a:picLocks noChangeAspect="1"/>
          </p:cNvPicPr>
          <p:nvPr/>
        </p:nvPicPr>
        <p:blipFill>
          <a:blip r:embed="rId1138"/>
          <a:stretch>
            <a:fillRect/>
          </a:stretch>
        </p:blipFill>
        <p:spPr>
          <a:xfrm>
            <a:off x="1228902" y="2054386"/>
            <a:ext cx="132888" cy="135409"/>
          </a:xfrm>
          <a:prstGeom prst="rect">
            <a:avLst/>
          </a:prstGeom>
        </p:spPr>
      </p:pic>
      <p:pic>
        <p:nvPicPr>
          <p:cNvPr id="1141" name="Image 1138" descr="preencoded.png">    </p:cNvPr>
          <p:cNvPicPr>
            <a:picLocks noChangeAspect="1"/>
          </p:cNvPicPr>
          <p:nvPr/>
        </p:nvPicPr>
        <p:blipFill>
          <a:blip r:embed="rId1139"/>
          <a:stretch>
            <a:fillRect/>
          </a:stretch>
        </p:blipFill>
        <p:spPr>
          <a:xfrm>
            <a:off x="7363210" y="2069716"/>
            <a:ext cx="10220" cy="56207"/>
          </a:xfrm>
          <a:prstGeom prst="rect">
            <a:avLst/>
          </a:prstGeom>
        </p:spPr>
      </p:pic>
      <p:pic>
        <p:nvPicPr>
          <p:cNvPr id="1142" name="Image 1139" descr="preencoded.png">    </p:cNvPr>
          <p:cNvPicPr>
            <a:picLocks noChangeAspect="1"/>
          </p:cNvPicPr>
          <p:nvPr/>
        </p:nvPicPr>
        <p:blipFill>
          <a:blip r:embed="rId1140"/>
          <a:stretch>
            <a:fillRect/>
          </a:stretch>
        </p:blipFill>
        <p:spPr>
          <a:xfrm>
            <a:off x="5168565" y="1993069"/>
            <a:ext cx="112415" cy="222275"/>
          </a:xfrm>
          <a:prstGeom prst="rect">
            <a:avLst/>
          </a:prstGeom>
        </p:spPr>
      </p:pic>
      <p:pic>
        <p:nvPicPr>
          <p:cNvPr id="1143" name="Image 1140" descr="preencoded.png">    </p:cNvPr>
          <p:cNvPicPr>
            <a:picLocks noChangeAspect="1"/>
          </p:cNvPicPr>
          <p:nvPr/>
        </p:nvPicPr>
        <p:blipFill>
          <a:blip r:embed="rId1141"/>
          <a:stretch>
            <a:fillRect/>
          </a:stretch>
        </p:blipFill>
        <p:spPr>
          <a:xfrm>
            <a:off x="7307002" y="2067096"/>
            <a:ext cx="45988" cy="59304"/>
          </a:xfrm>
          <a:prstGeom prst="rect">
            <a:avLst/>
          </a:prstGeom>
        </p:spPr>
      </p:pic>
      <p:pic>
        <p:nvPicPr>
          <p:cNvPr id="1144" name="Image 1141" descr="preencoded.png">    </p:cNvPr>
          <p:cNvPicPr>
            <a:picLocks noChangeAspect="1"/>
          </p:cNvPicPr>
          <p:nvPr/>
        </p:nvPicPr>
        <p:blipFill>
          <a:blip r:embed="rId1142"/>
          <a:stretch>
            <a:fillRect/>
          </a:stretch>
        </p:blipFill>
        <p:spPr>
          <a:xfrm>
            <a:off x="7082358" y="2067149"/>
            <a:ext cx="53701" cy="59387"/>
          </a:xfrm>
          <a:prstGeom prst="rect">
            <a:avLst/>
          </a:prstGeom>
        </p:spPr>
      </p:pic>
      <p:pic>
        <p:nvPicPr>
          <p:cNvPr id="1145" name="Image 1142" descr="preencoded.png">    </p:cNvPr>
          <p:cNvPicPr>
            <a:picLocks noChangeAspect="1"/>
          </p:cNvPicPr>
          <p:nvPr/>
        </p:nvPicPr>
        <p:blipFill>
          <a:blip r:embed="rId1143"/>
          <a:stretch>
            <a:fillRect/>
          </a:stretch>
        </p:blipFill>
        <p:spPr>
          <a:xfrm>
            <a:off x="4136356" y="2056941"/>
            <a:ext cx="66463" cy="45988"/>
          </a:xfrm>
          <a:prstGeom prst="rect">
            <a:avLst/>
          </a:prstGeom>
        </p:spPr>
      </p:pic>
      <p:pic>
        <p:nvPicPr>
          <p:cNvPr id="1146" name="Image 1143" descr="preencoded.png">    </p:cNvPr>
          <p:cNvPicPr>
            <a:picLocks noChangeAspect="1"/>
          </p:cNvPicPr>
          <p:nvPr/>
        </p:nvPicPr>
        <p:blipFill>
          <a:blip r:embed="rId1144"/>
          <a:stretch>
            <a:fillRect/>
          </a:stretch>
        </p:blipFill>
        <p:spPr>
          <a:xfrm>
            <a:off x="7048959" y="2069716"/>
            <a:ext cx="30659" cy="56207"/>
          </a:xfrm>
          <a:prstGeom prst="rect">
            <a:avLst/>
          </a:prstGeom>
        </p:spPr>
      </p:pic>
      <p:pic>
        <p:nvPicPr>
          <p:cNvPr id="1147" name="Image 1144" descr="preencoded.png">    </p:cNvPr>
          <p:cNvPicPr>
            <a:picLocks noChangeAspect="1"/>
          </p:cNvPicPr>
          <p:nvPr/>
        </p:nvPicPr>
        <p:blipFill>
          <a:blip r:embed="rId1145"/>
          <a:stretch>
            <a:fillRect/>
          </a:stretch>
        </p:blipFill>
        <p:spPr>
          <a:xfrm>
            <a:off x="4741900" y="2079935"/>
            <a:ext cx="22994" cy="26390"/>
          </a:xfrm>
          <a:prstGeom prst="rect">
            <a:avLst/>
          </a:prstGeom>
        </p:spPr>
      </p:pic>
      <p:pic>
        <p:nvPicPr>
          <p:cNvPr id="1148" name="Image 1145" descr="preencoded.png">    </p:cNvPr>
          <p:cNvPicPr>
            <a:picLocks noChangeAspect="1"/>
          </p:cNvPicPr>
          <p:nvPr/>
        </p:nvPicPr>
        <p:blipFill>
          <a:blip r:embed="rId1146"/>
          <a:stretch>
            <a:fillRect/>
          </a:stretch>
        </p:blipFill>
        <p:spPr>
          <a:xfrm>
            <a:off x="4419977" y="2077380"/>
            <a:ext cx="14918" cy="22994"/>
          </a:xfrm>
          <a:prstGeom prst="rect">
            <a:avLst/>
          </a:prstGeom>
        </p:spPr>
      </p:pic>
      <p:pic>
        <p:nvPicPr>
          <p:cNvPr id="1149" name="Image 1146" descr="preencoded.png">    </p:cNvPr>
          <p:cNvPicPr>
            <a:picLocks noChangeAspect="1"/>
          </p:cNvPicPr>
          <p:nvPr/>
        </p:nvPicPr>
        <p:blipFill>
          <a:blip r:embed="rId1147"/>
          <a:stretch>
            <a:fillRect/>
          </a:stretch>
        </p:blipFill>
        <p:spPr>
          <a:xfrm>
            <a:off x="4159387" y="2077128"/>
            <a:ext cx="28104" cy="27687"/>
          </a:xfrm>
          <a:prstGeom prst="rect">
            <a:avLst/>
          </a:prstGeom>
        </p:spPr>
      </p:pic>
      <p:pic>
        <p:nvPicPr>
          <p:cNvPr id="1150" name="Image 1147" descr="preencoded.png">    </p:cNvPr>
          <p:cNvPicPr>
            <a:picLocks noChangeAspect="1"/>
          </p:cNvPicPr>
          <p:nvPr/>
        </p:nvPicPr>
        <p:blipFill>
          <a:blip r:embed="rId1148"/>
          <a:stretch>
            <a:fillRect/>
          </a:stretch>
        </p:blipFill>
        <p:spPr>
          <a:xfrm>
            <a:off x="1241710" y="1423330"/>
            <a:ext cx="63872" cy="79201"/>
          </a:xfrm>
          <a:prstGeom prst="rect">
            <a:avLst/>
          </a:prstGeom>
        </p:spPr>
      </p:pic>
      <p:pic>
        <p:nvPicPr>
          <p:cNvPr id="1151" name="Image 1148" descr="preencoded.png">    </p:cNvPr>
          <p:cNvPicPr>
            <a:picLocks noChangeAspect="1"/>
          </p:cNvPicPr>
          <p:nvPr/>
        </p:nvPicPr>
        <p:blipFill>
          <a:blip r:embed="rId1149"/>
          <a:stretch>
            <a:fillRect/>
          </a:stretch>
        </p:blipFill>
        <p:spPr>
          <a:xfrm>
            <a:off x="1203387" y="1497422"/>
            <a:ext cx="51098" cy="97086"/>
          </a:xfrm>
          <a:prstGeom prst="rect">
            <a:avLst/>
          </a:prstGeom>
        </p:spPr>
      </p:pic>
      <p:pic>
        <p:nvPicPr>
          <p:cNvPr id="1152" name="Image 1149" descr="preencoded.png">    </p:cNvPr>
          <p:cNvPicPr>
            <a:picLocks noChangeAspect="1"/>
          </p:cNvPicPr>
          <p:nvPr/>
        </p:nvPicPr>
        <p:blipFill>
          <a:blip r:embed="rId1150"/>
          <a:stretch>
            <a:fillRect/>
          </a:stretch>
        </p:blipFill>
        <p:spPr>
          <a:xfrm>
            <a:off x="1558516" y="1732471"/>
            <a:ext cx="15329" cy="15329"/>
          </a:xfrm>
          <a:prstGeom prst="rect">
            <a:avLst/>
          </a:prstGeom>
        </p:spPr>
      </p:pic>
      <p:pic>
        <p:nvPicPr>
          <p:cNvPr id="1153" name="Image 1150" descr="preencoded.png">    </p:cNvPr>
          <p:cNvPicPr>
            <a:picLocks noChangeAspect="1"/>
          </p:cNvPicPr>
          <p:nvPr/>
        </p:nvPicPr>
        <p:blipFill>
          <a:blip r:embed="rId1151"/>
          <a:stretch>
            <a:fillRect/>
          </a:stretch>
        </p:blipFill>
        <p:spPr>
          <a:xfrm>
            <a:off x="1420552" y="1732471"/>
            <a:ext cx="17884" cy="15329"/>
          </a:xfrm>
          <a:prstGeom prst="rect">
            <a:avLst/>
          </a:prstGeom>
        </p:spPr>
      </p:pic>
      <p:pic>
        <p:nvPicPr>
          <p:cNvPr id="1154" name="Image 1151" descr="preencoded.png">    </p:cNvPr>
          <p:cNvPicPr>
            <a:picLocks noChangeAspect="1"/>
          </p:cNvPicPr>
          <p:nvPr/>
        </p:nvPicPr>
        <p:blipFill>
          <a:blip r:embed="rId1152"/>
          <a:stretch>
            <a:fillRect/>
          </a:stretch>
        </p:blipFill>
        <p:spPr>
          <a:xfrm>
            <a:off x="1387027" y="1729916"/>
            <a:ext cx="18196" cy="89421"/>
          </a:xfrm>
          <a:prstGeom prst="rect">
            <a:avLst/>
          </a:prstGeom>
        </p:spPr>
      </p:pic>
      <p:pic>
        <p:nvPicPr>
          <p:cNvPr id="1155" name="Image 1152" descr="preencoded.png">    </p:cNvPr>
          <p:cNvPicPr>
            <a:picLocks noChangeAspect="1"/>
          </p:cNvPicPr>
          <p:nvPr/>
        </p:nvPicPr>
        <p:blipFill>
          <a:blip r:embed="rId1153"/>
          <a:stretch>
            <a:fillRect/>
          </a:stretch>
        </p:blipFill>
        <p:spPr>
          <a:xfrm>
            <a:off x="1530412" y="1755190"/>
            <a:ext cx="18073" cy="7940"/>
          </a:xfrm>
          <a:prstGeom prst="rect">
            <a:avLst/>
          </a:prstGeom>
        </p:spPr>
      </p:pic>
      <p:pic>
        <p:nvPicPr>
          <p:cNvPr id="1156" name="Image 1153" descr="preencoded.png">    </p:cNvPr>
          <p:cNvPicPr>
            <a:picLocks noChangeAspect="1"/>
          </p:cNvPicPr>
          <p:nvPr/>
        </p:nvPicPr>
        <p:blipFill>
          <a:blip r:embed="rId1154"/>
          <a:stretch>
            <a:fillRect/>
          </a:stretch>
        </p:blipFill>
        <p:spPr>
          <a:xfrm>
            <a:off x="1333676" y="1768239"/>
            <a:ext cx="26406" cy="38117"/>
          </a:xfrm>
          <a:prstGeom prst="rect">
            <a:avLst/>
          </a:prstGeom>
        </p:spPr>
      </p:pic>
      <p:pic>
        <p:nvPicPr>
          <p:cNvPr id="1157" name="Image 1154" descr="preencoded.png">    </p:cNvPr>
          <p:cNvPicPr>
            <a:picLocks noChangeAspect="1"/>
          </p:cNvPicPr>
          <p:nvPr/>
        </p:nvPicPr>
        <p:blipFill>
          <a:blip r:embed="rId1155"/>
          <a:stretch>
            <a:fillRect/>
          </a:stretch>
        </p:blipFill>
        <p:spPr>
          <a:xfrm>
            <a:off x="1315802" y="1755314"/>
            <a:ext cx="62217" cy="87016"/>
          </a:xfrm>
          <a:prstGeom prst="rect">
            <a:avLst/>
          </a:prstGeom>
        </p:spPr>
      </p:pic>
      <p:pic>
        <p:nvPicPr>
          <p:cNvPr id="1158" name="Image 1155" descr="preencoded.png">    </p:cNvPr>
          <p:cNvPicPr>
            <a:picLocks noChangeAspect="1"/>
          </p:cNvPicPr>
          <p:nvPr/>
        </p:nvPicPr>
        <p:blipFill>
          <a:blip r:embed="rId1156"/>
          <a:stretch>
            <a:fillRect/>
          </a:stretch>
        </p:blipFill>
        <p:spPr>
          <a:xfrm>
            <a:off x="1211052" y="1754983"/>
            <a:ext cx="89580" cy="64354"/>
          </a:xfrm>
          <a:prstGeom prst="rect">
            <a:avLst/>
          </a:prstGeom>
        </p:spPr>
      </p:pic>
      <p:pic>
        <p:nvPicPr>
          <p:cNvPr id="1159" name="Image 1156" descr="preencoded.png">    </p:cNvPr>
          <p:cNvPicPr>
            <a:picLocks noChangeAspect="1"/>
          </p:cNvPicPr>
          <p:nvPr/>
        </p:nvPicPr>
        <p:blipFill>
          <a:blip r:embed="rId1157"/>
          <a:stretch>
            <a:fillRect/>
          </a:stretch>
        </p:blipFill>
        <p:spPr>
          <a:xfrm>
            <a:off x="1471650" y="1755169"/>
            <a:ext cx="30659" cy="64168"/>
          </a:xfrm>
          <a:prstGeom prst="rect">
            <a:avLst/>
          </a:prstGeom>
        </p:spPr>
      </p:pic>
      <p:pic>
        <p:nvPicPr>
          <p:cNvPr id="1160" name="Image 1157" descr="preencoded.png">    </p:cNvPr>
          <p:cNvPicPr>
            <a:picLocks noChangeAspect="1"/>
          </p:cNvPicPr>
          <p:nvPr/>
        </p:nvPicPr>
        <p:blipFill>
          <a:blip r:embed="rId1158"/>
          <a:stretch>
            <a:fillRect/>
          </a:stretch>
        </p:blipFill>
        <p:spPr>
          <a:xfrm>
            <a:off x="1152289" y="1758020"/>
            <a:ext cx="20439" cy="25548"/>
          </a:xfrm>
          <a:prstGeom prst="rect">
            <a:avLst/>
          </a:prstGeom>
        </p:spPr>
      </p:pic>
      <p:pic>
        <p:nvPicPr>
          <p:cNvPr id="1161" name="Image 1158" descr="preencoded.png">    </p:cNvPr>
          <p:cNvPicPr>
            <a:picLocks noChangeAspect="1"/>
          </p:cNvPicPr>
          <p:nvPr/>
        </p:nvPicPr>
        <p:blipFill>
          <a:blip r:embed="rId1159"/>
          <a:stretch>
            <a:fillRect/>
          </a:stretch>
        </p:blipFill>
        <p:spPr>
          <a:xfrm>
            <a:off x="1119076" y="1732505"/>
            <a:ext cx="84311" cy="87123"/>
          </a:xfrm>
          <a:prstGeom prst="rect">
            <a:avLst/>
          </a:prstGeom>
        </p:spPr>
      </p:pic>
      <p:pic>
        <p:nvPicPr>
          <p:cNvPr id="1162" name="Image 1159" descr="preencoded.png">    </p:cNvPr>
          <p:cNvPicPr>
            <a:picLocks noChangeAspect="1"/>
          </p:cNvPicPr>
          <p:nvPr/>
        </p:nvPicPr>
        <p:blipFill>
          <a:blip r:embed="rId1160"/>
          <a:stretch>
            <a:fillRect/>
          </a:stretch>
        </p:blipFill>
        <p:spPr>
          <a:xfrm>
            <a:off x="1704144" y="1755200"/>
            <a:ext cx="15639" cy="69247"/>
          </a:xfrm>
          <a:prstGeom prst="rect">
            <a:avLst/>
          </a:prstGeom>
        </p:spPr>
      </p:pic>
      <p:pic>
        <p:nvPicPr>
          <p:cNvPr id="1163" name="Image 1160" descr="preencoded.png">    </p:cNvPr>
          <p:cNvPicPr>
            <a:picLocks noChangeAspect="1"/>
          </p:cNvPicPr>
          <p:nvPr/>
        </p:nvPicPr>
        <p:blipFill>
          <a:blip r:embed="rId1161"/>
          <a:stretch>
            <a:fillRect/>
          </a:stretch>
        </p:blipFill>
        <p:spPr>
          <a:xfrm>
            <a:off x="1389894" y="1732471"/>
            <a:ext cx="15329" cy="86866"/>
          </a:xfrm>
          <a:prstGeom prst="rect">
            <a:avLst/>
          </a:prstGeom>
        </p:spPr>
      </p:pic>
      <p:pic>
        <p:nvPicPr>
          <p:cNvPr id="1164" name="Image 1161" descr="preencoded.png">    </p:cNvPr>
          <p:cNvPicPr>
            <a:picLocks noChangeAspect="1"/>
          </p:cNvPicPr>
          <p:nvPr/>
        </p:nvPicPr>
        <p:blipFill>
          <a:blip r:embed="rId1162"/>
          <a:stretch>
            <a:fillRect/>
          </a:stretch>
        </p:blipFill>
        <p:spPr>
          <a:xfrm>
            <a:off x="1676086" y="1768239"/>
            <a:ext cx="26350" cy="35591"/>
          </a:xfrm>
          <a:prstGeom prst="rect">
            <a:avLst/>
          </a:prstGeom>
        </p:spPr>
      </p:pic>
      <p:pic>
        <p:nvPicPr>
          <p:cNvPr id="1165" name="Image 1162" descr="preencoded.png">    </p:cNvPr>
          <p:cNvPicPr>
            <a:picLocks noChangeAspect="1"/>
          </p:cNvPicPr>
          <p:nvPr/>
        </p:nvPicPr>
        <p:blipFill>
          <a:blip r:embed="rId1163"/>
          <a:stretch>
            <a:fillRect/>
          </a:stretch>
        </p:blipFill>
        <p:spPr>
          <a:xfrm>
            <a:off x="1591729" y="1755575"/>
            <a:ext cx="56587" cy="63762"/>
          </a:xfrm>
          <a:prstGeom prst="rect">
            <a:avLst/>
          </a:prstGeom>
        </p:spPr>
      </p:pic>
      <p:pic>
        <p:nvPicPr>
          <p:cNvPr id="1166" name="Image 1163" descr="preencoded.png">    </p:cNvPr>
          <p:cNvPicPr>
            <a:picLocks noChangeAspect="1"/>
          </p:cNvPicPr>
          <p:nvPr/>
        </p:nvPicPr>
        <p:blipFill>
          <a:blip r:embed="rId1164"/>
          <a:stretch>
            <a:fillRect/>
          </a:stretch>
        </p:blipFill>
        <p:spPr>
          <a:xfrm>
            <a:off x="1588865" y="1755200"/>
            <a:ext cx="15638" cy="64137"/>
          </a:xfrm>
          <a:prstGeom prst="rect">
            <a:avLst/>
          </a:prstGeom>
        </p:spPr>
      </p:pic>
      <p:pic>
        <p:nvPicPr>
          <p:cNvPr id="1167" name="Image 1164" descr="preencoded.png">    </p:cNvPr>
          <p:cNvPicPr>
            <a:picLocks noChangeAspect="1"/>
          </p:cNvPicPr>
          <p:nvPr/>
        </p:nvPicPr>
        <p:blipFill>
          <a:blip r:embed="rId1165"/>
          <a:stretch>
            <a:fillRect/>
          </a:stretch>
        </p:blipFill>
        <p:spPr>
          <a:xfrm>
            <a:off x="1423107" y="1758020"/>
            <a:ext cx="12775" cy="61317"/>
          </a:xfrm>
          <a:prstGeom prst="rect">
            <a:avLst/>
          </a:prstGeom>
        </p:spPr>
      </p:pic>
      <p:pic>
        <p:nvPicPr>
          <p:cNvPr id="1168" name="Image 1165" descr="preencoded.png">    </p:cNvPr>
          <p:cNvPicPr>
            <a:picLocks noChangeAspect="1"/>
          </p:cNvPicPr>
          <p:nvPr/>
        </p:nvPicPr>
        <p:blipFill>
          <a:blip r:embed="rId1166"/>
          <a:stretch>
            <a:fillRect/>
          </a:stretch>
        </p:blipFill>
        <p:spPr>
          <a:xfrm>
            <a:off x="1420243" y="1755465"/>
            <a:ext cx="18502" cy="63872"/>
          </a:xfrm>
          <a:prstGeom prst="rect">
            <a:avLst/>
          </a:prstGeom>
        </p:spPr>
      </p:pic>
      <p:pic>
        <p:nvPicPr>
          <p:cNvPr id="1169" name="Image 1166" descr="preencoded.png">    </p:cNvPr>
          <p:cNvPicPr>
            <a:picLocks noChangeAspect="1"/>
          </p:cNvPicPr>
          <p:nvPr/>
        </p:nvPicPr>
        <p:blipFill>
          <a:blip r:embed="rId1167"/>
          <a:stretch>
            <a:fillRect/>
          </a:stretch>
        </p:blipFill>
        <p:spPr>
          <a:xfrm>
            <a:off x="1558516" y="1758020"/>
            <a:ext cx="15329" cy="61317"/>
          </a:xfrm>
          <a:prstGeom prst="rect">
            <a:avLst/>
          </a:prstGeom>
        </p:spPr>
      </p:pic>
      <p:pic>
        <p:nvPicPr>
          <p:cNvPr id="1170" name="Image 1167" descr="preencoded.png">    </p:cNvPr>
          <p:cNvPicPr>
            <a:picLocks noChangeAspect="1"/>
          </p:cNvPicPr>
          <p:nvPr/>
        </p:nvPicPr>
        <p:blipFill>
          <a:blip r:embed="rId1168"/>
          <a:stretch>
            <a:fillRect/>
          </a:stretch>
        </p:blipFill>
        <p:spPr>
          <a:xfrm>
            <a:off x="1658446" y="1755585"/>
            <a:ext cx="58472" cy="89199"/>
          </a:xfrm>
          <a:prstGeom prst="rect">
            <a:avLst/>
          </a:prstGeom>
        </p:spPr>
      </p:pic>
      <p:pic>
        <p:nvPicPr>
          <p:cNvPr id="1171" name="Image 1168" descr="preencoded.png">    </p:cNvPr>
          <p:cNvPicPr>
            <a:picLocks noChangeAspect="1"/>
          </p:cNvPicPr>
          <p:nvPr/>
        </p:nvPicPr>
        <p:blipFill>
          <a:blip r:embed="rId1169"/>
          <a:stretch>
            <a:fillRect/>
          </a:stretch>
        </p:blipFill>
        <p:spPr>
          <a:xfrm>
            <a:off x="1446101" y="1729877"/>
            <a:ext cx="41109" cy="89460"/>
          </a:xfrm>
          <a:prstGeom prst="rect">
            <a:avLst/>
          </a:prstGeom>
        </p:spPr>
      </p:pic>
      <p:pic>
        <p:nvPicPr>
          <p:cNvPr id="1172" name="Image 1169" descr="preencoded.png">    </p:cNvPr>
          <p:cNvPicPr>
            <a:picLocks noChangeAspect="1"/>
          </p:cNvPicPr>
          <p:nvPr/>
        </p:nvPicPr>
        <p:blipFill>
          <a:blip r:embed="rId1170"/>
          <a:stretch>
            <a:fillRect/>
          </a:stretch>
        </p:blipFill>
        <p:spPr>
          <a:xfrm>
            <a:off x="1486979" y="1757641"/>
            <a:ext cx="58762" cy="87676"/>
          </a:xfrm>
          <a:prstGeom prst="rect">
            <a:avLst/>
          </a:prstGeom>
        </p:spPr>
      </p:pic>
      <p:pic>
        <p:nvPicPr>
          <p:cNvPr id="1173" name="Image 1170" descr="preencoded.png">    </p:cNvPr>
          <p:cNvPicPr>
            <a:picLocks noChangeAspect="1"/>
          </p:cNvPicPr>
          <p:nvPr/>
        </p:nvPicPr>
        <p:blipFill>
          <a:blip r:embed="rId1171"/>
          <a:stretch>
            <a:fillRect/>
          </a:stretch>
        </p:blipFill>
        <p:spPr>
          <a:xfrm>
            <a:off x="1555652" y="1755465"/>
            <a:ext cx="21057" cy="63872"/>
          </a:xfrm>
          <a:prstGeom prst="rect">
            <a:avLst/>
          </a:prstGeom>
        </p:spPr>
      </p:pic>
      <p:pic>
        <p:nvPicPr>
          <p:cNvPr id="1174" name="Image 1171" descr="preencoded.png">    </p:cNvPr>
          <p:cNvPicPr>
            <a:picLocks noChangeAspect="1"/>
          </p:cNvPicPr>
          <p:nvPr/>
        </p:nvPicPr>
        <p:blipFill>
          <a:blip r:embed="rId1172"/>
          <a:stretch>
            <a:fillRect/>
          </a:stretch>
        </p:blipFill>
        <p:spPr>
          <a:xfrm>
            <a:off x="1280033" y="1905871"/>
            <a:ext cx="33213" cy="18524"/>
          </a:xfrm>
          <a:prstGeom prst="rect">
            <a:avLst/>
          </a:prstGeom>
        </p:spPr>
      </p:pic>
      <p:pic>
        <p:nvPicPr>
          <p:cNvPr id="1175" name="Image 1172" descr="preencoded.png">    </p:cNvPr>
          <p:cNvPicPr>
            <a:picLocks noChangeAspect="1"/>
          </p:cNvPicPr>
          <p:nvPr/>
        </p:nvPicPr>
        <p:blipFill>
          <a:blip r:embed="rId1173"/>
          <a:stretch>
            <a:fillRect/>
          </a:stretch>
        </p:blipFill>
        <p:spPr>
          <a:xfrm>
            <a:off x="1336241" y="1926642"/>
            <a:ext cx="28104" cy="7665"/>
          </a:xfrm>
          <a:prstGeom prst="rect">
            <a:avLst/>
          </a:prstGeom>
        </p:spPr>
      </p:pic>
      <p:pic>
        <p:nvPicPr>
          <p:cNvPr id="1176" name="Image 1173" descr="preencoded.png">    </p:cNvPr>
          <p:cNvPicPr>
            <a:picLocks noChangeAspect="1"/>
          </p:cNvPicPr>
          <p:nvPr/>
        </p:nvPicPr>
        <p:blipFill>
          <a:blip r:embed="rId1174"/>
          <a:stretch>
            <a:fillRect/>
          </a:stretch>
        </p:blipFill>
        <p:spPr>
          <a:xfrm>
            <a:off x="1333686" y="1924087"/>
            <a:ext cx="33213" cy="12775"/>
          </a:xfrm>
          <a:prstGeom prst="rect">
            <a:avLst/>
          </a:prstGeom>
        </p:spPr>
      </p:pic>
      <p:pic>
        <p:nvPicPr>
          <p:cNvPr id="1177" name="Image 1174" descr="preencoded.png">    </p:cNvPr>
          <p:cNvPicPr>
            <a:picLocks noChangeAspect="1"/>
          </p:cNvPicPr>
          <p:nvPr/>
        </p:nvPicPr>
        <p:blipFill>
          <a:blip r:embed="rId1175"/>
          <a:stretch>
            <a:fillRect/>
          </a:stretch>
        </p:blipFill>
        <p:spPr>
          <a:xfrm>
            <a:off x="1272369" y="1896712"/>
            <a:ext cx="53669" cy="45260"/>
          </a:xfrm>
          <a:prstGeom prst="rect">
            <a:avLst/>
          </a:prstGeom>
        </p:spPr>
      </p:pic>
      <p:pic>
        <p:nvPicPr>
          <p:cNvPr id="1178" name="Image 1175" descr="preencoded.png">    </p:cNvPr>
          <p:cNvPicPr>
            <a:picLocks noChangeAspect="1"/>
          </p:cNvPicPr>
          <p:nvPr/>
        </p:nvPicPr>
        <p:blipFill>
          <a:blip r:embed="rId1176"/>
          <a:stretch>
            <a:fillRect/>
          </a:stretch>
        </p:blipFill>
        <p:spPr>
          <a:xfrm>
            <a:off x="1157399" y="1875544"/>
            <a:ext cx="107305" cy="86866"/>
          </a:xfrm>
          <a:prstGeom prst="rect">
            <a:avLst/>
          </a:prstGeom>
        </p:spPr>
      </p:pic>
      <p:pic>
        <p:nvPicPr>
          <p:cNvPr id="1179" name="Image 1176" descr="preencoded.png">    </p:cNvPr>
          <p:cNvPicPr>
            <a:picLocks noChangeAspect="1"/>
          </p:cNvPicPr>
          <p:nvPr/>
        </p:nvPicPr>
        <p:blipFill>
          <a:blip r:embed="rId1177"/>
          <a:stretch>
            <a:fillRect/>
          </a:stretch>
        </p:blipFill>
        <p:spPr>
          <a:xfrm>
            <a:off x="1268249" y="1911309"/>
            <a:ext cx="57772" cy="51911"/>
          </a:xfrm>
          <a:prstGeom prst="rect">
            <a:avLst/>
          </a:prstGeom>
        </p:spPr>
      </p:pic>
      <p:pic>
        <p:nvPicPr>
          <p:cNvPr id="1180" name="Image 1177" descr="preencoded.png">    </p:cNvPr>
          <p:cNvPicPr>
            <a:picLocks noChangeAspect="1"/>
          </p:cNvPicPr>
          <p:nvPr/>
        </p:nvPicPr>
        <p:blipFill>
          <a:blip r:embed="rId1178"/>
          <a:stretch>
            <a:fillRect/>
          </a:stretch>
        </p:blipFill>
        <p:spPr>
          <a:xfrm>
            <a:off x="1124146" y="1872986"/>
            <a:ext cx="28144" cy="111378"/>
          </a:xfrm>
          <a:prstGeom prst="rect">
            <a:avLst/>
          </a:prstGeom>
        </p:spPr>
      </p:pic>
      <p:pic>
        <p:nvPicPr>
          <p:cNvPr id="1181" name="Image 1178" descr="preencoded.png">    </p:cNvPr>
          <p:cNvPicPr>
            <a:picLocks noChangeAspect="1"/>
          </p:cNvPicPr>
          <p:nvPr/>
        </p:nvPicPr>
        <p:blipFill>
          <a:blip r:embed="rId1179"/>
          <a:stretch>
            <a:fillRect/>
          </a:stretch>
        </p:blipFill>
        <p:spPr>
          <a:xfrm>
            <a:off x="1088788" y="1719696"/>
            <a:ext cx="418630" cy="314251"/>
          </a:xfrm>
          <a:prstGeom prst="rect">
            <a:avLst/>
          </a:prstGeom>
        </p:spPr>
      </p:pic>
      <p:pic>
        <p:nvPicPr>
          <p:cNvPr id="1182" name="Image 1179" descr="preencoded.png">    </p:cNvPr>
          <p:cNvPicPr>
            <a:picLocks noChangeAspect="1"/>
          </p:cNvPicPr>
          <p:nvPr/>
        </p:nvPicPr>
        <p:blipFill>
          <a:blip r:embed="rId1180"/>
          <a:stretch>
            <a:fillRect/>
          </a:stretch>
        </p:blipFill>
        <p:spPr>
          <a:xfrm>
            <a:off x="1604388" y="1872990"/>
            <a:ext cx="12890" cy="15329"/>
          </a:xfrm>
          <a:prstGeom prst="rect">
            <a:avLst/>
          </a:prstGeom>
        </p:spPr>
      </p:pic>
      <p:pic>
        <p:nvPicPr>
          <p:cNvPr id="1183" name="Image 1180" descr="preencoded.png">    </p:cNvPr>
          <p:cNvPicPr>
            <a:picLocks noChangeAspect="1"/>
          </p:cNvPicPr>
          <p:nvPr/>
        </p:nvPicPr>
        <p:blipFill>
          <a:blip r:embed="rId1181"/>
          <a:stretch>
            <a:fillRect/>
          </a:stretch>
        </p:blipFill>
        <p:spPr>
          <a:xfrm>
            <a:off x="1607059" y="1898538"/>
            <a:ext cx="10219" cy="63872"/>
          </a:xfrm>
          <a:prstGeom prst="rect">
            <a:avLst/>
          </a:prstGeom>
        </p:spPr>
      </p:pic>
      <p:pic>
        <p:nvPicPr>
          <p:cNvPr id="1184" name="Image 1181" descr="preencoded.png">    </p:cNvPr>
          <p:cNvPicPr>
            <a:picLocks noChangeAspect="1"/>
          </p:cNvPicPr>
          <p:nvPr/>
        </p:nvPicPr>
        <p:blipFill>
          <a:blip r:embed="rId1182"/>
          <a:stretch>
            <a:fillRect/>
          </a:stretch>
        </p:blipFill>
        <p:spPr>
          <a:xfrm>
            <a:off x="1376769" y="1895958"/>
            <a:ext cx="82107" cy="66453"/>
          </a:xfrm>
          <a:prstGeom prst="rect">
            <a:avLst/>
          </a:prstGeom>
        </p:spPr>
      </p:pic>
      <p:pic>
        <p:nvPicPr>
          <p:cNvPr id="1185" name="Image 1182" descr="preencoded.png">    </p:cNvPr>
          <p:cNvPicPr>
            <a:picLocks noChangeAspect="1"/>
          </p:cNvPicPr>
          <p:nvPr/>
        </p:nvPicPr>
        <p:blipFill>
          <a:blip r:embed="rId1183"/>
          <a:stretch>
            <a:fillRect/>
          </a:stretch>
        </p:blipFill>
        <p:spPr>
          <a:xfrm>
            <a:off x="1484250" y="1905658"/>
            <a:ext cx="30832" cy="18429"/>
          </a:xfrm>
          <a:prstGeom prst="rect">
            <a:avLst/>
          </a:prstGeom>
        </p:spPr>
      </p:pic>
      <p:pic>
        <p:nvPicPr>
          <p:cNvPr id="1186" name="Image 1183" descr="preencoded.png">    </p:cNvPr>
          <p:cNvPicPr>
            <a:picLocks noChangeAspect="1"/>
          </p:cNvPicPr>
          <p:nvPr/>
        </p:nvPicPr>
        <p:blipFill>
          <a:blip r:embed="rId1184"/>
          <a:stretch>
            <a:fillRect/>
          </a:stretch>
        </p:blipFill>
        <p:spPr>
          <a:xfrm>
            <a:off x="1578955" y="1872990"/>
            <a:ext cx="13084" cy="89421"/>
          </a:xfrm>
          <a:prstGeom prst="rect">
            <a:avLst/>
          </a:prstGeom>
        </p:spPr>
      </p:pic>
      <p:pic>
        <p:nvPicPr>
          <p:cNvPr id="1187" name="Image 1184" descr="preencoded.png">    </p:cNvPr>
          <p:cNvPicPr>
            <a:picLocks noChangeAspect="1"/>
          </p:cNvPicPr>
          <p:nvPr/>
        </p:nvPicPr>
        <p:blipFill>
          <a:blip r:embed="rId1185"/>
          <a:stretch>
            <a:fillRect/>
          </a:stretch>
        </p:blipFill>
        <p:spPr>
          <a:xfrm>
            <a:off x="1604195" y="1895733"/>
            <a:ext cx="13084" cy="66677"/>
          </a:xfrm>
          <a:prstGeom prst="rect">
            <a:avLst/>
          </a:prstGeom>
        </p:spPr>
      </p:pic>
      <p:pic>
        <p:nvPicPr>
          <p:cNvPr id="1188" name="Image 1185" descr="preencoded.png">    </p:cNvPr>
          <p:cNvPicPr>
            <a:picLocks noChangeAspect="1"/>
          </p:cNvPicPr>
          <p:nvPr/>
        </p:nvPicPr>
        <p:blipFill>
          <a:blip r:embed="rId1186"/>
          <a:stretch>
            <a:fillRect/>
          </a:stretch>
        </p:blipFill>
        <p:spPr>
          <a:xfrm>
            <a:off x="1412888" y="1916423"/>
            <a:ext cx="12775" cy="46238"/>
          </a:xfrm>
          <a:prstGeom prst="rect">
            <a:avLst/>
          </a:prstGeom>
        </p:spPr>
      </p:pic>
      <p:pic>
        <p:nvPicPr>
          <p:cNvPr id="1189" name="Image 1186" descr="preencoded.png">    </p:cNvPr>
          <p:cNvPicPr>
            <a:picLocks noChangeAspect="1"/>
          </p:cNvPicPr>
          <p:nvPr/>
        </p:nvPicPr>
        <p:blipFill>
          <a:blip r:embed="rId1187"/>
          <a:stretch>
            <a:fillRect/>
          </a:stretch>
        </p:blipFill>
        <p:spPr>
          <a:xfrm>
            <a:off x="1547949" y="1906061"/>
            <a:ext cx="30999" cy="46405"/>
          </a:xfrm>
          <a:prstGeom prst="rect">
            <a:avLst/>
          </a:prstGeom>
        </p:spPr>
      </p:pic>
      <p:pic>
        <p:nvPicPr>
          <p:cNvPr id="1190" name="Image 1187" descr="preencoded.png">    </p:cNvPr>
          <p:cNvPicPr>
            <a:picLocks noChangeAspect="1"/>
          </p:cNvPicPr>
          <p:nvPr/>
        </p:nvPicPr>
        <p:blipFill>
          <a:blip r:embed="rId1188"/>
          <a:stretch>
            <a:fillRect/>
          </a:stretch>
        </p:blipFill>
        <p:spPr>
          <a:xfrm>
            <a:off x="1696480" y="1872823"/>
            <a:ext cx="30659" cy="114480"/>
          </a:xfrm>
          <a:prstGeom prst="rect">
            <a:avLst/>
          </a:prstGeom>
        </p:spPr>
      </p:pic>
      <p:pic>
        <p:nvPicPr>
          <p:cNvPr id="1191" name="Image 1188" descr="preencoded.png">    </p:cNvPr>
          <p:cNvPicPr>
            <a:picLocks noChangeAspect="1"/>
          </p:cNvPicPr>
          <p:nvPr/>
        </p:nvPicPr>
        <p:blipFill>
          <a:blip r:embed="rId1189"/>
          <a:stretch>
            <a:fillRect/>
          </a:stretch>
        </p:blipFill>
        <p:spPr>
          <a:xfrm>
            <a:off x="1448656" y="1908758"/>
            <a:ext cx="13072" cy="53903"/>
          </a:xfrm>
          <a:prstGeom prst="rect">
            <a:avLst/>
          </a:prstGeom>
        </p:spPr>
      </p:pic>
      <p:pic>
        <p:nvPicPr>
          <p:cNvPr id="1192" name="Image 1189" descr="preencoded.png">    </p:cNvPr>
          <p:cNvPicPr>
            <a:picLocks noChangeAspect="1"/>
          </p:cNvPicPr>
          <p:nvPr/>
        </p:nvPicPr>
        <p:blipFill>
          <a:blip r:embed="rId1190"/>
          <a:stretch>
            <a:fillRect/>
          </a:stretch>
        </p:blipFill>
        <p:spPr>
          <a:xfrm>
            <a:off x="1471028" y="1895984"/>
            <a:ext cx="56929" cy="65655"/>
          </a:xfrm>
          <a:prstGeom prst="rect">
            <a:avLst/>
          </a:prstGeom>
        </p:spPr>
      </p:pic>
      <p:pic>
        <p:nvPicPr>
          <p:cNvPr id="1193" name="Image 1190" descr="preencoded.png">    </p:cNvPr>
          <p:cNvPicPr>
            <a:picLocks noChangeAspect="1"/>
          </p:cNvPicPr>
          <p:nvPr/>
        </p:nvPicPr>
        <p:blipFill>
          <a:blip r:embed="rId1191"/>
          <a:stretch>
            <a:fillRect/>
          </a:stretch>
        </p:blipFill>
        <p:spPr>
          <a:xfrm>
            <a:off x="1640756" y="1931752"/>
            <a:ext cx="30175" cy="22195"/>
          </a:xfrm>
          <a:prstGeom prst="rect">
            <a:avLst/>
          </a:prstGeom>
        </p:spPr>
      </p:pic>
      <p:pic>
        <p:nvPicPr>
          <p:cNvPr id="1194" name="Image 1191" descr="preencoded.png">    </p:cNvPr>
          <p:cNvPicPr>
            <a:picLocks noChangeAspect="1"/>
          </p:cNvPicPr>
          <p:nvPr/>
        </p:nvPicPr>
        <p:blipFill>
          <a:blip r:embed="rId1192"/>
          <a:stretch>
            <a:fillRect/>
          </a:stretch>
        </p:blipFill>
        <p:spPr>
          <a:xfrm>
            <a:off x="1534766" y="1875544"/>
            <a:ext cx="54408" cy="86867"/>
          </a:xfrm>
          <a:prstGeom prst="rect">
            <a:avLst/>
          </a:prstGeom>
        </p:spPr>
      </p:pic>
      <p:pic>
        <p:nvPicPr>
          <p:cNvPr id="1195" name="Image 1192" descr="preencoded.png">    </p:cNvPr>
          <p:cNvPicPr>
            <a:picLocks noChangeAspect="1"/>
          </p:cNvPicPr>
          <p:nvPr/>
        </p:nvPicPr>
        <p:blipFill>
          <a:blip r:embed="rId1193"/>
          <a:stretch>
            <a:fillRect/>
          </a:stretch>
        </p:blipFill>
        <p:spPr>
          <a:xfrm>
            <a:off x="1628320" y="1895913"/>
            <a:ext cx="57940" cy="66769"/>
          </a:xfrm>
          <a:prstGeom prst="rect">
            <a:avLst/>
          </a:prstGeom>
        </p:spPr>
      </p:pic>
      <p:pic>
        <p:nvPicPr>
          <p:cNvPr id="1196" name="Image 1193" descr="preencoded.png">    </p:cNvPr>
          <p:cNvPicPr>
            <a:picLocks noChangeAspect="1"/>
          </p:cNvPicPr>
          <p:nvPr/>
        </p:nvPicPr>
        <p:blipFill>
          <a:blip r:embed="rId1194"/>
          <a:stretch>
            <a:fillRect/>
          </a:stretch>
        </p:blipFill>
        <p:spPr>
          <a:xfrm>
            <a:off x="1461430" y="1806563"/>
            <a:ext cx="258043" cy="181397"/>
          </a:xfrm>
          <a:prstGeom prst="rect">
            <a:avLst/>
          </a:prstGeom>
        </p:spPr>
      </p:pic>
      <p:pic>
        <p:nvPicPr>
          <p:cNvPr id="1197" name="Image 1194" descr="preencoded.png">    </p:cNvPr>
          <p:cNvPicPr>
            <a:picLocks noChangeAspect="1"/>
          </p:cNvPicPr>
          <p:nvPr/>
        </p:nvPicPr>
        <p:blipFill>
          <a:blip r:embed="rId1195"/>
          <a:stretch>
            <a:fillRect/>
          </a:stretch>
        </p:blipFill>
        <p:spPr>
          <a:xfrm>
            <a:off x="1193099" y="2041589"/>
            <a:ext cx="35837" cy="117547"/>
          </a:xfrm>
          <a:prstGeom prst="rect">
            <a:avLst/>
          </a:prstGeom>
        </p:spPr>
      </p:pic>
      <p:pic>
        <p:nvPicPr>
          <p:cNvPr id="1198" name="Image 1195" descr="preencoded.png">    </p:cNvPr>
          <p:cNvPicPr>
            <a:picLocks noChangeAspect="1"/>
          </p:cNvPicPr>
          <p:nvPr/>
        </p:nvPicPr>
        <p:blipFill>
          <a:blip r:embed="rId1196"/>
          <a:stretch>
            <a:fillRect/>
          </a:stretch>
        </p:blipFill>
        <p:spPr>
          <a:xfrm>
            <a:off x="1216162" y="2046569"/>
            <a:ext cx="68982" cy="33366"/>
          </a:xfrm>
          <a:prstGeom prst="rect">
            <a:avLst/>
          </a:prstGeom>
        </p:spPr>
      </p:pic>
      <p:pic>
        <p:nvPicPr>
          <p:cNvPr id="1199" name="Image 1196" descr="preencoded.png">    </p:cNvPr>
          <p:cNvPicPr>
            <a:picLocks noChangeAspect="1"/>
          </p:cNvPicPr>
          <p:nvPr/>
        </p:nvPicPr>
        <p:blipFill>
          <a:blip r:embed="rId1197"/>
          <a:stretch>
            <a:fillRect/>
          </a:stretch>
        </p:blipFill>
        <p:spPr>
          <a:xfrm>
            <a:off x="988777" y="1385007"/>
            <a:ext cx="1043852" cy="1163762"/>
          </a:xfrm>
          <a:prstGeom prst="rect">
            <a:avLst/>
          </a:prstGeom>
        </p:spPr>
      </p:pic>
      <p:pic>
        <p:nvPicPr>
          <p:cNvPr id="1200" name="Image 1197" descr="preencoded.png">    </p:cNvPr>
          <p:cNvPicPr>
            <a:picLocks noChangeAspect="1"/>
          </p:cNvPicPr>
          <p:nvPr/>
        </p:nvPicPr>
        <p:blipFill>
          <a:blip r:embed="rId1198"/>
          <a:stretch>
            <a:fillRect/>
          </a:stretch>
        </p:blipFill>
        <p:spPr>
          <a:xfrm>
            <a:off x="7388758" y="2067957"/>
            <a:ext cx="43596" cy="57965"/>
          </a:xfrm>
          <a:prstGeom prst="rect">
            <a:avLst/>
          </a:prstGeom>
        </p:spPr>
      </p:pic>
      <p:pic>
        <p:nvPicPr>
          <p:cNvPr id="1201" name="Image 1198" descr="preencoded.png">    </p:cNvPr>
          <p:cNvPicPr>
            <a:picLocks noChangeAspect="1"/>
          </p:cNvPicPr>
          <p:nvPr/>
        </p:nvPicPr>
        <p:blipFill>
          <a:blip r:embed="rId1199"/>
          <a:stretch>
            <a:fillRect/>
          </a:stretch>
        </p:blipFill>
        <p:spPr>
          <a:xfrm>
            <a:off x="4046783" y="2046483"/>
            <a:ext cx="83708" cy="85040"/>
          </a:xfrm>
          <a:prstGeom prst="rect">
            <a:avLst/>
          </a:prstGeom>
        </p:spPr>
      </p:pic>
      <p:pic>
        <p:nvPicPr>
          <p:cNvPr id="1202" name="Image 1199" descr="preencoded.png">    </p:cNvPr>
          <p:cNvPicPr>
            <a:picLocks noChangeAspect="1"/>
          </p:cNvPicPr>
          <p:nvPr/>
        </p:nvPicPr>
        <p:blipFill>
          <a:blip r:embed="rId1200"/>
          <a:stretch>
            <a:fillRect/>
          </a:stretch>
        </p:blipFill>
        <p:spPr>
          <a:xfrm>
            <a:off x="4545174" y="2067160"/>
            <a:ext cx="30659" cy="35914"/>
          </a:xfrm>
          <a:prstGeom prst="rect">
            <a:avLst/>
          </a:prstGeom>
        </p:spPr>
      </p:pic>
      <p:pic>
        <p:nvPicPr>
          <p:cNvPr id="1203" name="Image 1200" descr="preencoded.png">    </p:cNvPr>
          <p:cNvPicPr>
            <a:picLocks noChangeAspect="1"/>
          </p:cNvPicPr>
          <p:nvPr/>
        </p:nvPicPr>
        <p:blipFill>
          <a:blip r:embed="rId1201"/>
          <a:stretch>
            <a:fillRect/>
          </a:stretch>
        </p:blipFill>
        <p:spPr>
          <a:xfrm>
            <a:off x="4708686" y="2073504"/>
            <a:ext cx="43433" cy="26870"/>
          </a:xfrm>
          <a:prstGeom prst="rect">
            <a:avLst/>
          </a:prstGeom>
        </p:spPr>
      </p:pic>
      <p:pic>
        <p:nvPicPr>
          <p:cNvPr id="1204" name="Image 1201" descr="preencoded.png">    </p:cNvPr>
          <p:cNvPicPr>
            <a:picLocks noChangeAspect="1"/>
          </p:cNvPicPr>
          <p:nvPr/>
        </p:nvPicPr>
        <p:blipFill>
          <a:blip r:embed="rId1202"/>
          <a:stretch>
            <a:fillRect/>
          </a:stretch>
        </p:blipFill>
        <p:spPr>
          <a:xfrm>
            <a:off x="7385901" y="2069716"/>
            <a:ext cx="10521" cy="56436"/>
          </a:xfrm>
          <a:prstGeom prst="rect">
            <a:avLst/>
          </a:prstGeom>
        </p:spPr>
      </p:pic>
      <p:pic>
        <p:nvPicPr>
          <p:cNvPr id="1205" name="Image 1202" descr="preencoded.png">    </p:cNvPr>
          <p:cNvPicPr>
            <a:picLocks noChangeAspect="1"/>
          </p:cNvPicPr>
          <p:nvPr/>
        </p:nvPicPr>
        <p:blipFill>
          <a:blip r:embed="rId1203"/>
          <a:stretch>
            <a:fillRect/>
          </a:stretch>
        </p:blipFill>
        <p:spPr>
          <a:xfrm>
            <a:off x="6992751" y="2059337"/>
            <a:ext cx="35583" cy="25884"/>
          </a:xfrm>
          <a:prstGeom prst="rect">
            <a:avLst/>
          </a:prstGeom>
        </p:spPr>
      </p:pic>
      <p:pic>
        <p:nvPicPr>
          <p:cNvPr id="1206" name="Image 1203" descr="preencoded.png">    </p:cNvPr>
          <p:cNvPicPr>
            <a:picLocks noChangeAspect="1"/>
          </p:cNvPicPr>
          <p:nvPr/>
        </p:nvPicPr>
        <p:blipFill>
          <a:blip r:embed="rId1204"/>
          <a:stretch>
            <a:fillRect/>
          </a:stretch>
        </p:blipFill>
        <p:spPr>
          <a:xfrm>
            <a:off x="4882418" y="2051831"/>
            <a:ext cx="53653" cy="51098"/>
          </a:xfrm>
          <a:prstGeom prst="rect">
            <a:avLst/>
          </a:prstGeom>
        </p:spPr>
      </p:pic>
      <p:pic>
        <p:nvPicPr>
          <p:cNvPr id="1207" name="Image 1204" descr="preencoded.png">    </p:cNvPr>
          <p:cNvPicPr>
            <a:picLocks noChangeAspect="1"/>
          </p:cNvPicPr>
          <p:nvPr/>
        </p:nvPicPr>
        <p:blipFill>
          <a:blip r:embed="rId1205"/>
          <a:stretch>
            <a:fillRect/>
          </a:stretch>
        </p:blipFill>
        <p:spPr>
          <a:xfrm>
            <a:off x="4838985" y="1995624"/>
            <a:ext cx="53653" cy="117525"/>
          </a:xfrm>
          <a:prstGeom prst="rect">
            <a:avLst/>
          </a:prstGeom>
        </p:spPr>
      </p:pic>
      <p:pic>
        <p:nvPicPr>
          <p:cNvPr id="1208" name="Image 1205" descr="preencoded.png">    </p:cNvPr>
          <p:cNvPicPr>
            <a:picLocks noChangeAspect="1"/>
          </p:cNvPicPr>
          <p:nvPr/>
        </p:nvPicPr>
        <p:blipFill>
          <a:blip r:embed="rId1206"/>
          <a:stretch>
            <a:fillRect/>
          </a:stretch>
        </p:blipFill>
        <p:spPr>
          <a:xfrm>
            <a:off x="3860514" y="2069687"/>
            <a:ext cx="81402" cy="85235"/>
          </a:xfrm>
          <a:prstGeom prst="rect">
            <a:avLst/>
          </a:prstGeom>
        </p:spPr>
      </p:pic>
      <p:pic>
        <p:nvPicPr>
          <p:cNvPr id="1209" name="Image 1206" descr="preencoded.png">    </p:cNvPr>
          <p:cNvPicPr>
            <a:picLocks noChangeAspect="1"/>
          </p:cNvPicPr>
          <p:nvPr/>
        </p:nvPicPr>
        <p:blipFill>
          <a:blip r:embed="rId1207"/>
          <a:stretch>
            <a:fillRect/>
          </a:stretch>
        </p:blipFill>
        <p:spPr>
          <a:xfrm>
            <a:off x="4563058" y="2041383"/>
            <a:ext cx="25549" cy="54048"/>
          </a:xfrm>
          <a:prstGeom prst="rect">
            <a:avLst/>
          </a:prstGeom>
        </p:spPr>
      </p:pic>
      <p:pic>
        <p:nvPicPr>
          <p:cNvPr id="1210" name="Image 1207" descr="preencoded.png">    </p:cNvPr>
          <p:cNvPicPr>
            <a:picLocks noChangeAspect="1"/>
          </p:cNvPicPr>
          <p:nvPr/>
        </p:nvPicPr>
        <p:blipFill>
          <a:blip r:embed="rId1208"/>
          <a:stretch>
            <a:fillRect/>
          </a:stretch>
        </p:blipFill>
        <p:spPr>
          <a:xfrm>
            <a:off x="4969732" y="2054386"/>
            <a:ext cx="94084" cy="51098"/>
          </a:xfrm>
          <a:prstGeom prst="rect">
            <a:avLst/>
          </a:prstGeom>
        </p:spPr>
      </p:pic>
      <p:pic>
        <p:nvPicPr>
          <p:cNvPr id="1211" name="Image 1208" descr="preencoded.png">    </p:cNvPr>
          <p:cNvPicPr>
            <a:picLocks noChangeAspect="1"/>
          </p:cNvPicPr>
          <p:nvPr/>
        </p:nvPicPr>
        <p:blipFill>
          <a:blip r:embed="rId1209"/>
          <a:stretch>
            <a:fillRect/>
          </a:stretch>
        </p:blipFill>
        <p:spPr>
          <a:xfrm>
            <a:off x="3947331" y="2067160"/>
            <a:ext cx="65897" cy="35768"/>
          </a:xfrm>
          <a:prstGeom prst="rect">
            <a:avLst/>
          </a:prstGeom>
        </p:spPr>
      </p:pic>
      <p:pic>
        <p:nvPicPr>
          <p:cNvPr id="1212" name="Image 1209" descr="preencoded.png">    </p:cNvPr>
          <p:cNvPicPr>
            <a:picLocks noChangeAspect="1"/>
          </p:cNvPicPr>
          <p:nvPr/>
        </p:nvPicPr>
        <p:blipFill>
          <a:blip r:embed="rId1210"/>
          <a:stretch>
            <a:fillRect/>
          </a:stretch>
        </p:blipFill>
        <p:spPr>
          <a:xfrm>
            <a:off x="4353558" y="2064293"/>
            <a:ext cx="61629" cy="41191"/>
          </a:xfrm>
          <a:prstGeom prst="rect">
            <a:avLst/>
          </a:prstGeom>
        </p:spPr>
      </p:pic>
      <p:pic>
        <p:nvPicPr>
          <p:cNvPr id="1213" name="Image 1210" descr="preencoded.png">    </p:cNvPr>
          <p:cNvPicPr>
            <a:picLocks noChangeAspect="1"/>
          </p:cNvPicPr>
          <p:nvPr/>
        </p:nvPicPr>
        <p:blipFill>
          <a:blip r:embed="rId1211"/>
          <a:stretch>
            <a:fillRect/>
          </a:stretch>
        </p:blipFill>
        <p:spPr>
          <a:xfrm>
            <a:off x="3853602" y="2064606"/>
            <a:ext cx="96725" cy="95422"/>
          </a:xfrm>
          <a:prstGeom prst="rect">
            <a:avLst/>
          </a:prstGeom>
        </p:spPr>
      </p:pic>
      <p:pic>
        <p:nvPicPr>
          <p:cNvPr id="1214" name="Image 1211" descr="preencoded.png">    </p:cNvPr>
          <p:cNvPicPr>
            <a:picLocks noChangeAspect="1"/>
          </p:cNvPicPr>
          <p:nvPr/>
        </p:nvPicPr>
        <p:blipFill>
          <a:blip r:embed="rId1212"/>
          <a:stretch>
            <a:fillRect/>
          </a:stretch>
        </p:blipFill>
        <p:spPr>
          <a:xfrm>
            <a:off x="4547728" y="2045204"/>
            <a:ext cx="20408" cy="30368"/>
          </a:xfrm>
          <a:prstGeom prst="rect">
            <a:avLst/>
          </a:prstGeom>
        </p:spPr>
      </p:pic>
      <p:pic>
        <p:nvPicPr>
          <p:cNvPr id="1215" name="Image 1212" descr="preencoded.png">    </p:cNvPr>
          <p:cNvPicPr>
            <a:picLocks noChangeAspect="1"/>
          </p:cNvPicPr>
          <p:nvPr/>
        </p:nvPicPr>
        <p:blipFill>
          <a:blip r:embed="rId1213"/>
          <a:stretch>
            <a:fillRect/>
          </a:stretch>
        </p:blipFill>
        <p:spPr>
          <a:xfrm>
            <a:off x="4417429" y="2064606"/>
            <a:ext cx="15409" cy="15363"/>
          </a:xfrm>
          <a:prstGeom prst="rect">
            <a:avLst/>
          </a:prstGeom>
        </p:spPr>
      </p:pic>
      <p:pic>
        <p:nvPicPr>
          <p:cNvPr id="1216" name="Image 1213" descr="preencoded.png">    </p:cNvPr>
          <p:cNvPicPr>
            <a:picLocks noChangeAspect="1"/>
          </p:cNvPicPr>
          <p:nvPr/>
        </p:nvPicPr>
        <p:blipFill>
          <a:blip r:embed="rId1214"/>
          <a:stretch>
            <a:fillRect/>
          </a:stretch>
        </p:blipFill>
        <p:spPr>
          <a:xfrm>
            <a:off x="4017776" y="2054386"/>
            <a:ext cx="31751" cy="30659"/>
          </a:xfrm>
          <a:prstGeom prst="rect">
            <a:avLst/>
          </a:prstGeom>
        </p:spPr>
      </p:pic>
      <p:pic>
        <p:nvPicPr>
          <p:cNvPr id="1217" name="Image 1214" descr="preencoded.png">    </p:cNvPr>
          <p:cNvPicPr>
            <a:picLocks noChangeAspect="1"/>
          </p:cNvPicPr>
          <p:nvPr/>
        </p:nvPicPr>
        <p:blipFill>
          <a:blip r:embed="rId1215"/>
          <a:stretch>
            <a:fillRect/>
          </a:stretch>
        </p:blipFill>
        <p:spPr>
          <a:xfrm>
            <a:off x="3939667" y="2031392"/>
            <a:ext cx="65150" cy="56207"/>
          </a:xfrm>
          <a:prstGeom prst="rect">
            <a:avLst/>
          </a:prstGeom>
        </p:spPr>
      </p:pic>
      <p:pic>
        <p:nvPicPr>
          <p:cNvPr id="1218" name="Image 1215" descr="preencoded.png">    </p:cNvPr>
          <p:cNvPicPr>
            <a:picLocks noChangeAspect="1"/>
          </p:cNvPicPr>
          <p:nvPr/>
        </p:nvPicPr>
        <p:blipFill>
          <a:blip r:embed="rId1216"/>
          <a:stretch>
            <a:fillRect/>
          </a:stretch>
        </p:blipFill>
        <p:spPr>
          <a:xfrm>
            <a:off x="4696213" y="2046722"/>
            <a:ext cx="45687" cy="29381"/>
          </a:xfrm>
          <a:prstGeom prst="rect">
            <a:avLst/>
          </a:prstGeom>
        </p:spPr>
      </p:pic>
      <p:pic>
        <p:nvPicPr>
          <p:cNvPr id="1219" name="Image 1216" descr="preencoded.png">    </p:cNvPr>
          <p:cNvPicPr>
            <a:picLocks noChangeAspect="1"/>
          </p:cNvPicPr>
          <p:nvPr/>
        </p:nvPicPr>
        <p:blipFill>
          <a:blip r:embed="rId1217"/>
          <a:stretch>
            <a:fillRect/>
          </a:stretch>
        </p:blipFill>
        <p:spPr>
          <a:xfrm>
            <a:off x="4458734" y="2020921"/>
            <a:ext cx="83075" cy="85169"/>
          </a:xfrm>
          <a:prstGeom prst="rect">
            <a:avLst/>
          </a:prstGeom>
        </p:spPr>
      </p:pic>
      <p:pic>
        <p:nvPicPr>
          <p:cNvPr id="1220" name="Image 1217" descr="preencoded.png">    </p:cNvPr>
          <p:cNvPicPr>
            <a:picLocks noChangeAspect="1"/>
          </p:cNvPicPr>
          <p:nvPr/>
        </p:nvPicPr>
        <p:blipFill>
          <a:blip r:embed="rId1218"/>
          <a:stretch>
            <a:fillRect/>
          </a:stretch>
        </p:blipFill>
        <p:spPr>
          <a:xfrm>
            <a:off x="4202819" y="2041612"/>
            <a:ext cx="66427" cy="28144"/>
          </a:xfrm>
          <a:prstGeom prst="rect">
            <a:avLst/>
          </a:prstGeom>
        </p:spPr>
      </p:pic>
      <p:pic>
        <p:nvPicPr>
          <p:cNvPr id="1221" name="Image 1218" descr="preencoded.png">    </p:cNvPr>
          <p:cNvPicPr>
            <a:picLocks noChangeAspect="1"/>
          </p:cNvPicPr>
          <p:nvPr/>
        </p:nvPicPr>
        <p:blipFill>
          <a:blip r:embed="rId1219"/>
          <a:stretch>
            <a:fillRect/>
          </a:stretch>
        </p:blipFill>
        <p:spPr>
          <a:xfrm>
            <a:off x="7363210" y="2049277"/>
            <a:ext cx="10220" cy="10219"/>
          </a:xfrm>
          <a:prstGeom prst="rect">
            <a:avLst/>
          </a:prstGeom>
        </p:spPr>
      </p:pic>
      <p:pic>
        <p:nvPicPr>
          <p:cNvPr id="1222" name="Image 1219" descr="preencoded.png">    </p:cNvPr>
          <p:cNvPicPr>
            <a:picLocks noChangeAspect="1"/>
          </p:cNvPicPr>
          <p:nvPr/>
        </p:nvPicPr>
        <p:blipFill>
          <a:blip r:embed="rId1220"/>
          <a:stretch>
            <a:fillRect/>
          </a:stretch>
        </p:blipFill>
        <p:spPr>
          <a:xfrm>
            <a:off x="6982532" y="2048914"/>
            <a:ext cx="58509" cy="77008"/>
          </a:xfrm>
          <a:prstGeom prst="rect">
            <a:avLst/>
          </a:prstGeom>
        </p:spPr>
      </p:pic>
      <p:pic>
        <p:nvPicPr>
          <p:cNvPr id="1223" name="Image 1220" descr="preencoded.png">    </p:cNvPr>
          <p:cNvPicPr>
            <a:picLocks noChangeAspect="1"/>
          </p:cNvPicPr>
          <p:nvPr/>
        </p:nvPicPr>
        <p:blipFill>
          <a:blip r:embed="rId1221"/>
          <a:stretch>
            <a:fillRect/>
          </a:stretch>
        </p:blipFill>
        <p:spPr>
          <a:xfrm>
            <a:off x="4647322" y="2028837"/>
            <a:ext cx="30705" cy="94531"/>
          </a:xfrm>
          <a:prstGeom prst="rect">
            <a:avLst/>
          </a:prstGeom>
        </p:spPr>
      </p:pic>
      <p:pic>
        <p:nvPicPr>
          <p:cNvPr id="1224" name="Image 1221" descr="preencoded.png">    </p:cNvPr>
          <p:cNvPicPr>
            <a:picLocks noChangeAspect="1"/>
          </p:cNvPicPr>
          <p:nvPr/>
        </p:nvPicPr>
        <p:blipFill>
          <a:blip r:embed="rId1222"/>
          <a:stretch>
            <a:fillRect/>
          </a:stretch>
        </p:blipFill>
        <p:spPr>
          <a:xfrm>
            <a:off x="4976949" y="2044008"/>
            <a:ext cx="81756" cy="25725"/>
          </a:xfrm>
          <a:prstGeom prst="rect">
            <a:avLst/>
          </a:prstGeom>
        </p:spPr>
      </p:pic>
      <p:pic>
        <p:nvPicPr>
          <p:cNvPr id="1225" name="Image 1222" descr="preencoded.png">    </p:cNvPr>
          <p:cNvPicPr>
            <a:picLocks noChangeAspect="1"/>
          </p:cNvPicPr>
          <p:nvPr/>
        </p:nvPicPr>
        <p:blipFill>
          <a:blip r:embed="rId1223"/>
          <a:stretch>
            <a:fillRect/>
          </a:stretch>
        </p:blipFill>
        <p:spPr>
          <a:xfrm>
            <a:off x="4936071" y="2046694"/>
            <a:ext cx="48543" cy="25577"/>
          </a:xfrm>
          <a:prstGeom prst="rect">
            <a:avLst/>
          </a:prstGeom>
        </p:spPr>
      </p:pic>
      <p:pic>
        <p:nvPicPr>
          <p:cNvPr id="1226" name="Image 1223" descr="preencoded.png">    </p:cNvPr>
          <p:cNvPicPr>
            <a:picLocks noChangeAspect="1"/>
          </p:cNvPicPr>
          <p:nvPr/>
        </p:nvPicPr>
        <p:blipFill>
          <a:blip r:embed="rId1224"/>
          <a:stretch>
            <a:fillRect/>
          </a:stretch>
        </p:blipFill>
        <p:spPr>
          <a:xfrm>
            <a:off x="4126173" y="2005843"/>
            <a:ext cx="74091" cy="61317"/>
          </a:xfrm>
          <a:prstGeom prst="rect">
            <a:avLst/>
          </a:prstGeom>
        </p:spPr>
      </p:pic>
      <p:pic>
        <p:nvPicPr>
          <p:cNvPr id="1227" name="Image 1224" descr="preencoded.png">    </p:cNvPr>
          <p:cNvPicPr>
            <a:picLocks noChangeAspect="1"/>
          </p:cNvPicPr>
          <p:nvPr/>
        </p:nvPicPr>
        <p:blipFill>
          <a:blip r:embed="rId1225"/>
          <a:stretch>
            <a:fillRect/>
          </a:stretch>
        </p:blipFill>
        <p:spPr>
          <a:xfrm>
            <a:off x="4041861" y="2039638"/>
            <a:ext cx="94531" cy="99479"/>
          </a:xfrm>
          <a:prstGeom prst="rect">
            <a:avLst/>
          </a:prstGeom>
        </p:spPr>
      </p:pic>
      <p:pic>
        <p:nvPicPr>
          <p:cNvPr id="1228" name="Image 1225" descr="preencoded.png">    </p:cNvPr>
          <p:cNvPicPr>
            <a:picLocks noChangeAspect="1"/>
          </p:cNvPicPr>
          <p:nvPr/>
        </p:nvPicPr>
        <p:blipFill>
          <a:blip r:embed="rId1226"/>
          <a:stretch>
            <a:fillRect/>
          </a:stretch>
        </p:blipFill>
        <p:spPr>
          <a:xfrm>
            <a:off x="4895193" y="2043907"/>
            <a:ext cx="61317" cy="38583"/>
          </a:xfrm>
          <a:prstGeom prst="rect">
            <a:avLst/>
          </a:prstGeom>
        </p:spPr>
      </p:pic>
      <p:pic>
        <p:nvPicPr>
          <p:cNvPr id="1229" name="Image 1226" descr="preencoded.png">    </p:cNvPr>
          <p:cNvPicPr>
            <a:picLocks noChangeAspect="1"/>
          </p:cNvPicPr>
          <p:nvPr/>
        </p:nvPicPr>
        <p:blipFill>
          <a:blip r:embed="rId1227"/>
          <a:stretch>
            <a:fillRect/>
          </a:stretch>
        </p:blipFill>
        <p:spPr>
          <a:xfrm>
            <a:off x="4619266" y="2026283"/>
            <a:ext cx="21717" cy="33213"/>
          </a:xfrm>
          <a:prstGeom prst="rect">
            <a:avLst/>
          </a:prstGeom>
        </p:spPr>
      </p:pic>
      <p:pic>
        <p:nvPicPr>
          <p:cNvPr id="1230" name="Image 1227" descr="preencoded.png">    </p:cNvPr>
          <p:cNvPicPr>
            <a:picLocks noChangeAspect="1"/>
          </p:cNvPicPr>
          <p:nvPr/>
        </p:nvPicPr>
        <p:blipFill>
          <a:blip r:embed="rId1228"/>
          <a:stretch>
            <a:fillRect/>
          </a:stretch>
        </p:blipFill>
        <p:spPr>
          <a:xfrm>
            <a:off x="4450819" y="2015694"/>
            <a:ext cx="96910" cy="97454"/>
          </a:xfrm>
          <a:prstGeom prst="rect">
            <a:avLst/>
          </a:prstGeom>
        </p:spPr>
      </p:pic>
      <p:pic>
        <p:nvPicPr>
          <p:cNvPr id="1231" name="Image 1228" descr="preencoded.png">    </p:cNvPr>
          <p:cNvPicPr>
            <a:picLocks noChangeAspect="1"/>
          </p:cNvPicPr>
          <p:nvPr/>
        </p:nvPicPr>
        <p:blipFill>
          <a:blip r:embed="rId1229"/>
          <a:stretch>
            <a:fillRect/>
          </a:stretch>
        </p:blipFill>
        <p:spPr>
          <a:xfrm>
            <a:off x="4877308" y="2023728"/>
            <a:ext cx="181396" cy="81756"/>
          </a:xfrm>
          <a:prstGeom prst="rect">
            <a:avLst/>
          </a:prstGeom>
        </p:spPr>
      </p:pic>
      <p:pic>
        <p:nvPicPr>
          <p:cNvPr id="1232" name="Image 1229" descr="preencoded.png">    </p:cNvPr>
          <p:cNvPicPr>
            <a:picLocks noChangeAspect="1"/>
          </p:cNvPicPr>
          <p:nvPr/>
        </p:nvPicPr>
        <p:blipFill>
          <a:blip r:embed="rId1230"/>
          <a:stretch>
            <a:fillRect/>
          </a:stretch>
        </p:blipFill>
        <p:spPr>
          <a:xfrm>
            <a:off x="4440122" y="2016063"/>
            <a:ext cx="23296" cy="30659"/>
          </a:xfrm>
          <a:prstGeom prst="rect">
            <a:avLst/>
          </a:prstGeom>
        </p:spPr>
      </p:pic>
      <p:pic>
        <p:nvPicPr>
          <p:cNvPr id="1233" name="Image 1230" descr="preencoded.png">    </p:cNvPr>
          <p:cNvPicPr>
            <a:picLocks noChangeAspect="1"/>
          </p:cNvPicPr>
          <p:nvPr/>
        </p:nvPicPr>
        <p:blipFill>
          <a:blip r:embed="rId1231"/>
          <a:stretch>
            <a:fillRect/>
          </a:stretch>
        </p:blipFill>
        <p:spPr>
          <a:xfrm>
            <a:off x="4396969" y="2036502"/>
            <a:ext cx="16011" cy="23154"/>
          </a:xfrm>
          <a:prstGeom prst="rect">
            <a:avLst/>
          </a:prstGeom>
        </p:spPr>
      </p:pic>
      <p:pic>
        <p:nvPicPr>
          <p:cNvPr id="1234" name="Image 1231" descr="preencoded.png">    </p:cNvPr>
          <p:cNvPicPr>
            <a:picLocks noChangeAspect="1"/>
          </p:cNvPicPr>
          <p:nvPr/>
        </p:nvPicPr>
        <p:blipFill>
          <a:blip r:embed="rId1232"/>
          <a:stretch>
            <a:fillRect/>
          </a:stretch>
        </p:blipFill>
        <p:spPr>
          <a:xfrm>
            <a:off x="4287130" y="2042225"/>
            <a:ext cx="48543" cy="22114"/>
          </a:xfrm>
          <a:prstGeom prst="rect">
            <a:avLst/>
          </a:prstGeom>
        </p:spPr>
      </p:pic>
      <p:pic>
        <p:nvPicPr>
          <p:cNvPr id="1235" name="Image 1232" descr="preencoded.png">    </p:cNvPr>
          <p:cNvPicPr>
            <a:picLocks noChangeAspect="1"/>
          </p:cNvPicPr>
          <p:nvPr/>
        </p:nvPicPr>
        <p:blipFill>
          <a:blip r:embed="rId1233"/>
          <a:stretch>
            <a:fillRect/>
          </a:stretch>
        </p:blipFill>
        <p:spPr>
          <a:xfrm>
            <a:off x="4731680" y="2026283"/>
            <a:ext cx="33214" cy="33213"/>
          </a:xfrm>
          <a:prstGeom prst="rect">
            <a:avLst/>
          </a:prstGeom>
        </p:spPr>
      </p:pic>
      <p:pic>
        <p:nvPicPr>
          <p:cNvPr id="1236" name="Image 1233" descr="preencoded.png">    </p:cNvPr>
          <p:cNvPicPr>
            <a:picLocks noChangeAspect="1"/>
          </p:cNvPicPr>
          <p:nvPr/>
        </p:nvPicPr>
        <p:blipFill>
          <a:blip r:embed="rId1234"/>
          <a:stretch>
            <a:fillRect/>
          </a:stretch>
        </p:blipFill>
        <p:spPr>
          <a:xfrm>
            <a:off x="4312680" y="2029826"/>
            <a:ext cx="81756" cy="29719"/>
          </a:xfrm>
          <a:prstGeom prst="rect">
            <a:avLst/>
          </a:prstGeom>
        </p:spPr>
      </p:pic>
      <p:pic>
        <p:nvPicPr>
          <p:cNvPr id="1237" name="Image 1234" descr="preencoded.png">    </p:cNvPr>
          <p:cNvPicPr>
            <a:picLocks noChangeAspect="1"/>
          </p:cNvPicPr>
          <p:nvPr/>
        </p:nvPicPr>
        <p:blipFill>
          <a:blip r:embed="rId1235"/>
          <a:stretch>
            <a:fillRect/>
          </a:stretch>
        </p:blipFill>
        <p:spPr>
          <a:xfrm>
            <a:off x="4205375" y="2026247"/>
            <a:ext cx="43433" cy="15146"/>
          </a:xfrm>
          <a:prstGeom prst="rect">
            <a:avLst/>
          </a:prstGeom>
        </p:spPr>
      </p:pic>
      <p:pic>
        <p:nvPicPr>
          <p:cNvPr id="1238" name="Image 1235" descr="preencoded.png">    </p:cNvPr>
          <p:cNvPicPr>
            <a:picLocks noChangeAspect="1"/>
          </p:cNvPicPr>
          <p:nvPr/>
        </p:nvPicPr>
        <p:blipFill>
          <a:blip r:embed="rId1236"/>
          <a:stretch>
            <a:fillRect/>
          </a:stretch>
        </p:blipFill>
        <p:spPr>
          <a:xfrm>
            <a:off x="4000984" y="2021173"/>
            <a:ext cx="35768" cy="34491"/>
          </a:xfrm>
          <a:prstGeom prst="rect">
            <a:avLst/>
          </a:prstGeom>
        </p:spPr>
      </p:pic>
      <p:pic>
        <p:nvPicPr>
          <p:cNvPr id="1239" name="Image 1236" descr="preencoded.png">    </p:cNvPr>
          <p:cNvPicPr>
            <a:picLocks noChangeAspect="1"/>
          </p:cNvPicPr>
          <p:nvPr/>
        </p:nvPicPr>
        <p:blipFill>
          <a:blip r:embed="rId1237"/>
          <a:stretch>
            <a:fillRect/>
          </a:stretch>
        </p:blipFill>
        <p:spPr>
          <a:xfrm>
            <a:off x="4900302" y="2013508"/>
            <a:ext cx="99640" cy="28419"/>
          </a:xfrm>
          <a:prstGeom prst="rect">
            <a:avLst/>
          </a:prstGeom>
        </p:spPr>
      </p:pic>
      <p:pic>
        <p:nvPicPr>
          <p:cNvPr id="1240" name="Image 1237" descr="preencoded.png">    </p:cNvPr>
          <p:cNvPicPr>
            <a:picLocks noChangeAspect="1"/>
          </p:cNvPicPr>
          <p:nvPr/>
        </p:nvPicPr>
        <p:blipFill>
          <a:blip r:embed="rId1238"/>
          <a:stretch>
            <a:fillRect/>
          </a:stretch>
        </p:blipFill>
        <p:spPr>
          <a:xfrm>
            <a:off x="4534955" y="2018618"/>
            <a:ext cx="20439" cy="23195"/>
          </a:xfrm>
          <a:prstGeom prst="rect">
            <a:avLst/>
          </a:prstGeom>
        </p:spPr>
      </p:pic>
      <p:pic>
        <p:nvPicPr>
          <p:cNvPr id="1241" name="Image 1238" descr="preencoded.png">    </p:cNvPr>
          <p:cNvPicPr>
            <a:picLocks noChangeAspect="1"/>
          </p:cNvPicPr>
          <p:nvPr/>
        </p:nvPicPr>
        <p:blipFill>
          <a:blip r:embed="rId1239"/>
          <a:stretch>
            <a:fillRect/>
          </a:stretch>
        </p:blipFill>
        <p:spPr>
          <a:xfrm>
            <a:off x="4997388" y="2031392"/>
            <a:ext cx="58762" cy="10219"/>
          </a:xfrm>
          <a:prstGeom prst="rect">
            <a:avLst/>
          </a:prstGeom>
        </p:spPr>
      </p:pic>
      <p:pic>
        <p:nvPicPr>
          <p:cNvPr id="1242" name="Image 1239" descr="preencoded.png">    </p:cNvPr>
          <p:cNvPicPr>
            <a:picLocks noChangeAspect="1"/>
          </p:cNvPicPr>
          <p:nvPr/>
        </p:nvPicPr>
        <p:blipFill>
          <a:blip r:embed="rId1240"/>
          <a:stretch>
            <a:fillRect/>
          </a:stretch>
        </p:blipFill>
        <p:spPr>
          <a:xfrm>
            <a:off x="4556856" y="2018618"/>
            <a:ext cx="11312" cy="18041"/>
          </a:xfrm>
          <a:prstGeom prst="rect">
            <a:avLst/>
          </a:prstGeom>
        </p:spPr>
      </p:pic>
      <p:pic>
        <p:nvPicPr>
          <p:cNvPr id="1243" name="Image 1240" descr="preencoded.png">    </p:cNvPr>
          <p:cNvPicPr>
            <a:picLocks noChangeAspect="1"/>
          </p:cNvPicPr>
          <p:nvPr/>
        </p:nvPicPr>
        <p:blipFill>
          <a:blip r:embed="rId1241"/>
          <a:stretch>
            <a:fillRect/>
          </a:stretch>
        </p:blipFill>
        <p:spPr>
          <a:xfrm>
            <a:off x="4259027" y="2028837"/>
            <a:ext cx="43139" cy="30659"/>
          </a:xfrm>
          <a:prstGeom prst="rect">
            <a:avLst/>
          </a:prstGeom>
        </p:spPr>
      </p:pic>
      <p:pic>
        <p:nvPicPr>
          <p:cNvPr id="1244" name="Image 1241" descr="preencoded.png">    </p:cNvPr>
          <p:cNvPicPr>
            <a:picLocks noChangeAspect="1"/>
          </p:cNvPicPr>
          <p:nvPr/>
        </p:nvPicPr>
        <p:blipFill>
          <a:blip r:embed="rId1242"/>
          <a:stretch>
            <a:fillRect/>
          </a:stretch>
        </p:blipFill>
        <p:spPr>
          <a:xfrm>
            <a:off x="4894905" y="2021173"/>
            <a:ext cx="25836" cy="20729"/>
          </a:xfrm>
          <a:prstGeom prst="rect">
            <a:avLst/>
          </a:prstGeom>
        </p:spPr>
      </p:pic>
      <p:pic>
        <p:nvPicPr>
          <p:cNvPr id="1245" name="Image 1242" descr="preencoded.png">    </p:cNvPr>
          <p:cNvPicPr>
            <a:picLocks noChangeAspect="1"/>
          </p:cNvPicPr>
          <p:nvPr/>
        </p:nvPicPr>
        <p:blipFill>
          <a:blip r:embed="rId1243"/>
          <a:stretch>
            <a:fillRect/>
          </a:stretch>
        </p:blipFill>
        <p:spPr>
          <a:xfrm>
            <a:off x="4672918" y="2021173"/>
            <a:ext cx="35768" cy="40878"/>
          </a:xfrm>
          <a:prstGeom prst="rect">
            <a:avLst/>
          </a:prstGeom>
        </p:spPr>
      </p:pic>
      <p:pic>
        <p:nvPicPr>
          <p:cNvPr id="1246" name="Image 1243" descr="preencoded.png">    </p:cNvPr>
          <p:cNvPicPr>
            <a:picLocks noChangeAspect="1"/>
          </p:cNvPicPr>
          <p:nvPr/>
        </p:nvPicPr>
        <p:blipFill>
          <a:blip r:embed="rId1244"/>
          <a:stretch>
            <a:fillRect/>
          </a:stretch>
        </p:blipFill>
        <p:spPr>
          <a:xfrm>
            <a:off x="4580942" y="2028837"/>
            <a:ext cx="20842" cy="20298"/>
          </a:xfrm>
          <a:prstGeom prst="rect">
            <a:avLst/>
          </a:prstGeom>
        </p:spPr>
      </p:pic>
      <p:pic>
        <p:nvPicPr>
          <p:cNvPr id="1247" name="Image 1244" descr="preencoded.png">    </p:cNvPr>
          <p:cNvPicPr>
            <a:picLocks noChangeAspect="1"/>
          </p:cNvPicPr>
          <p:nvPr/>
        </p:nvPicPr>
        <p:blipFill>
          <a:blip r:embed="rId1245"/>
          <a:stretch>
            <a:fillRect/>
          </a:stretch>
        </p:blipFill>
        <p:spPr>
          <a:xfrm>
            <a:off x="7077062" y="1923977"/>
            <a:ext cx="28104" cy="74543"/>
          </a:xfrm>
          <a:prstGeom prst="rect">
            <a:avLst/>
          </a:prstGeom>
        </p:spPr>
      </p:pic>
      <p:pic>
        <p:nvPicPr>
          <p:cNvPr id="1248" name="Image 1245" descr="preencoded.png">    </p:cNvPr>
          <p:cNvPicPr>
            <a:picLocks noChangeAspect="1"/>
          </p:cNvPicPr>
          <p:nvPr/>
        </p:nvPicPr>
        <p:blipFill>
          <a:blip r:embed="rId1246"/>
          <a:stretch>
            <a:fillRect/>
          </a:stretch>
        </p:blipFill>
        <p:spPr>
          <a:xfrm>
            <a:off x="7032657" y="1970075"/>
            <a:ext cx="25995" cy="20439"/>
          </a:xfrm>
          <a:prstGeom prst="rect">
            <a:avLst/>
          </a:prstGeom>
        </p:spPr>
      </p:pic>
      <p:pic>
        <p:nvPicPr>
          <p:cNvPr id="1249" name="Image 1246" descr="preencoded.png">    </p:cNvPr>
          <p:cNvPicPr>
            <a:picLocks noChangeAspect="1"/>
          </p:cNvPicPr>
          <p:nvPr/>
        </p:nvPicPr>
        <p:blipFill>
          <a:blip r:embed="rId1247"/>
          <a:stretch>
            <a:fillRect/>
          </a:stretch>
        </p:blipFill>
        <p:spPr>
          <a:xfrm>
            <a:off x="7021012" y="1941814"/>
            <a:ext cx="50941" cy="56233"/>
          </a:xfrm>
          <a:prstGeom prst="rect">
            <a:avLst/>
          </a:prstGeom>
        </p:spPr>
      </p:pic>
      <p:pic>
        <p:nvPicPr>
          <p:cNvPr id="1250" name="Image 1247" descr="preencoded.png">    </p:cNvPr>
          <p:cNvPicPr>
            <a:picLocks noChangeAspect="1"/>
          </p:cNvPicPr>
          <p:nvPr/>
        </p:nvPicPr>
        <p:blipFill>
          <a:blip r:embed="rId1248"/>
          <a:stretch>
            <a:fillRect/>
          </a:stretch>
        </p:blipFill>
        <p:spPr>
          <a:xfrm>
            <a:off x="7120496" y="1972630"/>
            <a:ext cx="28104" cy="18469"/>
          </a:xfrm>
          <a:prstGeom prst="rect">
            <a:avLst/>
          </a:prstGeom>
        </p:spPr>
      </p:pic>
      <p:pic>
        <p:nvPicPr>
          <p:cNvPr id="1251" name="Image 1248" descr="preencoded.png">    </p:cNvPr>
          <p:cNvPicPr>
            <a:picLocks noChangeAspect="1"/>
          </p:cNvPicPr>
          <p:nvPr/>
        </p:nvPicPr>
        <p:blipFill>
          <a:blip r:embed="rId1249"/>
          <a:stretch>
            <a:fillRect/>
          </a:stretch>
        </p:blipFill>
        <p:spPr>
          <a:xfrm>
            <a:off x="7111379" y="1941814"/>
            <a:ext cx="49996" cy="57560"/>
          </a:xfrm>
          <a:prstGeom prst="rect">
            <a:avLst/>
          </a:prstGeom>
        </p:spPr>
      </p:pic>
      <p:pic>
        <p:nvPicPr>
          <p:cNvPr id="1252" name="Image 1249" descr="preencoded.png">    </p:cNvPr>
          <p:cNvPicPr>
            <a:picLocks noChangeAspect="1"/>
          </p:cNvPicPr>
          <p:nvPr/>
        </p:nvPicPr>
        <p:blipFill>
          <a:blip r:embed="rId1250"/>
          <a:stretch>
            <a:fillRect/>
          </a:stretch>
        </p:blipFill>
        <p:spPr>
          <a:xfrm>
            <a:off x="6973067" y="1888319"/>
            <a:ext cx="290651" cy="237604"/>
          </a:xfrm>
          <a:prstGeom prst="rect">
            <a:avLst/>
          </a:prstGeom>
        </p:spPr>
      </p:pic>
      <p:pic>
        <p:nvPicPr>
          <p:cNvPr id="1253" name="Image 1250" descr="preencoded.png">    </p:cNvPr>
          <p:cNvPicPr>
            <a:picLocks noChangeAspect="1"/>
          </p:cNvPicPr>
          <p:nvPr/>
        </p:nvPicPr>
        <p:blipFill>
          <a:blip r:embed="rId1251"/>
          <a:stretch>
            <a:fillRect/>
          </a:stretch>
        </p:blipFill>
        <p:spPr>
          <a:xfrm>
            <a:off x="5064508" y="1998127"/>
            <a:ext cx="82922" cy="84299"/>
          </a:xfrm>
          <a:prstGeom prst="rect">
            <a:avLst/>
          </a:prstGeom>
        </p:spPr>
      </p:pic>
      <p:pic>
        <p:nvPicPr>
          <p:cNvPr id="1254" name="Image 1251" descr="preencoded.png">    </p:cNvPr>
          <p:cNvPicPr>
            <a:picLocks noChangeAspect="1"/>
          </p:cNvPicPr>
          <p:nvPr/>
        </p:nvPicPr>
        <p:blipFill>
          <a:blip r:embed="rId1252"/>
          <a:stretch>
            <a:fillRect/>
          </a:stretch>
        </p:blipFill>
        <p:spPr>
          <a:xfrm>
            <a:off x="5058705" y="1993069"/>
            <a:ext cx="94531" cy="94628"/>
          </a:xfrm>
          <a:prstGeom prst="rect">
            <a:avLst/>
          </a:prstGeom>
        </p:spPr>
      </p:pic>
      <p:pic>
        <p:nvPicPr>
          <p:cNvPr id="1255" name="Image 1252" descr="preencoded.png">    </p:cNvPr>
          <p:cNvPicPr>
            <a:picLocks noChangeAspect="1"/>
          </p:cNvPicPr>
          <p:nvPr/>
        </p:nvPicPr>
        <p:blipFill>
          <a:blip r:embed="rId1253"/>
          <a:stretch>
            <a:fillRect/>
          </a:stretch>
        </p:blipFill>
        <p:spPr>
          <a:xfrm>
            <a:off x="4621820" y="2010953"/>
            <a:ext cx="18002" cy="17541"/>
          </a:xfrm>
          <a:prstGeom prst="rect">
            <a:avLst/>
          </a:prstGeom>
        </p:spPr>
      </p:pic>
      <p:pic>
        <p:nvPicPr>
          <p:cNvPr id="1256" name="Image 1253" descr="preencoded.png">    </p:cNvPr>
          <p:cNvPicPr>
            <a:picLocks noChangeAspect="1"/>
          </p:cNvPicPr>
          <p:nvPr/>
        </p:nvPicPr>
        <p:blipFill>
          <a:blip r:embed="rId1254"/>
          <a:stretch>
            <a:fillRect/>
          </a:stretch>
        </p:blipFill>
        <p:spPr>
          <a:xfrm>
            <a:off x="4338228" y="2016063"/>
            <a:ext cx="48543" cy="15329"/>
          </a:xfrm>
          <a:prstGeom prst="rect">
            <a:avLst/>
          </a:prstGeom>
        </p:spPr>
      </p:pic>
      <p:pic>
        <p:nvPicPr>
          <p:cNvPr id="1257" name="Image 1254" descr="preencoded.png">    </p:cNvPr>
          <p:cNvPicPr>
            <a:picLocks noChangeAspect="1"/>
          </p:cNvPicPr>
          <p:nvPr/>
        </p:nvPicPr>
        <p:blipFill>
          <a:blip r:embed="rId1255"/>
          <a:stretch>
            <a:fillRect/>
          </a:stretch>
        </p:blipFill>
        <p:spPr>
          <a:xfrm>
            <a:off x="4254021" y="2015886"/>
            <a:ext cx="30555" cy="18061"/>
          </a:xfrm>
          <a:prstGeom prst="rect">
            <a:avLst/>
          </a:prstGeom>
        </p:spPr>
      </p:pic>
      <p:pic>
        <p:nvPicPr>
          <p:cNvPr id="1258" name="Image 1255" descr="preencoded.png">    </p:cNvPr>
          <p:cNvPicPr>
            <a:picLocks noChangeAspect="1"/>
          </p:cNvPicPr>
          <p:nvPr/>
        </p:nvPicPr>
        <p:blipFill>
          <a:blip r:embed="rId1256"/>
          <a:stretch>
            <a:fillRect/>
          </a:stretch>
        </p:blipFill>
        <p:spPr>
          <a:xfrm>
            <a:off x="4108289" y="2010953"/>
            <a:ext cx="56208" cy="40879"/>
          </a:xfrm>
          <a:prstGeom prst="rect">
            <a:avLst/>
          </a:prstGeom>
        </p:spPr>
      </p:pic>
      <p:pic>
        <p:nvPicPr>
          <p:cNvPr id="1259" name="Image 1256" descr="preencoded.png">    </p:cNvPr>
          <p:cNvPicPr>
            <a:picLocks noChangeAspect="1"/>
          </p:cNvPicPr>
          <p:nvPr/>
        </p:nvPicPr>
        <p:blipFill>
          <a:blip r:embed="rId1257"/>
          <a:stretch>
            <a:fillRect/>
          </a:stretch>
        </p:blipFill>
        <p:spPr>
          <a:xfrm>
            <a:off x="3934556" y="2008399"/>
            <a:ext cx="58548" cy="66426"/>
          </a:xfrm>
          <a:prstGeom prst="rect">
            <a:avLst/>
          </a:prstGeom>
        </p:spPr>
      </p:pic>
      <p:pic>
        <p:nvPicPr>
          <p:cNvPr id="1260" name="Image 1257" descr="preencoded.png">    </p:cNvPr>
          <p:cNvPicPr>
            <a:picLocks noChangeAspect="1"/>
          </p:cNvPicPr>
          <p:nvPr/>
        </p:nvPicPr>
        <p:blipFill>
          <a:blip r:embed="rId1258"/>
          <a:stretch>
            <a:fillRect/>
          </a:stretch>
        </p:blipFill>
        <p:spPr>
          <a:xfrm>
            <a:off x="5010163" y="2008398"/>
            <a:ext cx="48711" cy="25549"/>
          </a:xfrm>
          <a:prstGeom prst="rect">
            <a:avLst/>
          </a:prstGeom>
        </p:spPr>
      </p:pic>
      <p:pic>
        <p:nvPicPr>
          <p:cNvPr id="1261" name="Image 1258" descr="preencoded.png">    </p:cNvPr>
          <p:cNvPicPr>
            <a:picLocks noChangeAspect="1"/>
          </p:cNvPicPr>
          <p:nvPr/>
        </p:nvPicPr>
        <p:blipFill>
          <a:blip r:embed="rId1259"/>
          <a:stretch>
            <a:fillRect/>
          </a:stretch>
        </p:blipFill>
        <p:spPr>
          <a:xfrm>
            <a:off x="4698467" y="2008398"/>
            <a:ext cx="38323" cy="20033"/>
          </a:xfrm>
          <a:prstGeom prst="rect">
            <a:avLst/>
          </a:prstGeom>
        </p:spPr>
      </p:pic>
      <p:pic>
        <p:nvPicPr>
          <p:cNvPr id="1262" name="Image 1259" descr="preencoded.png">    </p:cNvPr>
          <p:cNvPicPr>
            <a:picLocks noChangeAspect="1"/>
          </p:cNvPicPr>
          <p:nvPr/>
        </p:nvPicPr>
        <p:blipFill>
          <a:blip r:embed="rId1260"/>
          <a:stretch>
            <a:fillRect/>
          </a:stretch>
        </p:blipFill>
        <p:spPr>
          <a:xfrm>
            <a:off x="4570641" y="2013239"/>
            <a:ext cx="23075" cy="15598"/>
          </a:xfrm>
          <a:prstGeom prst="rect">
            <a:avLst/>
          </a:prstGeom>
        </p:spPr>
      </p:pic>
      <p:pic>
        <p:nvPicPr>
          <p:cNvPr id="1263" name="Image 1260" descr="preencoded.png">    </p:cNvPr>
          <p:cNvPicPr>
            <a:picLocks noChangeAspect="1"/>
          </p:cNvPicPr>
          <p:nvPr/>
        </p:nvPicPr>
        <p:blipFill>
          <a:blip r:embed="rId1261"/>
          <a:stretch>
            <a:fillRect/>
          </a:stretch>
        </p:blipFill>
        <p:spPr>
          <a:xfrm>
            <a:off x="4417423" y="2000734"/>
            <a:ext cx="20598" cy="35772"/>
          </a:xfrm>
          <a:prstGeom prst="rect">
            <a:avLst/>
          </a:prstGeom>
        </p:spPr>
      </p:pic>
      <p:pic>
        <p:nvPicPr>
          <p:cNvPr id="1264" name="Image 1261" descr="preencoded.png">    </p:cNvPr>
          <p:cNvPicPr>
            <a:picLocks noChangeAspect="1"/>
          </p:cNvPicPr>
          <p:nvPr/>
        </p:nvPicPr>
        <p:blipFill>
          <a:blip r:embed="rId1262"/>
          <a:stretch>
            <a:fillRect/>
          </a:stretch>
        </p:blipFill>
        <p:spPr>
          <a:xfrm>
            <a:off x="1131850" y="2016063"/>
            <a:ext cx="301476" cy="316805"/>
          </a:xfrm>
          <a:prstGeom prst="rect">
            <a:avLst/>
          </a:prstGeom>
        </p:spPr>
      </p:pic>
      <p:pic>
        <p:nvPicPr>
          <p:cNvPr id="1265" name="Image 1262" descr="preencoded.png">    </p:cNvPr>
          <p:cNvPicPr>
            <a:picLocks noChangeAspect="1"/>
          </p:cNvPicPr>
          <p:nvPr/>
        </p:nvPicPr>
        <p:blipFill>
          <a:blip r:embed="rId1263"/>
          <a:stretch>
            <a:fillRect/>
          </a:stretch>
        </p:blipFill>
        <p:spPr>
          <a:xfrm>
            <a:off x="5029324" y="1982849"/>
            <a:ext cx="39600" cy="33213"/>
          </a:xfrm>
          <a:prstGeom prst="rect">
            <a:avLst/>
          </a:prstGeom>
        </p:spPr>
      </p:pic>
      <p:pic>
        <p:nvPicPr>
          <p:cNvPr id="1266" name="Image 1263" descr="preencoded.png">    </p:cNvPr>
          <p:cNvPicPr>
            <a:picLocks noChangeAspect="1"/>
          </p:cNvPicPr>
          <p:nvPr/>
        </p:nvPicPr>
        <p:blipFill>
          <a:blip r:embed="rId1264"/>
          <a:stretch>
            <a:fillRect/>
          </a:stretch>
        </p:blipFill>
        <p:spPr>
          <a:xfrm>
            <a:off x="5137906" y="1969965"/>
            <a:ext cx="25549" cy="53763"/>
          </a:xfrm>
          <a:prstGeom prst="rect">
            <a:avLst/>
          </a:prstGeom>
        </p:spPr>
      </p:pic>
      <p:pic>
        <p:nvPicPr>
          <p:cNvPr id="1267" name="Image 1264" descr="preencoded.png">    </p:cNvPr>
          <p:cNvPicPr>
            <a:picLocks noChangeAspect="1"/>
          </p:cNvPicPr>
          <p:nvPr/>
        </p:nvPicPr>
        <p:blipFill>
          <a:blip r:embed="rId1265"/>
          <a:stretch>
            <a:fillRect/>
          </a:stretch>
        </p:blipFill>
        <p:spPr>
          <a:xfrm>
            <a:off x="4902858" y="1995624"/>
            <a:ext cx="104750" cy="28104"/>
          </a:xfrm>
          <a:prstGeom prst="rect">
            <a:avLst/>
          </a:prstGeom>
        </p:spPr>
      </p:pic>
      <p:pic>
        <p:nvPicPr>
          <p:cNvPr id="1268" name="Image 1265" descr="preencoded.png">    </p:cNvPr>
          <p:cNvPicPr>
            <a:picLocks noChangeAspect="1"/>
          </p:cNvPicPr>
          <p:nvPr/>
        </p:nvPicPr>
        <p:blipFill>
          <a:blip r:embed="rId1266"/>
          <a:stretch>
            <a:fillRect/>
          </a:stretch>
        </p:blipFill>
        <p:spPr>
          <a:xfrm>
            <a:off x="3916673" y="1967520"/>
            <a:ext cx="51097" cy="99640"/>
          </a:xfrm>
          <a:prstGeom prst="rect">
            <a:avLst/>
          </a:prstGeom>
        </p:spPr>
      </p:pic>
      <p:pic>
        <p:nvPicPr>
          <p:cNvPr id="1269" name="Image 1266" descr="preencoded.png">    </p:cNvPr>
          <p:cNvPicPr>
            <a:picLocks noChangeAspect="1"/>
          </p:cNvPicPr>
          <p:nvPr/>
        </p:nvPicPr>
        <p:blipFill>
          <a:blip r:embed="rId1267"/>
          <a:stretch>
            <a:fillRect/>
          </a:stretch>
        </p:blipFill>
        <p:spPr>
          <a:xfrm>
            <a:off x="4647071" y="2003289"/>
            <a:ext cx="23292" cy="28104"/>
          </a:xfrm>
          <a:prstGeom prst="rect">
            <a:avLst/>
          </a:prstGeom>
        </p:spPr>
      </p:pic>
      <p:pic>
        <p:nvPicPr>
          <p:cNvPr id="1270" name="Image 1267" descr="preencoded.png">    </p:cNvPr>
          <p:cNvPicPr>
            <a:picLocks noChangeAspect="1"/>
          </p:cNvPicPr>
          <p:nvPr/>
        </p:nvPicPr>
        <p:blipFill>
          <a:blip r:embed="rId1268"/>
          <a:stretch>
            <a:fillRect/>
          </a:stretch>
        </p:blipFill>
        <p:spPr>
          <a:xfrm>
            <a:off x="5261892" y="1931752"/>
            <a:ext cx="84298" cy="84631"/>
          </a:xfrm>
          <a:prstGeom prst="rect">
            <a:avLst/>
          </a:prstGeom>
        </p:spPr>
      </p:pic>
      <p:pic>
        <p:nvPicPr>
          <p:cNvPr id="1271" name="Image 1268" descr="preencoded.png">    </p:cNvPr>
          <p:cNvPicPr>
            <a:picLocks noChangeAspect="1"/>
          </p:cNvPicPr>
          <p:nvPr/>
        </p:nvPicPr>
        <p:blipFill>
          <a:blip r:embed="rId1269"/>
          <a:stretch>
            <a:fillRect/>
          </a:stretch>
        </p:blipFill>
        <p:spPr>
          <a:xfrm>
            <a:off x="5255432" y="1926642"/>
            <a:ext cx="96231" cy="95580"/>
          </a:xfrm>
          <a:prstGeom prst="rect">
            <a:avLst/>
          </a:prstGeom>
        </p:spPr>
      </p:pic>
      <p:pic>
        <p:nvPicPr>
          <p:cNvPr id="1272" name="Image 1269" descr="preencoded.png">    </p:cNvPr>
          <p:cNvPicPr>
            <a:picLocks noChangeAspect="1"/>
          </p:cNvPicPr>
          <p:nvPr/>
        </p:nvPicPr>
        <p:blipFill>
          <a:blip r:embed="rId1270"/>
          <a:stretch>
            <a:fillRect/>
          </a:stretch>
        </p:blipFill>
        <p:spPr>
          <a:xfrm>
            <a:off x="4353558" y="2000730"/>
            <a:ext cx="34219" cy="20443"/>
          </a:xfrm>
          <a:prstGeom prst="rect">
            <a:avLst/>
          </a:prstGeom>
        </p:spPr>
      </p:pic>
      <p:pic>
        <p:nvPicPr>
          <p:cNvPr id="1273" name="Image 1270" descr="preencoded.png">    </p:cNvPr>
          <p:cNvPicPr>
            <a:picLocks noChangeAspect="1"/>
          </p:cNvPicPr>
          <p:nvPr/>
        </p:nvPicPr>
        <p:blipFill>
          <a:blip r:embed="rId1271"/>
          <a:stretch>
            <a:fillRect/>
          </a:stretch>
        </p:blipFill>
        <p:spPr>
          <a:xfrm>
            <a:off x="4008648" y="1967520"/>
            <a:ext cx="62594" cy="75369"/>
          </a:xfrm>
          <a:prstGeom prst="rect">
            <a:avLst/>
          </a:prstGeom>
        </p:spPr>
      </p:pic>
      <p:pic>
        <p:nvPicPr>
          <p:cNvPr id="1274" name="Image 1271" descr="preencoded.png">    </p:cNvPr>
          <p:cNvPicPr>
            <a:picLocks noChangeAspect="1"/>
          </p:cNvPicPr>
          <p:nvPr/>
        </p:nvPicPr>
        <p:blipFill>
          <a:blip r:embed="rId1272"/>
          <a:stretch>
            <a:fillRect/>
          </a:stretch>
        </p:blipFill>
        <p:spPr>
          <a:xfrm>
            <a:off x="4724015" y="1987959"/>
            <a:ext cx="81756" cy="99640"/>
          </a:xfrm>
          <a:prstGeom prst="rect">
            <a:avLst/>
          </a:prstGeom>
        </p:spPr>
      </p:pic>
      <p:pic>
        <p:nvPicPr>
          <p:cNvPr id="1275" name="Image 1272" descr="preencoded.png">    </p:cNvPr>
          <p:cNvPicPr>
            <a:picLocks noChangeAspect="1"/>
          </p:cNvPicPr>
          <p:nvPr/>
        </p:nvPicPr>
        <p:blipFill>
          <a:blip r:embed="rId1273"/>
          <a:stretch>
            <a:fillRect/>
          </a:stretch>
        </p:blipFill>
        <p:spPr>
          <a:xfrm>
            <a:off x="4073749" y="1952041"/>
            <a:ext cx="26875" cy="76797"/>
          </a:xfrm>
          <a:prstGeom prst="rect">
            <a:avLst/>
          </a:prstGeom>
        </p:spPr>
      </p:pic>
      <p:pic>
        <p:nvPicPr>
          <p:cNvPr id="1276" name="Image 1273" descr="preencoded.png">    </p:cNvPr>
          <p:cNvPicPr>
            <a:picLocks noChangeAspect="1"/>
          </p:cNvPicPr>
          <p:nvPr/>
        </p:nvPicPr>
        <p:blipFill>
          <a:blip r:embed="rId1274"/>
          <a:stretch>
            <a:fillRect/>
          </a:stretch>
        </p:blipFill>
        <p:spPr>
          <a:xfrm>
            <a:off x="4511961" y="1987959"/>
            <a:ext cx="28104" cy="33213"/>
          </a:xfrm>
          <a:prstGeom prst="rect">
            <a:avLst/>
          </a:prstGeom>
        </p:spPr>
      </p:pic>
      <p:pic>
        <p:nvPicPr>
          <p:cNvPr id="1277" name="Image 1274" descr="preencoded.png">    </p:cNvPr>
          <p:cNvPicPr>
            <a:picLocks noChangeAspect="1"/>
          </p:cNvPicPr>
          <p:nvPr/>
        </p:nvPicPr>
        <p:blipFill>
          <a:blip r:embed="rId1275"/>
          <a:stretch>
            <a:fillRect/>
          </a:stretch>
        </p:blipFill>
        <p:spPr>
          <a:xfrm>
            <a:off x="3929447" y="1995624"/>
            <a:ext cx="52471" cy="74092"/>
          </a:xfrm>
          <a:prstGeom prst="rect">
            <a:avLst/>
          </a:prstGeom>
        </p:spPr>
      </p:pic>
      <p:pic>
        <p:nvPicPr>
          <p:cNvPr id="1278" name="Image 1275" descr="preencoded.png">    </p:cNvPr>
          <p:cNvPicPr>
            <a:picLocks noChangeAspect="1"/>
          </p:cNvPicPr>
          <p:nvPr/>
        </p:nvPicPr>
        <p:blipFill>
          <a:blip r:embed="rId1276"/>
          <a:stretch>
            <a:fillRect/>
          </a:stretch>
        </p:blipFill>
        <p:spPr>
          <a:xfrm>
            <a:off x="5007607" y="1898504"/>
            <a:ext cx="65150" cy="65933"/>
          </a:xfrm>
          <a:prstGeom prst="rect">
            <a:avLst/>
          </a:prstGeom>
        </p:spPr>
      </p:pic>
      <p:pic>
        <p:nvPicPr>
          <p:cNvPr id="1279" name="Image 1276" descr="preencoded.png">    </p:cNvPr>
          <p:cNvPicPr>
            <a:picLocks noChangeAspect="1"/>
          </p:cNvPicPr>
          <p:nvPr/>
        </p:nvPicPr>
        <p:blipFill>
          <a:blip r:embed="rId1277"/>
          <a:stretch>
            <a:fillRect/>
          </a:stretch>
        </p:blipFill>
        <p:spPr>
          <a:xfrm>
            <a:off x="5061260" y="1941972"/>
            <a:ext cx="20450" cy="20730"/>
          </a:xfrm>
          <a:prstGeom prst="rect">
            <a:avLst/>
          </a:prstGeom>
        </p:spPr>
      </p:pic>
      <p:pic>
        <p:nvPicPr>
          <p:cNvPr id="1280" name="Image 1277" descr="preencoded.png">    </p:cNvPr>
          <p:cNvPicPr>
            <a:picLocks noChangeAspect="1"/>
          </p:cNvPicPr>
          <p:nvPr/>
        </p:nvPicPr>
        <p:blipFill>
          <a:blip r:embed="rId1278"/>
          <a:stretch>
            <a:fillRect/>
          </a:stretch>
        </p:blipFill>
        <p:spPr>
          <a:xfrm>
            <a:off x="4971840" y="1964966"/>
            <a:ext cx="67940" cy="33213"/>
          </a:xfrm>
          <a:prstGeom prst="rect">
            <a:avLst/>
          </a:prstGeom>
        </p:spPr>
      </p:pic>
      <p:pic>
        <p:nvPicPr>
          <p:cNvPr id="1281" name="Image 1278" descr="preencoded.png">    </p:cNvPr>
          <p:cNvPicPr>
            <a:picLocks noChangeAspect="1"/>
          </p:cNvPicPr>
          <p:nvPr/>
        </p:nvPicPr>
        <p:blipFill>
          <a:blip r:embed="rId1279"/>
          <a:stretch>
            <a:fillRect/>
          </a:stretch>
        </p:blipFill>
        <p:spPr>
          <a:xfrm>
            <a:off x="4925852" y="1967520"/>
            <a:ext cx="94531" cy="46310"/>
          </a:xfrm>
          <a:prstGeom prst="rect">
            <a:avLst/>
          </a:prstGeom>
        </p:spPr>
      </p:pic>
      <p:pic>
        <p:nvPicPr>
          <p:cNvPr id="1282" name="Image 1279" descr="preencoded.png">    </p:cNvPr>
          <p:cNvPicPr>
            <a:picLocks noChangeAspect="1"/>
          </p:cNvPicPr>
          <p:nvPr/>
        </p:nvPicPr>
        <p:blipFill>
          <a:blip r:embed="rId1280"/>
          <a:stretch>
            <a:fillRect/>
          </a:stretch>
        </p:blipFill>
        <p:spPr>
          <a:xfrm>
            <a:off x="4864534" y="1855105"/>
            <a:ext cx="240159" cy="209500"/>
          </a:xfrm>
          <a:prstGeom prst="rect">
            <a:avLst/>
          </a:prstGeom>
        </p:spPr>
      </p:pic>
      <p:pic>
        <p:nvPicPr>
          <p:cNvPr id="1283" name="Image 1280" descr="preencoded.png">    </p:cNvPr>
          <p:cNvPicPr>
            <a:picLocks noChangeAspect="1"/>
          </p:cNvPicPr>
          <p:nvPr/>
        </p:nvPicPr>
        <p:blipFill>
          <a:blip r:embed="rId1281"/>
          <a:stretch>
            <a:fillRect/>
          </a:stretch>
        </p:blipFill>
        <p:spPr>
          <a:xfrm>
            <a:off x="4389326" y="1995624"/>
            <a:ext cx="22994" cy="33213"/>
          </a:xfrm>
          <a:prstGeom prst="rect">
            <a:avLst/>
          </a:prstGeom>
        </p:spPr>
      </p:pic>
      <p:pic>
        <p:nvPicPr>
          <p:cNvPr id="1284" name="Image 1281" descr="preencoded.png">    </p:cNvPr>
          <p:cNvPicPr>
            <a:picLocks noChangeAspect="1"/>
          </p:cNvPicPr>
          <p:nvPr/>
        </p:nvPicPr>
        <p:blipFill>
          <a:blip r:embed="rId1282"/>
          <a:stretch>
            <a:fillRect/>
          </a:stretch>
        </p:blipFill>
        <p:spPr>
          <a:xfrm>
            <a:off x="4132390" y="1963688"/>
            <a:ext cx="47436" cy="52375"/>
          </a:xfrm>
          <a:prstGeom prst="rect">
            <a:avLst/>
          </a:prstGeom>
        </p:spPr>
      </p:pic>
      <p:pic>
        <p:nvPicPr>
          <p:cNvPr id="1285" name="Image 1282" descr="preencoded.png">    </p:cNvPr>
          <p:cNvPicPr>
            <a:picLocks noChangeAspect="1"/>
          </p:cNvPicPr>
          <p:nvPr/>
        </p:nvPicPr>
        <p:blipFill>
          <a:blip r:embed="rId1283"/>
          <a:stretch>
            <a:fillRect/>
          </a:stretch>
        </p:blipFill>
        <p:spPr>
          <a:xfrm>
            <a:off x="4724015" y="1982694"/>
            <a:ext cx="35768" cy="18040"/>
          </a:xfrm>
          <a:prstGeom prst="rect">
            <a:avLst/>
          </a:prstGeom>
        </p:spPr>
      </p:pic>
      <p:pic>
        <p:nvPicPr>
          <p:cNvPr id="1286" name="Image 1283" descr="preencoded.png">    </p:cNvPr>
          <p:cNvPicPr>
            <a:picLocks noChangeAspect="1"/>
          </p:cNvPicPr>
          <p:nvPr/>
        </p:nvPicPr>
        <p:blipFill>
          <a:blip r:embed="rId1284"/>
          <a:stretch>
            <a:fillRect/>
          </a:stretch>
        </p:blipFill>
        <p:spPr>
          <a:xfrm>
            <a:off x="4680583" y="1990514"/>
            <a:ext cx="35768" cy="17476"/>
          </a:xfrm>
          <a:prstGeom prst="rect">
            <a:avLst/>
          </a:prstGeom>
        </p:spPr>
      </p:pic>
      <p:pic>
        <p:nvPicPr>
          <p:cNvPr id="1287" name="Image 1284" descr="preencoded.png">    </p:cNvPr>
          <p:cNvPicPr>
            <a:picLocks noChangeAspect="1"/>
          </p:cNvPicPr>
          <p:nvPr/>
        </p:nvPicPr>
        <p:blipFill>
          <a:blip r:embed="rId1285"/>
          <a:stretch>
            <a:fillRect/>
          </a:stretch>
        </p:blipFill>
        <p:spPr>
          <a:xfrm>
            <a:off x="4414875" y="1913867"/>
            <a:ext cx="119115" cy="112415"/>
          </a:xfrm>
          <a:prstGeom prst="rect">
            <a:avLst/>
          </a:prstGeom>
        </p:spPr>
      </p:pic>
      <p:pic>
        <p:nvPicPr>
          <p:cNvPr id="1288" name="Image 1285" descr="preencoded.png">    </p:cNvPr>
          <p:cNvPicPr>
            <a:picLocks noChangeAspect="1"/>
          </p:cNvPicPr>
          <p:nvPr/>
        </p:nvPicPr>
        <p:blipFill>
          <a:blip r:embed="rId1286"/>
          <a:stretch>
            <a:fillRect/>
          </a:stretch>
        </p:blipFill>
        <p:spPr>
          <a:xfrm>
            <a:off x="5056151" y="1972630"/>
            <a:ext cx="25549" cy="30659"/>
          </a:xfrm>
          <a:prstGeom prst="rect">
            <a:avLst/>
          </a:prstGeom>
        </p:spPr>
      </p:pic>
      <p:pic>
        <p:nvPicPr>
          <p:cNvPr id="1289" name="Image 1286" descr="preencoded.png">    </p:cNvPr>
          <p:cNvPicPr>
            <a:picLocks noChangeAspect="1"/>
          </p:cNvPicPr>
          <p:nvPr/>
        </p:nvPicPr>
        <p:blipFill>
          <a:blip r:embed="rId1287"/>
          <a:stretch>
            <a:fillRect/>
          </a:stretch>
        </p:blipFill>
        <p:spPr>
          <a:xfrm>
            <a:off x="4560969" y="1990514"/>
            <a:ext cx="25083" cy="23094"/>
          </a:xfrm>
          <a:prstGeom prst="rect">
            <a:avLst/>
          </a:prstGeom>
        </p:spPr>
      </p:pic>
      <p:pic>
        <p:nvPicPr>
          <p:cNvPr id="1290" name="Image 1287" descr="preencoded.png">    </p:cNvPr>
          <p:cNvPicPr>
            <a:picLocks noChangeAspect="1"/>
          </p:cNvPicPr>
          <p:nvPr/>
        </p:nvPicPr>
        <p:blipFill>
          <a:blip r:embed="rId1288"/>
          <a:stretch>
            <a:fillRect/>
          </a:stretch>
        </p:blipFill>
        <p:spPr>
          <a:xfrm>
            <a:off x="6959225" y="1928907"/>
            <a:ext cx="25861" cy="59053"/>
          </a:xfrm>
          <a:prstGeom prst="rect">
            <a:avLst/>
          </a:prstGeom>
        </p:spPr>
      </p:pic>
      <p:pic>
        <p:nvPicPr>
          <p:cNvPr id="1291" name="Image 1288" descr="preencoded.png">    </p:cNvPr>
          <p:cNvPicPr>
            <a:picLocks noChangeAspect="1"/>
          </p:cNvPicPr>
          <p:nvPr/>
        </p:nvPicPr>
        <p:blipFill>
          <a:blip r:embed="rId1289"/>
          <a:stretch>
            <a:fillRect/>
          </a:stretch>
        </p:blipFill>
        <p:spPr>
          <a:xfrm>
            <a:off x="6962092" y="1931752"/>
            <a:ext cx="38330" cy="56365"/>
          </a:xfrm>
          <a:prstGeom prst="rect">
            <a:avLst/>
          </a:prstGeom>
        </p:spPr>
      </p:pic>
      <p:pic>
        <p:nvPicPr>
          <p:cNvPr id="1292" name="Image 1289" descr="preencoded.png">    </p:cNvPr>
          <p:cNvPicPr>
            <a:picLocks noChangeAspect="1"/>
          </p:cNvPicPr>
          <p:nvPr/>
        </p:nvPicPr>
        <p:blipFill>
          <a:blip r:embed="rId1290"/>
          <a:stretch>
            <a:fillRect/>
          </a:stretch>
        </p:blipFill>
        <p:spPr>
          <a:xfrm>
            <a:off x="6949319" y="1918819"/>
            <a:ext cx="64387" cy="79519"/>
          </a:xfrm>
          <a:prstGeom prst="rect">
            <a:avLst/>
          </a:prstGeom>
        </p:spPr>
      </p:pic>
      <p:pic>
        <p:nvPicPr>
          <p:cNvPr id="1293" name="Image 1290" descr="preencoded.png">    </p:cNvPr>
          <p:cNvPicPr>
            <a:picLocks noChangeAspect="1"/>
          </p:cNvPicPr>
          <p:nvPr/>
        </p:nvPicPr>
        <p:blipFill>
          <a:blip r:embed="rId1291"/>
          <a:stretch>
            <a:fillRect/>
          </a:stretch>
        </p:blipFill>
        <p:spPr>
          <a:xfrm>
            <a:off x="4644814" y="1985404"/>
            <a:ext cx="17859" cy="15329"/>
          </a:xfrm>
          <a:prstGeom prst="rect">
            <a:avLst/>
          </a:prstGeom>
        </p:spPr>
      </p:pic>
      <p:pic>
        <p:nvPicPr>
          <p:cNvPr id="1294" name="Image 1291" descr="preencoded.png">    </p:cNvPr>
          <p:cNvPicPr>
            <a:picLocks noChangeAspect="1"/>
          </p:cNvPicPr>
          <p:nvPr/>
        </p:nvPicPr>
        <p:blipFill>
          <a:blip r:embed="rId1292"/>
          <a:stretch>
            <a:fillRect/>
          </a:stretch>
        </p:blipFill>
        <p:spPr>
          <a:xfrm>
            <a:off x="7212471" y="1962410"/>
            <a:ext cx="35768" cy="33213"/>
          </a:xfrm>
          <a:prstGeom prst="rect">
            <a:avLst/>
          </a:prstGeom>
        </p:spPr>
      </p:pic>
      <p:pic>
        <p:nvPicPr>
          <p:cNvPr id="1295" name="Image 1292" descr="preencoded.png">    </p:cNvPr>
          <p:cNvPicPr>
            <a:picLocks noChangeAspect="1"/>
          </p:cNvPicPr>
          <p:nvPr/>
        </p:nvPicPr>
        <p:blipFill>
          <a:blip r:embed="rId1293"/>
          <a:stretch>
            <a:fillRect/>
          </a:stretch>
        </p:blipFill>
        <p:spPr>
          <a:xfrm>
            <a:off x="5168402" y="1970075"/>
            <a:ext cx="87032" cy="48543"/>
          </a:xfrm>
          <a:prstGeom prst="rect">
            <a:avLst/>
          </a:prstGeom>
        </p:spPr>
      </p:pic>
      <p:pic>
        <p:nvPicPr>
          <p:cNvPr id="1296" name="Image 1293" descr="preencoded.png">    </p:cNvPr>
          <p:cNvPicPr>
            <a:picLocks noChangeAspect="1"/>
          </p:cNvPicPr>
          <p:nvPr/>
        </p:nvPicPr>
        <p:blipFill>
          <a:blip r:embed="rId1294"/>
          <a:stretch>
            <a:fillRect/>
          </a:stretch>
        </p:blipFill>
        <p:spPr>
          <a:xfrm>
            <a:off x="4864534" y="1927903"/>
            <a:ext cx="86866" cy="80495"/>
          </a:xfrm>
          <a:prstGeom prst="rect">
            <a:avLst/>
          </a:prstGeom>
        </p:spPr>
      </p:pic>
      <p:pic>
        <p:nvPicPr>
          <p:cNvPr id="1297" name="Image 1294" descr="preencoded.png">    </p:cNvPr>
          <p:cNvPicPr>
            <a:picLocks noChangeAspect="1"/>
          </p:cNvPicPr>
          <p:nvPr/>
        </p:nvPicPr>
        <p:blipFill>
          <a:blip r:embed="rId1295"/>
          <a:stretch>
            <a:fillRect/>
          </a:stretch>
        </p:blipFill>
        <p:spPr>
          <a:xfrm>
            <a:off x="4619266" y="1980024"/>
            <a:ext cx="20632" cy="28375"/>
          </a:xfrm>
          <a:prstGeom prst="rect">
            <a:avLst/>
          </a:prstGeom>
        </p:spPr>
      </p:pic>
      <p:pic>
        <p:nvPicPr>
          <p:cNvPr id="1298" name="Image 1295" descr="preencoded.png">    </p:cNvPr>
          <p:cNvPicPr>
            <a:picLocks noChangeAspect="1"/>
          </p:cNvPicPr>
          <p:nvPr/>
        </p:nvPicPr>
        <p:blipFill>
          <a:blip r:embed="rId1296"/>
          <a:stretch>
            <a:fillRect/>
          </a:stretch>
        </p:blipFill>
        <p:spPr>
          <a:xfrm>
            <a:off x="4343338" y="1985404"/>
            <a:ext cx="38492" cy="20439"/>
          </a:xfrm>
          <a:prstGeom prst="rect">
            <a:avLst/>
          </a:prstGeom>
        </p:spPr>
      </p:pic>
      <p:pic>
        <p:nvPicPr>
          <p:cNvPr id="1299" name="Image 1296" descr="preencoded.png">    </p:cNvPr>
          <p:cNvPicPr>
            <a:picLocks noChangeAspect="1"/>
          </p:cNvPicPr>
          <p:nvPr/>
        </p:nvPicPr>
        <p:blipFill>
          <a:blip r:embed="rId1297"/>
          <a:stretch>
            <a:fillRect/>
          </a:stretch>
        </p:blipFill>
        <p:spPr>
          <a:xfrm>
            <a:off x="4183153" y="1933673"/>
            <a:ext cx="79861" cy="84672"/>
          </a:xfrm>
          <a:prstGeom prst="rect">
            <a:avLst/>
          </a:prstGeom>
        </p:spPr>
      </p:pic>
      <p:pic>
        <p:nvPicPr>
          <p:cNvPr id="1300" name="Image 1297" descr="preencoded.png">    </p:cNvPr>
          <p:cNvPicPr>
            <a:picLocks noChangeAspect="1"/>
          </p:cNvPicPr>
          <p:nvPr/>
        </p:nvPicPr>
        <p:blipFill>
          <a:blip r:embed="rId1298"/>
          <a:stretch>
            <a:fillRect/>
          </a:stretch>
        </p:blipFill>
        <p:spPr>
          <a:xfrm>
            <a:off x="7306811" y="1924087"/>
            <a:ext cx="28420" cy="74433"/>
          </a:xfrm>
          <a:prstGeom prst="rect">
            <a:avLst/>
          </a:prstGeom>
        </p:spPr>
      </p:pic>
      <p:pic>
        <p:nvPicPr>
          <p:cNvPr id="1301" name="Image 1298" descr="preencoded.png">    </p:cNvPr>
          <p:cNvPicPr>
            <a:picLocks noChangeAspect="1"/>
          </p:cNvPicPr>
          <p:nvPr/>
        </p:nvPicPr>
        <p:blipFill>
          <a:blip r:embed="rId1299"/>
          <a:stretch>
            <a:fillRect/>
          </a:stretch>
        </p:blipFill>
        <p:spPr>
          <a:xfrm>
            <a:off x="4782121" y="1926308"/>
            <a:ext cx="83691" cy="83473"/>
          </a:xfrm>
          <a:prstGeom prst="rect">
            <a:avLst/>
          </a:prstGeom>
        </p:spPr>
      </p:pic>
      <p:pic>
        <p:nvPicPr>
          <p:cNvPr id="1302" name="Image 1299" descr="preencoded.png">    </p:cNvPr>
          <p:cNvPicPr>
            <a:picLocks noChangeAspect="1"/>
          </p:cNvPicPr>
          <p:nvPr/>
        </p:nvPicPr>
        <p:blipFill>
          <a:blip r:embed="rId1300"/>
          <a:stretch>
            <a:fillRect/>
          </a:stretch>
        </p:blipFill>
        <p:spPr>
          <a:xfrm>
            <a:off x="4652479" y="1967520"/>
            <a:ext cx="25549" cy="25505"/>
          </a:xfrm>
          <a:prstGeom prst="rect">
            <a:avLst/>
          </a:prstGeom>
        </p:spPr>
      </p:pic>
      <p:pic>
        <p:nvPicPr>
          <p:cNvPr id="1303" name="Image 1300" descr="preencoded.png">    </p:cNvPr>
          <p:cNvPicPr>
            <a:picLocks noChangeAspect="1"/>
          </p:cNvPicPr>
          <p:nvPr/>
        </p:nvPicPr>
        <p:blipFill>
          <a:blip r:embed="rId1301"/>
          <a:stretch>
            <a:fillRect/>
          </a:stretch>
        </p:blipFill>
        <p:spPr>
          <a:xfrm>
            <a:off x="4501578" y="1977740"/>
            <a:ext cx="15493" cy="35768"/>
          </a:xfrm>
          <a:prstGeom prst="rect">
            <a:avLst/>
          </a:prstGeom>
        </p:spPr>
      </p:pic>
      <p:pic>
        <p:nvPicPr>
          <p:cNvPr id="1304" name="Image 1301" descr="preencoded.png">    </p:cNvPr>
          <p:cNvPicPr>
            <a:picLocks noChangeAspect="1"/>
          </p:cNvPicPr>
          <p:nvPr/>
        </p:nvPicPr>
        <p:blipFill>
          <a:blip r:embed="rId1302"/>
          <a:stretch>
            <a:fillRect/>
          </a:stretch>
        </p:blipFill>
        <p:spPr>
          <a:xfrm>
            <a:off x="3842581" y="1880654"/>
            <a:ext cx="107305" cy="181397"/>
          </a:xfrm>
          <a:prstGeom prst="rect">
            <a:avLst/>
          </a:prstGeom>
        </p:spPr>
      </p:pic>
      <p:pic>
        <p:nvPicPr>
          <p:cNvPr id="1305" name="Image 1302" descr="preencoded.png">    </p:cNvPr>
          <p:cNvPicPr>
            <a:picLocks noChangeAspect="1"/>
          </p:cNvPicPr>
          <p:nvPr/>
        </p:nvPicPr>
        <p:blipFill>
          <a:blip r:embed="rId1303"/>
          <a:stretch>
            <a:fillRect/>
          </a:stretch>
        </p:blipFill>
        <p:spPr>
          <a:xfrm>
            <a:off x="4593665" y="1967520"/>
            <a:ext cx="12826" cy="38323"/>
          </a:xfrm>
          <a:prstGeom prst="rect">
            <a:avLst/>
          </a:prstGeom>
        </p:spPr>
      </p:pic>
      <p:pic>
        <p:nvPicPr>
          <p:cNvPr id="1306" name="Image 1303" descr="preencoded.png">    </p:cNvPr>
          <p:cNvPicPr>
            <a:picLocks noChangeAspect="1"/>
          </p:cNvPicPr>
          <p:nvPr/>
        </p:nvPicPr>
        <p:blipFill>
          <a:blip r:embed="rId1304"/>
          <a:stretch>
            <a:fillRect/>
          </a:stretch>
        </p:blipFill>
        <p:spPr>
          <a:xfrm>
            <a:off x="4289686" y="1977732"/>
            <a:ext cx="68982" cy="24279"/>
          </a:xfrm>
          <a:prstGeom prst="rect">
            <a:avLst/>
          </a:prstGeom>
        </p:spPr>
      </p:pic>
      <p:pic>
        <p:nvPicPr>
          <p:cNvPr id="1307" name="Image 1304" descr="preencoded.png">    </p:cNvPr>
          <p:cNvPicPr>
            <a:picLocks noChangeAspect="1"/>
          </p:cNvPicPr>
          <p:nvPr/>
        </p:nvPicPr>
        <p:blipFill>
          <a:blip r:embed="rId1305"/>
          <a:stretch>
            <a:fillRect/>
          </a:stretch>
        </p:blipFill>
        <p:spPr>
          <a:xfrm>
            <a:off x="7716336" y="1499121"/>
            <a:ext cx="270056" cy="72990"/>
          </a:xfrm>
          <a:prstGeom prst="rect">
            <a:avLst/>
          </a:prstGeom>
        </p:spPr>
      </p:pic>
      <p:pic>
        <p:nvPicPr>
          <p:cNvPr id="1308" name="Image 1305" descr="preencoded.png">    </p:cNvPr>
          <p:cNvPicPr>
            <a:picLocks noChangeAspect="1"/>
          </p:cNvPicPr>
          <p:nvPr/>
        </p:nvPicPr>
        <p:blipFill>
          <a:blip r:embed="rId1306"/>
          <a:stretch>
            <a:fillRect/>
          </a:stretch>
        </p:blipFill>
        <p:spPr>
          <a:xfrm>
            <a:off x="6576306" y="1517861"/>
            <a:ext cx="168622" cy="7665"/>
          </a:xfrm>
          <a:prstGeom prst="rect">
            <a:avLst/>
          </a:prstGeom>
        </p:spPr>
      </p:pic>
      <p:pic>
        <p:nvPicPr>
          <p:cNvPr id="1309" name="Image 1306" descr="preencoded.png">    </p:cNvPr>
          <p:cNvPicPr>
            <a:picLocks noChangeAspect="1"/>
          </p:cNvPicPr>
          <p:nvPr/>
        </p:nvPicPr>
        <p:blipFill>
          <a:blip r:embed="rId1307"/>
          <a:stretch>
            <a:fillRect/>
          </a:stretch>
        </p:blipFill>
        <p:spPr>
          <a:xfrm>
            <a:off x="6576306" y="1514990"/>
            <a:ext cx="171177" cy="13406"/>
          </a:xfrm>
          <a:prstGeom prst="rect">
            <a:avLst/>
          </a:prstGeom>
        </p:spPr>
      </p:pic>
      <p:pic>
        <p:nvPicPr>
          <p:cNvPr id="1310" name="Image 1307" descr="preencoded.png">    </p:cNvPr>
          <p:cNvPicPr>
            <a:picLocks noChangeAspect="1"/>
          </p:cNvPicPr>
          <p:nvPr/>
        </p:nvPicPr>
        <p:blipFill>
          <a:blip r:embed="rId1308"/>
          <a:stretch>
            <a:fillRect/>
          </a:stretch>
        </p:blipFill>
        <p:spPr>
          <a:xfrm>
            <a:off x="6704050" y="1538382"/>
            <a:ext cx="43422" cy="35686"/>
          </a:xfrm>
          <a:prstGeom prst="rect">
            <a:avLst/>
          </a:prstGeom>
        </p:spPr>
      </p:pic>
      <p:pic>
        <p:nvPicPr>
          <p:cNvPr id="1311" name="Image 1308" descr="preencoded.png">    </p:cNvPr>
          <p:cNvPicPr>
            <a:picLocks noChangeAspect="1"/>
          </p:cNvPicPr>
          <p:nvPr/>
        </p:nvPicPr>
        <p:blipFill>
          <a:blip r:embed="rId1309"/>
          <a:stretch>
            <a:fillRect/>
          </a:stretch>
        </p:blipFill>
        <p:spPr>
          <a:xfrm>
            <a:off x="6576306" y="1540695"/>
            <a:ext cx="99634" cy="13095"/>
          </a:xfrm>
          <a:prstGeom prst="rect">
            <a:avLst/>
          </a:prstGeom>
        </p:spPr>
      </p:pic>
      <p:pic>
        <p:nvPicPr>
          <p:cNvPr id="1312" name="Image 1309" descr="preencoded.png">    </p:cNvPr>
          <p:cNvPicPr>
            <a:picLocks noChangeAspect="1"/>
          </p:cNvPicPr>
          <p:nvPr/>
        </p:nvPicPr>
        <p:blipFill>
          <a:blip r:embed="rId1310"/>
          <a:stretch>
            <a:fillRect/>
          </a:stretch>
        </p:blipFill>
        <p:spPr>
          <a:xfrm>
            <a:off x="6704005" y="1555983"/>
            <a:ext cx="31718" cy="28307"/>
          </a:xfrm>
          <a:prstGeom prst="rect">
            <a:avLst/>
          </a:prstGeom>
        </p:spPr>
      </p:pic>
      <p:pic>
        <p:nvPicPr>
          <p:cNvPr id="1313" name="Image 1310" descr="preencoded.png">    </p:cNvPr>
          <p:cNvPicPr>
            <a:picLocks noChangeAspect="1"/>
          </p:cNvPicPr>
          <p:nvPr/>
        </p:nvPicPr>
        <p:blipFill>
          <a:blip r:embed="rId1311"/>
          <a:stretch>
            <a:fillRect/>
          </a:stretch>
        </p:blipFill>
        <p:spPr>
          <a:xfrm>
            <a:off x="6690983" y="1542584"/>
            <a:ext cx="54097" cy="52073"/>
          </a:xfrm>
          <a:prstGeom prst="rect">
            <a:avLst/>
          </a:prstGeom>
        </p:spPr>
      </p:pic>
      <p:pic>
        <p:nvPicPr>
          <p:cNvPr id="1314" name="Image 1311" descr="preencoded.png">    </p:cNvPr>
          <p:cNvPicPr>
            <a:picLocks noChangeAspect="1"/>
          </p:cNvPicPr>
          <p:nvPr/>
        </p:nvPicPr>
        <p:blipFill>
          <a:blip r:embed="rId1312"/>
          <a:stretch>
            <a:fillRect/>
          </a:stretch>
        </p:blipFill>
        <p:spPr>
          <a:xfrm>
            <a:off x="6686607" y="1530623"/>
            <a:ext cx="63763" cy="68953"/>
          </a:xfrm>
          <a:prstGeom prst="rect">
            <a:avLst/>
          </a:prstGeom>
        </p:spPr>
      </p:pic>
      <p:pic>
        <p:nvPicPr>
          <p:cNvPr id="1315" name="Image 1312" descr="preencoded.png">    </p:cNvPr>
          <p:cNvPicPr>
            <a:picLocks noChangeAspect="1"/>
          </p:cNvPicPr>
          <p:nvPr/>
        </p:nvPicPr>
        <p:blipFill>
          <a:blip r:embed="rId1313"/>
          <a:stretch>
            <a:fillRect/>
          </a:stretch>
        </p:blipFill>
        <p:spPr>
          <a:xfrm>
            <a:off x="6318262" y="1538300"/>
            <a:ext cx="224830" cy="48862"/>
          </a:xfrm>
          <a:prstGeom prst="rect">
            <a:avLst/>
          </a:prstGeom>
        </p:spPr>
      </p:pic>
      <p:pic>
        <p:nvPicPr>
          <p:cNvPr id="1316" name="Image 1313" descr="preencoded.png">    </p:cNvPr>
          <p:cNvPicPr>
            <a:picLocks noChangeAspect="1"/>
          </p:cNvPicPr>
          <p:nvPr/>
        </p:nvPicPr>
        <p:blipFill>
          <a:blip r:embed="rId1314"/>
          <a:stretch>
            <a:fillRect/>
          </a:stretch>
        </p:blipFill>
        <p:spPr>
          <a:xfrm>
            <a:off x="7071953" y="1561294"/>
            <a:ext cx="326810" cy="160958"/>
          </a:xfrm>
          <a:prstGeom prst="rect">
            <a:avLst/>
          </a:prstGeom>
        </p:spPr>
      </p:pic>
      <p:pic>
        <p:nvPicPr>
          <p:cNvPr id="1317" name="Image 1314" descr="preencoded.png">    </p:cNvPr>
          <p:cNvPicPr>
            <a:picLocks noChangeAspect="1"/>
          </p:cNvPicPr>
          <p:nvPr/>
        </p:nvPicPr>
        <p:blipFill>
          <a:blip r:embed="rId1315"/>
          <a:stretch>
            <a:fillRect/>
          </a:stretch>
        </p:blipFill>
        <p:spPr>
          <a:xfrm>
            <a:off x="7157379" y="1607282"/>
            <a:ext cx="152177" cy="125189"/>
          </a:xfrm>
          <a:prstGeom prst="rect">
            <a:avLst/>
          </a:prstGeom>
        </p:spPr>
      </p:pic>
      <p:pic>
        <p:nvPicPr>
          <p:cNvPr id="1318" name="Image 1315" descr="preencoded.png">    </p:cNvPr>
          <p:cNvPicPr>
            <a:picLocks noChangeAspect="1"/>
          </p:cNvPicPr>
          <p:nvPr/>
        </p:nvPicPr>
        <p:blipFill>
          <a:blip r:embed="rId1316"/>
          <a:stretch>
            <a:fillRect/>
          </a:stretch>
        </p:blipFill>
        <p:spPr>
          <a:xfrm>
            <a:off x="7112831" y="1581733"/>
            <a:ext cx="112415" cy="260598"/>
          </a:xfrm>
          <a:prstGeom prst="rect">
            <a:avLst/>
          </a:prstGeom>
        </p:spPr>
      </p:pic>
      <p:pic>
        <p:nvPicPr>
          <p:cNvPr id="1319" name="Image 1316" descr="preencoded.png">    </p:cNvPr>
          <p:cNvPicPr>
            <a:picLocks noChangeAspect="1"/>
          </p:cNvPicPr>
          <p:nvPr/>
        </p:nvPicPr>
        <p:blipFill>
          <a:blip r:embed="rId1317"/>
          <a:stretch>
            <a:fillRect/>
          </a:stretch>
        </p:blipFill>
        <p:spPr>
          <a:xfrm>
            <a:off x="7225246" y="1706922"/>
            <a:ext cx="38639" cy="127744"/>
          </a:xfrm>
          <a:prstGeom prst="rect">
            <a:avLst/>
          </a:prstGeom>
        </p:spPr>
      </p:pic>
      <p:pic>
        <p:nvPicPr>
          <p:cNvPr id="1320" name="Image 1317" descr="preencoded.png">    </p:cNvPr>
          <p:cNvPicPr>
            <a:picLocks noChangeAspect="1"/>
          </p:cNvPicPr>
          <p:nvPr/>
        </p:nvPicPr>
        <p:blipFill>
          <a:blip r:embed="rId1318"/>
          <a:stretch>
            <a:fillRect/>
          </a:stretch>
        </p:blipFill>
        <p:spPr>
          <a:xfrm>
            <a:off x="7046398" y="1517861"/>
            <a:ext cx="377940" cy="340057"/>
          </a:xfrm>
          <a:prstGeom prst="rect">
            <a:avLst/>
          </a:prstGeom>
        </p:spPr>
      </p:pic>
      <p:pic>
        <p:nvPicPr>
          <p:cNvPr id="1321" name="Image 1318" descr="preencoded.png">    </p:cNvPr>
          <p:cNvPicPr>
            <a:picLocks noChangeAspect="1"/>
          </p:cNvPicPr>
          <p:nvPr/>
        </p:nvPicPr>
        <p:blipFill>
          <a:blip r:embed="rId1319"/>
          <a:stretch>
            <a:fillRect/>
          </a:stretch>
        </p:blipFill>
        <p:spPr>
          <a:xfrm>
            <a:off x="5993792" y="1568959"/>
            <a:ext cx="252933" cy="5429"/>
          </a:xfrm>
          <a:prstGeom prst="rect">
            <a:avLst/>
          </a:prstGeom>
        </p:spPr>
      </p:pic>
      <p:pic>
        <p:nvPicPr>
          <p:cNvPr id="1322" name="Image 1319" descr="preencoded.png">    </p:cNvPr>
          <p:cNvPicPr>
            <a:picLocks noChangeAspect="1"/>
          </p:cNvPicPr>
          <p:nvPr/>
        </p:nvPicPr>
        <p:blipFill>
          <a:blip r:embed="rId1320"/>
          <a:stretch>
            <a:fillRect/>
          </a:stretch>
        </p:blipFill>
        <p:spPr>
          <a:xfrm>
            <a:off x="6310597" y="1535745"/>
            <a:ext cx="232495" cy="56207"/>
          </a:xfrm>
          <a:prstGeom prst="rect">
            <a:avLst/>
          </a:prstGeom>
        </p:spPr>
      </p:pic>
      <p:pic>
        <p:nvPicPr>
          <p:cNvPr id="1323" name="Image 1320" descr="preencoded.png">    </p:cNvPr>
          <p:cNvPicPr>
            <a:picLocks noChangeAspect="1"/>
          </p:cNvPicPr>
          <p:nvPr/>
        </p:nvPicPr>
        <p:blipFill>
          <a:blip r:embed="rId1321"/>
          <a:stretch>
            <a:fillRect/>
          </a:stretch>
        </p:blipFill>
        <p:spPr>
          <a:xfrm>
            <a:off x="7713254" y="1556184"/>
            <a:ext cx="5084" cy="76646"/>
          </a:xfrm>
          <a:prstGeom prst="rect">
            <a:avLst/>
          </a:prstGeom>
        </p:spPr>
      </p:pic>
      <p:pic>
        <p:nvPicPr>
          <p:cNvPr id="1324" name="Image 1321" descr="preencoded.png">    </p:cNvPr>
          <p:cNvPicPr>
            <a:picLocks noChangeAspect="1"/>
          </p:cNvPicPr>
          <p:nvPr/>
        </p:nvPicPr>
        <p:blipFill>
          <a:blip r:embed="rId1322"/>
          <a:stretch>
            <a:fillRect/>
          </a:stretch>
        </p:blipFill>
        <p:spPr>
          <a:xfrm>
            <a:off x="7984046" y="1556184"/>
            <a:ext cx="5425" cy="74092"/>
          </a:xfrm>
          <a:prstGeom prst="rect">
            <a:avLst/>
          </a:prstGeom>
        </p:spPr>
      </p:pic>
      <p:pic>
        <p:nvPicPr>
          <p:cNvPr id="1325" name="Image 1322" descr="preencoded.png">    </p:cNvPr>
          <p:cNvPicPr>
            <a:picLocks noChangeAspect="1"/>
          </p:cNvPicPr>
          <p:nvPr/>
        </p:nvPicPr>
        <p:blipFill>
          <a:blip r:embed="rId1323"/>
          <a:stretch>
            <a:fillRect/>
          </a:stretch>
        </p:blipFill>
        <p:spPr>
          <a:xfrm>
            <a:off x="7942963" y="1604295"/>
            <a:ext cx="18125" cy="17791"/>
          </a:xfrm>
          <a:prstGeom prst="rect">
            <a:avLst/>
          </a:prstGeom>
        </p:spPr>
      </p:pic>
      <p:pic>
        <p:nvPicPr>
          <p:cNvPr id="1326" name="Image 1323" descr="preencoded.png">    </p:cNvPr>
          <p:cNvPicPr>
            <a:picLocks noChangeAspect="1"/>
          </p:cNvPicPr>
          <p:nvPr/>
        </p:nvPicPr>
        <p:blipFill>
          <a:blip r:embed="rId1324"/>
          <a:stretch>
            <a:fillRect/>
          </a:stretch>
        </p:blipFill>
        <p:spPr>
          <a:xfrm>
            <a:off x="7715471" y="1558739"/>
            <a:ext cx="271442" cy="107838"/>
          </a:xfrm>
          <a:prstGeom prst="rect">
            <a:avLst/>
          </a:prstGeom>
        </p:spPr>
      </p:pic>
      <p:pic>
        <p:nvPicPr>
          <p:cNvPr id="1327" name="Image 1324" descr="preencoded.png">    </p:cNvPr>
          <p:cNvPicPr>
            <a:picLocks noChangeAspect="1"/>
          </p:cNvPicPr>
          <p:nvPr/>
        </p:nvPicPr>
        <p:blipFill>
          <a:blip r:embed="rId1325"/>
          <a:stretch>
            <a:fillRect/>
          </a:stretch>
        </p:blipFill>
        <p:spPr>
          <a:xfrm>
            <a:off x="6078103" y="1581733"/>
            <a:ext cx="214908" cy="38483"/>
          </a:xfrm>
          <a:prstGeom prst="rect">
            <a:avLst/>
          </a:prstGeom>
        </p:spPr>
      </p:pic>
      <p:pic>
        <p:nvPicPr>
          <p:cNvPr id="1328" name="Image 1325" descr="preencoded.png">    </p:cNvPr>
          <p:cNvPicPr>
            <a:picLocks noChangeAspect="1"/>
          </p:cNvPicPr>
          <p:nvPr/>
        </p:nvPicPr>
        <p:blipFill>
          <a:blip r:embed="rId1326"/>
          <a:stretch>
            <a:fillRect/>
          </a:stretch>
        </p:blipFill>
        <p:spPr>
          <a:xfrm>
            <a:off x="6397464" y="1612391"/>
            <a:ext cx="204390" cy="10219"/>
          </a:xfrm>
          <a:prstGeom prst="rect">
            <a:avLst/>
          </a:prstGeom>
        </p:spPr>
      </p:pic>
      <p:pic>
        <p:nvPicPr>
          <p:cNvPr id="1329" name="Image 1326" descr="preencoded.png">    </p:cNvPr>
          <p:cNvPicPr>
            <a:picLocks noChangeAspect="1"/>
          </p:cNvPicPr>
          <p:nvPr/>
        </p:nvPicPr>
        <p:blipFill>
          <a:blip r:embed="rId1327"/>
          <a:stretch>
            <a:fillRect/>
          </a:stretch>
        </p:blipFill>
        <p:spPr>
          <a:xfrm>
            <a:off x="6001732" y="1599592"/>
            <a:ext cx="54699" cy="56233"/>
          </a:xfrm>
          <a:prstGeom prst="rect">
            <a:avLst/>
          </a:prstGeom>
        </p:spPr>
      </p:pic>
      <p:pic>
        <p:nvPicPr>
          <p:cNvPr id="1330" name="Image 1327" descr="preencoded.png">    </p:cNvPr>
          <p:cNvPicPr>
            <a:picLocks noChangeAspect="1"/>
          </p:cNvPicPr>
          <p:nvPr/>
        </p:nvPicPr>
        <p:blipFill>
          <a:blip r:embed="rId1328"/>
          <a:stretch>
            <a:fillRect/>
          </a:stretch>
        </p:blipFill>
        <p:spPr>
          <a:xfrm>
            <a:off x="6078103" y="1635066"/>
            <a:ext cx="183952" cy="8144"/>
          </a:xfrm>
          <a:prstGeom prst="rect">
            <a:avLst/>
          </a:prstGeom>
        </p:spPr>
      </p:pic>
      <p:pic>
        <p:nvPicPr>
          <p:cNvPr id="1331" name="Image 1328" descr="preencoded.png">    </p:cNvPr>
          <p:cNvPicPr>
            <a:picLocks noChangeAspect="1"/>
          </p:cNvPicPr>
          <p:nvPr/>
        </p:nvPicPr>
        <p:blipFill>
          <a:blip r:embed="rId1329"/>
          <a:stretch>
            <a:fillRect/>
          </a:stretch>
        </p:blipFill>
        <p:spPr>
          <a:xfrm>
            <a:off x="6834349" y="1616355"/>
            <a:ext cx="178842" cy="90567"/>
          </a:xfrm>
          <a:prstGeom prst="rect">
            <a:avLst/>
          </a:prstGeom>
        </p:spPr>
      </p:pic>
      <p:pic>
        <p:nvPicPr>
          <p:cNvPr id="1332" name="Image 1329" descr="preencoded.png">    </p:cNvPr>
          <p:cNvPicPr>
            <a:picLocks noChangeAspect="1"/>
          </p:cNvPicPr>
          <p:nvPr/>
        </p:nvPicPr>
        <p:blipFill>
          <a:blip r:embed="rId1330"/>
          <a:stretch>
            <a:fillRect/>
          </a:stretch>
        </p:blipFill>
        <p:spPr>
          <a:xfrm>
            <a:off x="6078103" y="1633040"/>
            <a:ext cx="214610" cy="12509"/>
          </a:xfrm>
          <a:prstGeom prst="rect">
            <a:avLst/>
          </a:prstGeom>
        </p:spPr>
      </p:pic>
      <p:pic>
        <p:nvPicPr>
          <p:cNvPr id="1333" name="Image 1330" descr="preencoded.png">    </p:cNvPr>
          <p:cNvPicPr>
            <a:picLocks noChangeAspect="1"/>
          </p:cNvPicPr>
          <p:nvPr/>
        </p:nvPicPr>
        <p:blipFill>
          <a:blip r:embed="rId1331"/>
          <a:stretch>
            <a:fillRect/>
          </a:stretch>
        </p:blipFill>
        <p:spPr>
          <a:xfrm>
            <a:off x="6320811" y="1607282"/>
            <a:ext cx="54376" cy="56053"/>
          </a:xfrm>
          <a:prstGeom prst="rect">
            <a:avLst/>
          </a:prstGeom>
        </p:spPr>
      </p:pic>
      <p:pic>
        <p:nvPicPr>
          <p:cNvPr id="1334" name="Image 1331" descr="preencoded.png">    </p:cNvPr>
          <p:cNvPicPr>
            <a:picLocks noChangeAspect="1"/>
          </p:cNvPicPr>
          <p:nvPr/>
        </p:nvPicPr>
        <p:blipFill>
          <a:blip r:embed="rId1332"/>
          <a:stretch>
            <a:fillRect/>
          </a:stretch>
        </p:blipFill>
        <p:spPr>
          <a:xfrm>
            <a:off x="6397464" y="1640495"/>
            <a:ext cx="204390" cy="10219"/>
          </a:xfrm>
          <a:prstGeom prst="rect">
            <a:avLst/>
          </a:prstGeom>
        </p:spPr>
      </p:pic>
      <p:pic>
        <p:nvPicPr>
          <p:cNvPr id="1335" name="Image 1332" descr="preencoded.png">    </p:cNvPr>
          <p:cNvPicPr>
            <a:picLocks noChangeAspect="1"/>
          </p:cNvPicPr>
          <p:nvPr/>
        </p:nvPicPr>
        <p:blipFill>
          <a:blip r:embed="rId1333"/>
          <a:stretch>
            <a:fillRect/>
          </a:stretch>
        </p:blipFill>
        <p:spPr>
          <a:xfrm>
            <a:off x="6397464" y="1666044"/>
            <a:ext cx="148183" cy="10219"/>
          </a:xfrm>
          <a:prstGeom prst="rect">
            <a:avLst/>
          </a:prstGeom>
        </p:spPr>
      </p:pic>
      <p:pic>
        <p:nvPicPr>
          <p:cNvPr id="1336" name="Image 1333" descr="preencoded.png">    </p:cNvPr>
          <p:cNvPicPr>
            <a:picLocks noChangeAspect="1"/>
          </p:cNvPicPr>
          <p:nvPr/>
        </p:nvPicPr>
        <p:blipFill>
          <a:blip r:embed="rId1334"/>
          <a:stretch>
            <a:fillRect/>
          </a:stretch>
        </p:blipFill>
        <p:spPr>
          <a:xfrm>
            <a:off x="6571190" y="1694187"/>
            <a:ext cx="27614" cy="25510"/>
          </a:xfrm>
          <a:prstGeom prst="rect">
            <a:avLst/>
          </a:prstGeom>
        </p:spPr>
      </p:pic>
      <p:pic>
        <p:nvPicPr>
          <p:cNvPr id="1337" name="Image 1334" descr="preencoded.png">    </p:cNvPr>
          <p:cNvPicPr>
            <a:picLocks noChangeAspect="1"/>
          </p:cNvPicPr>
          <p:nvPr/>
        </p:nvPicPr>
        <p:blipFill>
          <a:blip r:embed="rId1335"/>
          <a:stretch>
            <a:fillRect/>
          </a:stretch>
        </p:blipFill>
        <p:spPr>
          <a:xfrm>
            <a:off x="6577674" y="1696550"/>
            <a:ext cx="16516" cy="18041"/>
          </a:xfrm>
          <a:prstGeom prst="rect">
            <a:avLst/>
          </a:prstGeom>
        </p:spPr>
      </p:pic>
      <p:pic>
        <p:nvPicPr>
          <p:cNvPr id="1338" name="Image 1335" descr="preencoded.png">    </p:cNvPr>
          <p:cNvPicPr>
            <a:picLocks noChangeAspect="1"/>
          </p:cNvPicPr>
          <p:nvPr/>
        </p:nvPicPr>
        <p:blipFill>
          <a:blip r:embed="rId1336"/>
          <a:stretch>
            <a:fillRect/>
          </a:stretch>
        </p:blipFill>
        <p:spPr>
          <a:xfrm>
            <a:off x="6402078" y="1690892"/>
            <a:ext cx="21289" cy="20904"/>
          </a:xfrm>
          <a:prstGeom prst="rect">
            <a:avLst/>
          </a:prstGeom>
        </p:spPr>
      </p:pic>
      <p:pic>
        <p:nvPicPr>
          <p:cNvPr id="1339" name="Image 1336" descr="preencoded.png">    </p:cNvPr>
          <p:cNvPicPr>
            <a:picLocks noChangeAspect="1"/>
          </p:cNvPicPr>
          <p:nvPr/>
        </p:nvPicPr>
        <p:blipFill>
          <a:blip r:embed="rId1337"/>
          <a:stretch>
            <a:fillRect/>
          </a:stretch>
        </p:blipFill>
        <p:spPr>
          <a:xfrm>
            <a:off x="6522627" y="1695103"/>
            <a:ext cx="22410" cy="26908"/>
          </a:xfrm>
          <a:prstGeom prst="rect">
            <a:avLst/>
          </a:prstGeom>
        </p:spPr>
      </p:pic>
      <p:pic>
        <p:nvPicPr>
          <p:cNvPr id="1340" name="Image 1337" descr="preencoded.png">    </p:cNvPr>
          <p:cNvPicPr>
            <a:picLocks noChangeAspect="1"/>
          </p:cNvPicPr>
          <p:nvPr/>
        </p:nvPicPr>
        <p:blipFill>
          <a:blip r:embed="rId1338"/>
          <a:stretch>
            <a:fillRect/>
          </a:stretch>
        </p:blipFill>
        <p:spPr>
          <a:xfrm>
            <a:off x="6525831" y="1700504"/>
            <a:ext cx="17579" cy="17154"/>
          </a:xfrm>
          <a:prstGeom prst="rect">
            <a:avLst/>
          </a:prstGeom>
        </p:spPr>
      </p:pic>
      <p:pic>
        <p:nvPicPr>
          <p:cNvPr id="1341" name="Image 1338" descr="preencoded.png">    </p:cNvPr>
          <p:cNvPicPr>
            <a:picLocks noChangeAspect="1"/>
          </p:cNvPicPr>
          <p:nvPr/>
        </p:nvPicPr>
        <p:blipFill>
          <a:blip r:embed="rId1339"/>
          <a:stretch>
            <a:fillRect/>
          </a:stretch>
        </p:blipFill>
        <p:spPr>
          <a:xfrm>
            <a:off x="6489440" y="1689038"/>
            <a:ext cx="17884" cy="30659"/>
          </a:xfrm>
          <a:prstGeom prst="rect">
            <a:avLst/>
          </a:prstGeom>
        </p:spPr>
      </p:pic>
      <p:pic>
        <p:nvPicPr>
          <p:cNvPr id="1342" name="Image 1339" descr="preencoded.png">    </p:cNvPr>
          <p:cNvPicPr>
            <a:picLocks noChangeAspect="1"/>
          </p:cNvPicPr>
          <p:nvPr/>
        </p:nvPicPr>
        <p:blipFill>
          <a:blip r:embed="rId1340"/>
          <a:stretch>
            <a:fillRect/>
          </a:stretch>
        </p:blipFill>
        <p:spPr>
          <a:xfrm>
            <a:off x="6514700" y="1681006"/>
            <a:ext cx="91759" cy="51503"/>
          </a:xfrm>
          <a:prstGeom prst="rect">
            <a:avLst/>
          </a:prstGeom>
        </p:spPr>
      </p:pic>
      <p:pic>
        <p:nvPicPr>
          <p:cNvPr id="1343" name="Image 1340" descr="preencoded.png">    </p:cNvPr>
          <p:cNvPicPr>
            <a:picLocks noChangeAspect="1"/>
          </p:cNvPicPr>
          <p:nvPr/>
        </p:nvPicPr>
        <p:blipFill>
          <a:blip r:embed="rId1341"/>
          <a:stretch>
            <a:fillRect/>
          </a:stretch>
        </p:blipFill>
        <p:spPr>
          <a:xfrm>
            <a:off x="6479220" y="1704333"/>
            <a:ext cx="7817" cy="17918"/>
          </a:xfrm>
          <a:prstGeom prst="rect">
            <a:avLst/>
          </a:prstGeom>
        </p:spPr>
      </p:pic>
      <p:pic>
        <p:nvPicPr>
          <p:cNvPr id="1344" name="Image 1341" descr="preencoded.png">    </p:cNvPr>
          <p:cNvPicPr>
            <a:picLocks noChangeAspect="1"/>
          </p:cNvPicPr>
          <p:nvPr/>
        </p:nvPicPr>
        <p:blipFill>
          <a:blip r:embed="rId1342"/>
          <a:stretch>
            <a:fillRect/>
          </a:stretch>
        </p:blipFill>
        <p:spPr>
          <a:xfrm>
            <a:off x="6300372" y="1591953"/>
            <a:ext cx="322085" cy="145629"/>
          </a:xfrm>
          <a:prstGeom prst="rect">
            <a:avLst/>
          </a:prstGeom>
        </p:spPr>
      </p:pic>
      <p:pic>
        <p:nvPicPr>
          <p:cNvPr id="1345" name="Image 1342" descr="preencoded.png">    </p:cNvPr>
          <p:cNvPicPr>
            <a:picLocks noChangeAspect="1"/>
          </p:cNvPicPr>
          <p:nvPr/>
        </p:nvPicPr>
        <p:blipFill>
          <a:blip r:embed="rId1343"/>
          <a:stretch>
            <a:fillRect/>
          </a:stretch>
        </p:blipFill>
        <p:spPr>
          <a:xfrm>
            <a:off x="6077993" y="1660934"/>
            <a:ext cx="214721" cy="10240"/>
          </a:xfrm>
          <a:prstGeom prst="rect">
            <a:avLst/>
          </a:prstGeom>
        </p:spPr>
      </p:pic>
      <p:pic>
        <p:nvPicPr>
          <p:cNvPr id="1346" name="Image 1343" descr="preencoded.png">    </p:cNvPr>
          <p:cNvPicPr>
            <a:picLocks noChangeAspect="1"/>
          </p:cNvPicPr>
          <p:nvPr/>
        </p:nvPicPr>
        <p:blipFill>
          <a:blip r:embed="rId1344"/>
          <a:stretch>
            <a:fillRect/>
          </a:stretch>
        </p:blipFill>
        <p:spPr>
          <a:xfrm>
            <a:off x="6834349" y="1658219"/>
            <a:ext cx="155848" cy="7825"/>
          </a:xfrm>
          <a:prstGeom prst="rect">
            <a:avLst/>
          </a:prstGeom>
        </p:spPr>
      </p:pic>
      <p:pic>
        <p:nvPicPr>
          <p:cNvPr id="1347" name="Image 1344" descr="preencoded.png">    </p:cNvPr>
          <p:cNvPicPr>
            <a:picLocks noChangeAspect="1"/>
          </p:cNvPicPr>
          <p:nvPr/>
        </p:nvPicPr>
        <p:blipFill>
          <a:blip r:embed="rId1345"/>
          <a:stretch>
            <a:fillRect/>
          </a:stretch>
        </p:blipFill>
        <p:spPr>
          <a:xfrm>
            <a:off x="7455191" y="1658219"/>
            <a:ext cx="155842" cy="7985"/>
          </a:xfrm>
          <a:prstGeom prst="rect">
            <a:avLst/>
          </a:prstGeom>
        </p:spPr>
      </p:pic>
      <p:pic>
        <p:nvPicPr>
          <p:cNvPr id="1348" name="Image 1345" descr="preencoded.png">    </p:cNvPr>
          <p:cNvPicPr>
            <a:picLocks noChangeAspect="1"/>
          </p:cNvPicPr>
          <p:nvPr/>
        </p:nvPicPr>
        <p:blipFill>
          <a:blip r:embed="rId1346"/>
          <a:stretch>
            <a:fillRect/>
          </a:stretch>
        </p:blipFill>
        <p:spPr>
          <a:xfrm>
            <a:off x="6077993" y="1686483"/>
            <a:ext cx="104861" cy="10380"/>
          </a:xfrm>
          <a:prstGeom prst="rect">
            <a:avLst/>
          </a:prstGeom>
        </p:spPr>
      </p:pic>
      <p:pic>
        <p:nvPicPr>
          <p:cNvPr id="1349" name="Image 1346" descr="preencoded.png">    </p:cNvPr>
          <p:cNvPicPr>
            <a:picLocks noChangeAspect="1"/>
          </p:cNvPicPr>
          <p:nvPr/>
        </p:nvPicPr>
        <p:blipFill>
          <a:blip r:embed="rId1347"/>
          <a:stretch>
            <a:fillRect/>
          </a:stretch>
        </p:blipFill>
        <p:spPr>
          <a:xfrm>
            <a:off x="5991238" y="1579196"/>
            <a:ext cx="301476" cy="209483"/>
          </a:xfrm>
          <a:prstGeom prst="rect">
            <a:avLst/>
          </a:prstGeom>
        </p:spPr>
      </p:pic>
      <p:pic>
        <p:nvPicPr>
          <p:cNvPr id="1350" name="Image 1347" descr="preencoded.png">    </p:cNvPr>
          <p:cNvPicPr>
            <a:picLocks noChangeAspect="1"/>
          </p:cNvPicPr>
          <p:nvPr/>
        </p:nvPicPr>
        <p:blipFill>
          <a:blip r:embed="rId1348"/>
          <a:stretch>
            <a:fillRect/>
          </a:stretch>
        </p:blipFill>
        <p:spPr>
          <a:xfrm>
            <a:off x="6834349" y="1666044"/>
            <a:ext cx="157752" cy="5110"/>
          </a:xfrm>
          <a:prstGeom prst="rect">
            <a:avLst/>
          </a:prstGeom>
        </p:spPr>
      </p:pic>
      <p:pic>
        <p:nvPicPr>
          <p:cNvPr id="1351" name="Image 1348" descr="preencoded.png">    </p:cNvPr>
          <p:cNvPicPr>
            <a:picLocks noChangeAspect="1"/>
          </p:cNvPicPr>
          <p:nvPr/>
        </p:nvPicPr>
        <p:blipFill>
          <a:blip r:embed="rId1349"/>
          <a:stretch>
            <a:fillRect/>
          </a:stretch>
        </p:blipFill>
        <p:spPr>
          <a:xfrm>
            <a:off x="6164969" y="1714013"/>
            <a:ext cx="24335" cy="26123"/>
          </a:xfrm>
          <a:prstGeom prst="rect">
            <a:avLst/>
          </a:prstGeom>
        </p:spPr>
      </p:pic>
      <p:pic>
        <p:nvPicPr>
          <p:cNvPr id="1352" name="Image 1349" descr="preencoded.png">    </p:cNvPr>
          <p:cNvPicPr>
            <a:picLocks noChangeAspect="1"/>
          </p:cNvPicPr>
          <p:nvPr/>
        </p:nvPicPr>
        <p:blipFill>
          <a:blip r:embed="rId1350"/>
          <a:stretch>
            <a:fillRect/>
          </a:stretch>
        </p:blipFill>
        <p:spPr>
          <a:xfrm>
            <a:off x="6159771" y="1711875"/>
            <a:ext cx="33318" cy="34715"/>
          </a:xfrm>
          <a:prstGeom prst="rect">
            <a:avLst/>
          </a:prstGeom>
        </p:spPr>
      </p:pic>
      <p:pic>
        <p:nvPicPr>
          <p:cNvPr id="1353" name="Image 1350" descr="preencoded.png">    </p:cNvPr>
          <p:cNvPicPr>
            <a:picLocks noChangeAspect="1"/>
          </p:cNvPicPr>
          <p:nvPr/>
        </p:nvPicPr>
        <p:blipFill>
          <a:blip r:embed="rId1351"/>
          <a:stretch>
            <a:fillRect/>
          </a:stretch>
        </p:blipFill>
        <p:spPr>
          <a:xfrm>
            <a:off x="6078103" y="1715564"/>
            <a:ext cx="23188" cy="23666"/>
          </a:xfrm>
          <a:prstGeom prst="rect">
            <a:avLst/>
          </a:prstGeom>
        </p:spPr>
      </p:pic>
      <p:pic>
        <p:nvPicPr>
          <p:cNvPr id="1354" name="Image 1351" descr="preencoded.png">    </p:cNvPr>
          <p:cNvPicPr>
            <a:picLocks noChangeAspect="1"/>
          </p:cNvPicPr>
          <p:nvPr/>
        </p:nvPicPr>
        <p:blipFill>
          <a:blip r:embed="rId1352"/>
          <a:stretch>
            <a:fillRect/>
          </a:stretch>
        </p:blipFill>
        <p:spPr>
          <a:xfrm>
            <a:off x="6113872" y="1712032"/>
            <a:ext cx="34664" cy="29968"/>
          </a:xfrm>
          <a:prstGeom prst="rect">
            <a:avLst/>
          </a:prstGeom>
        </p:spPr>
      </p:pic>
      <p:pic>
        <p:nvPicPr>
          <p:cNvPr id="1355" name="Image 1352" descr="preencoded.png">    </p:cNvPr>
          <p:cNvPicPr>
            <a:picLocks noChangeAspect="1"/>
          </p:cNvPicPr>
          <p:nvPr/>
        </p:nvPicPr>
        <p:blipFill>
          <a:blip r:embed="rId1353"/>
          <a:stretch>
            <a:fillRect/>
          </a:stretch>
        </p:blipFill>
        <p:spPr>
          <a:xfrm>
            <a:off x="5983471" y="1581573"/>
            <a:ext cx="270919" cy="194331"/>
          </a:xfrm>
          <a:prstGeom prst="rect">
            <a:avLst/>
          </a:prstGeom>
        </p:spPr>
      </p:pic>
      <p:pic>
        <p:nvPicPr>
          <p:cNvPr id="1356" name="Image 1353" descr="preencoded.png">    </p:cNvPr>
          <p:cNvPicPr>
            <a:picLocks noChangeAspect="1"/>
          </p:cNvPicPr>
          <p:nvPr/>
        </p:nvPicPr>
        <p:blipFill>
          <a:blip r:embed="rId1354"/>
          <a:stretch>
            <a:fillRect/>
          </a:stretch>
        </p:blipFill>
        <p:spPr>
          <a:xfrm>
            <a:off x="7457740" y="1617501"/>
            <a:ext cx="176287" cy="89050"/>
          </a:xfrm>
          <a:prstGeom prst="rect">
            <a:avLst/>
          </a:prstGeom>
        </p:spPr>
      </p:pic>
      <p:pic>
        <p:nvPicPr>
          <p:cNvPr id="1357" name="Image 1354" descr="preencoded.png">    </p:cNvPr>
          <p:cNvPicPr>
            <a:picLocks noChangeAspect="1"/>
          </p:cNvPicPr>
          <p:nvPr/>
        </p:nvPicPr>
        <p:blipFill>
          <a:blip r:embed="rId1355"/>
          <a:stretch>
            <a:fillRect/>
          </a:stretch>
        </p:blipFill>
        <p:spPr>
          <a:xfrm>
            <a:off x="7989098" y="1622611"/>
            <a:ext cx="7716" cy="125189"/>
          </a:xfrm>
          <a:prstGeom prst="rect">
            <a:avLst/>
          </a:prstGeom>
        </p:spPr>
      </p:pic>
      <p:pic>
        <p:nvPicPr>
          <p:cNvPr id="1358" name="Image 1355" descr="preencoded.png">    </p:cNvPr>
          <p:cNvPicPr>
            <a:picLocks noChangeAspect="1"/>
          </p:cNvPicPr>
          <p:nvPr/>
        </p:nvPicPr>
        <p:blipFill>
          <a:blip r:embed="rId1356"/>
          <a:stretch>
            <a:fillRect/>
          </a:stretch>
        </p:blipFill>
        <p:spPr>
          <a:xfrm>
            <a:off x="7943184" y="1698896"/>
            <a:ext cx="18985" cy="19084"/>
          </a:xfrm>
          <a:prstGeom prst="rect">
            <a:avLst/>
          </a:prstGeom>
        </p:spPr>
      </p:pic>
      <p:pic>
        <p:nvPicPr>
          <p:cNvPr id="1359" name="Image 1356" descr="preencoded.png">    </p:cNvPr>
          <p:cNvPicPr>
            <a:picLocks noChangeAspect="1"/>
          </p:cNvPicPr>
          <p:nvPr/>
        </p:nvPicPr>
        <p:blipFill>
          <a:blip r:embed="rId1357"/>
          <a:stretch>
            <a:fillRect/>
          </a:stretch>
        </p:blipFill>
        <p:spPr>
          <a:xfrm>
            <a:off x="7713065" y="1648160"/>
            <a:ext cx="273542" cy="112358"/>
          </a:xfrm>
          <a:prstGeom prst="rect">
            <a:avLst/>
          </a:prstGeom>
        </p:spPr>
      </p:pic>
      <p:pic>
        <p:nvPicPr>
          <p:cNvPr id="1360" name="Image 1357" descr="preencoded.png">    </p:cNvPr>
          <p:cNvPicPr>
            <a:picLocks noChangeAspect="1"/>
          </p:cNvPicPr>
          <p:nvPr/>
        </p:nvPicPr>
        <p:blipFill>
          <a:blip r:embed="rId1358"/>
          <a:stretch>
            <a:fillRect/>
          </a:stretch>
        </p:blipFill>
        <p:spPr>
          <a:xfrm>
            <a:off x="6629958" y="1614946"/>
            <a:ext cx="99640" cy="99640"/>
          </a:xfrm>
          <a:prstGeom prst="rect">
            <a:avLst/>
          </a:prstGeom>
        </p:spPr>
      </p:pic>
      <p:pic>
        <p:nvPicPr>
          <p:cNvPr id="1361" name="Image 1358" descr="preencoded.png">    </p:cNvPr>
          <p:cNvPicPr>
            <a:picLocks noChangeAspect="1"/>
          </p:cNvPicPr>
          <p:nvPr/>
        </p:nvPicPr>
        <p:blipFill>
          <a:blip r:embed="rId1359"/>
          <a:stretch>
            <a:fillRect/>
          </a:stretch>
        </p:blipFill>
        <p:spPr>
          <a:xfrm>
            <a:off x="6249124" y="1727203"/>
            <a:ext cx="48699" cy="12933"/>
          </a:xfrm>
          <a:prstGeom prst="rect">
            <a:avLst/>
          </a:prstGeom>
        </p:spPr>
      </p:pic>
      <p:pic>
        <p:nvPicPr>
          <p:cNvPr id="1362" name="Image 1359" descr="preencoded.png">    </p:cNvPr>
          <p:cNvPicPr>
            <a:picLocks noChangeAspect="1"/>
          </p:cNvPicPr>
          <p:nvPr/>
        </p:nvPicPr>
        <p:blipFill>
          <a:blip r:embed="rId1360"/>
          <a:stretch>
            <a:fillRect/>
          </a:stretch>
        </p:blipFill>
        <p:spPr>
          <a:xfrm>
            <a:off x="6456226" y="1747800"/>
            <a:ext cx="97085" cy="56207"/>
          </a:xfrm>
          <a:prstGeom prst="rect">
            <a:avLst/>
          </a:prstGeom>
        </p:spPr>
      </p:pic>
      <p:pic>
        <p:nvPicPr>
          <p:cNvPr id="1363" name="Image 1360" descr="preencoded.png">    </p:cNvPr>
          <p:cNvPicPr>
            <a:picLocks noChangeAspect="1"/>
          </p:cNvPicPr>
          <p:nvPr/>
        </p:nvPicPr>
        <p:blipFill>
          <a:blip r:embed="rId1361"/>
          <a:stretch>
            <a:fillRect/>
          </a:stretch>
        </p:blipFill>
        <p:spPr>
          <a:xfrm>
            <a:off x="6453358" y="1745246"/>
            <a:ext cx="102820" cy="58762"/>
          </a:xfrm>
          <a:prstGeom prst="rect">
            <a:avLst/>
          </a:prstGeom>
        </p:spPr>
      </p:pic>
      <p:pic>
        <p:nvPicPr>
          <p:cNvPr id="1364" name="Image 1361" descr="preencoded.png">    </p:cNvPr>
          <p:cNvPicPr>
            <a:picLocks noChangeAspect="1"/>
          </p:cNvPicPr>
          <p:nvPr/>
        </p:nvPicPr>
        <p:blipFill>
          <a:blip r:embed="rId1362"/>
          <a:stretch>
            <a:fillRect/>
          </a:stretch>
        </p:blipFill>
        <p:spPr>
          <a:xfrm>
            <a:off x="6249280" y="1755465"/>
            <a:ext cx="166067" cy="10219"/>
          </a:xfrm>
          <a:prstGeom prst="rect">
            <a:avLst/>
          </a:prstGeom>
        </p:spPr>
      </p:pic>
      <p:pic>
        <p:nvPicPr>
          <p:cNvPr id="1365" name="Image 1362" descr="preencoded.png">    </p:cNvPr>
          <p:cNvPicPr>
            <a:picLocks noChangeAspect="1"/>
          </p:cNvPicPr>
          <p:nvPr/>
        </p:nvPicPr>
        <p:blipFill>
          <a:blip r:embed="rId1363"/>
          <a:stretch>
            <a:fillRect/>
          </a:stretch>
        </p:blipFill>
        <p:spPr>
          <a:xfrm>
            <a:off x="7943401" y="1793788"/>
            <a:ext cx="18634" cy="17481"/>
          </a:xfrm>
          <a:prstGeom prst="rect">
            <a:avLst/>
          </a:prstGeom>
        </p:spPr>
      </p:pic>
      <p:pic>
        <p:nvPicPr>
          <p:cNvPr id="1366" name="Image 1363" descr="preencoded.png">    </p:cNvPr>
          <p:cNvPicPr>
            <a:picLocks noChangeAspect="1"/>
          </p:cNvPicPr>
          <p:nvPr/>
        </p:nvPicPr>
        <p:blipFill>
          <a:blip r:embed="rId1364"/>
          <a:stretch>
            <a:fillRect/>
          </a:stretch>
        </p:blipFill>
        <p:spPr>
          <a:xfrm>
            <a:off x="7810314" y="1747800"/>
            <a:ext cx="176599" cy="105066"/>
          </a:xfrm>
          <a:prstGeom prst="rect">
            <a:avLst/>
          </a:prstGeom>
        </p:spPr>
      </p:pic>
      <p:pic>
        <p:nvPicPr>
          <p:cNvPr id="1367" name="Image 1364" descr="preencoded.png">    </p:cNvPr>
          <p:cNvPicPr>
            <a:picLocks noChangeAspect="1"/>
          </p:cNvPicPr>
          <p:nvPr/>
        </p:nvPicPr>
        <p:blipFill>
          <a:blip r:embed="rId1365"/>
          <a:stretch>
            <a:fillRect/>
          </a:stretch>
        </p:blipFill>
        <p:spPr>
          <a:xfrm>
            <a:off x="7713222" y="1742690"/>
            <a:ext cx="206952" cy="112526"/>
          </a:xfrm>
          <a:prstGeom prst="rect">
            <a:avLst/>
          </a:prstGeom>
        </p:spPr>
      </p:pic>
      <p:pic>
        <p:nvPicPr>
          <p:cNvPr id="1368" name="Image 1365" descr="preencoded.png">    </p:cNvPr>
          <p:cNvPicPr>
            <a:picLocks noChangeAspect="1"/>
          </p:cNvPicPr>
          <p:nvPr/>
        </p:nvPicPr>
        <p:blipFill>
          <a:blip r:embed="rId1366"/>
          <a:stretch>
            <a:fillRect/>
          </a:stretch>
        </p:blipFill>
        <p:spPr>
          <a:xfrm>
            <a:off x="7984046" y="1745133"/>
            <a:ext cx="5422" cy="71649"/>
          </a:xfrm>
          <a:prstGeom prst="rect">
            <a:avLst/>
          </a:prstGeom>
        </p:spPr>
      </p:pic>
      <p:pic>
        <p:nvPicPr>
          <p:cNvPr id="1369" name="Image 1366" descr="preencoded.png">    </p:cNvPr>
          <p:cNvPicPr>
            <a:picLocks noChangeAspect="1"/>
          </p:cNvPicPr>
          <p:nvPr/>
        </p:nvPicPr>
        <p:blipFill>
          <a:blip r:embed="rId1367"/>
          <a:stretch>
            <a:fillRect/>
          </a:stretch>
        </p:blipFill>
        <p:spPr>
          <a:xfrm>
            <a:off x="7702544" y="1486846"/>
            <a:ext cx="296838" cy="378757"/>
          </a:xfrm>
          <a:prstGeom prst="rect">
            <a:avLst/>
          </a:prstGeom>
        </p:spPr>
      </p:pic>
      <p:pic>
        <p:nvPicPr>
          <p:cNvPr id="1370" name="Image 1367" descr="preencoded.png">    </p:cNvPr>
          <p:cNvPicPr>
            <a:picLocks noChangeAspect="1"/>
          </p:cNvPicPr>
          <p:nvPr/>
        </p:nvPicPr>
        <p:blipFill>
          <a:blip r:embed="rId1368"/>
          <a:stretch>
            <a:fillRect/>
          </a:stretch>
        </p:blipFill>
        <p:spPr>
          <a:xfrm>
            <a:off x="6660519" y="1770794"/>
            <a:ext cx="13062" cy="7665"/>
          </a:xfrm>
          <a:prstGeom prst="rect">
            <a:avLst/>
          </a:prstGeom>
        </p:spPr>
      </p:pic>
      <p:pic>
        <p:nvPicPr>
          <p:cNvPr id="1371" name="Image 1368" descr="preencoded.png">    </p:cNvPr>
          <p:cNvPicPr>
            <a:picLocks noChangeAspect="1"/>
          </p:cNvPicPr>
          <p:nvPr/>
        </p:nvPicPr>
        <p:blipFill>
          <a:blip r:embed="rId1369"/>
          <a:stretch>
            <a:fillRect/>
          </a:stretch>
        </p:blipFill>
        <p:spPr>
          <a:xfrm>
            <a:off x="6663171" y="1742690"/>
            <a:ext cx="35224" cy="53653"/>
          </a:xfrm>
          <a:prstGeom prst="rect">
            <a:avLst/>
          </a:prstGeom>
        </p:spPr>
      </p:pic>
      <p:pic>
        <p:nvPicPr>
          <p:cNvPr id="1372" name="Image 1369" descr="preencoded.png">    </p:cNvPr>
          <p:cNvPicPr>
            <a:picLocks noChangeAspect="1"/>
          </p:cNvPicPr>
          <p:nvPr/>
        </p:nvPicPr>
        <p:blipFill>
          <a:blip r:embed="rId1370"/>
          <a:stretch>
            <a:fillRect/>
          </a:stretch>
        </p:blipFill>
        <p:spPr>
          <a:xfrm>
            <a:off x="6640177" y="1798752"/>
            <a:ext cx="28104" cy="7813"/>
          </a:xfrm>
          <a:prstGeom prst="rect">
            <a:avLst/>
          </a:prstGeom>
        </p:spPr>
      </p:pic>
      <p:pic>
        <p:nvPicPr>
          <p:cNvPr id="1373" name="Image 1370" descr="preencoded.png">    </p:cNvPr>
          <p:cNvPicPr>
            <a:picLocks noChangeAspect="1"/>
          </p:cNvPicPr>
          <p:nvPr/>
        </p:nvPicPr>
        <p:blipFill>
          <a:blip r:embed="rId1371"/>
          <a:stretch>
            <a:fillRect/>
          </a:stretch>
        </p:blipFill>
        <p:spPr>
          <a:xfrm>
            <a:off x="6606958" y="1742690"/>
            <a:ext cx="84466" cy="87529"/>
          </a:xfrm>
          <a:prstGeom prst="rect">
            <a:avLst/>
          </a:prstGeom>
        </p:spPr>
      </p:pic>
      <p:pic>
        <p:nvPicPr>
          <p:cNvPr id="1374" name="Image 1371" descr="preencoded.png">    </p:cNvPr>
          <p:cNvPicPr>
            <a:picLocks noChangeAspect="1"/>
          </p:cNvPicPr>
          <p:nvPr/>
        </p:nvPicPr>
        <p:blipFill>
          <a:blip r:embed="rId1372"/>
          <a:stretch>
            <a:fillRect/>
          </a:stretch>
        </p:blipFill>
        <p:spPr>
          <a:xfrm>
            <a:off x="6632416" y="1770794"/>
            <a:ext cx="14943" cy="9196"/>
          </a:xfrm>
          <a:prstGeom prst="rect">
            <a:avLst/>
          </a:prstGeom>
        </p:spPr>
      </p:pic>
      <p:pic>
        <p:nvPicPr>
          <p:cNvPr id="1375" name="Image 1372" descr="preencoded.png">    </p:cNvPr>
          <p:cNvPicPr>
            <a:picLocks noChangeAspect="1"/>
          </p:cNvPicPr>
          <p:nvPr/>
        </p:nvPicPr>
        <p:blipFill>
          <a:blip r:embed="rId1373"/>
          <a:stretch>
            <a:fillRect/>
          </a:stretch>
        </p:blipFill>
        <p:spPr>
          <a:xfrm>
            <a:off x="6249280" y="1781014"/>
            <a:ext cx="86866" cy="10219"/>
          </a:xfrm>
          <a:prstGeom prst="rect">
            <a:avLst/>
          </a:prstGeom>
        </p:spPr>
      </p:pic>
      <p:pic>
        <p:nvPicPr>
          <p:cNvPr id="1376" name="Image 1373" descr="preencoded.png">    </p:cNvPr>
          <p:cNvPicPr>
            <a:picLocks noChangeAspect="1"/>
          </p:cNvPicPr>
          <p:nvPr/>
        </p:nvPicPr>
        <p:blipFill>
          <a:blip r:embed="rId1374"/>
          <a:stretch>
            <a:fillRect/>
          </a:stretch>
        </p:blipFill>
        <p:spPr>
          <a:xfrm>
            <a:off x="6665727" y="1753986"/>
            <a:ext cx="22866" cy="44912"/>
          </a:xfrm>
          <a:prstGeom prst="rect">
            <a:avLst/>
          </a:prstGeom>
        </p:spPr>
      </p:pic>
      <p:pic>
        <p:nvPicPr>
          <p:cNvPr id="1377" name="Image 1374" descr="preencoded.png">    </p:cNvPr>
          <p:cNvPicPr>
            <a:picLocks noChangeAspect="1"/>
          </p:cNvPicPr>
          <p:nvPr/>
        </p:nvPicPr>
        <p:blipFill>
          <a:blip r:embed="rId1375"/>
          <a:stretch>
            <a:fillRect/>
          </a:stretch>
        </p:blipFill>
        <p:spPr>
          <a:xfrm>
            <a:off x="6619739" y="1740225"/>
            <a:ext cx="63872" cy="79113"/>
          </a:xfrm>
          <a:prstGeom prst="rect">
            <a:avLst/>
          </a:prstGeom>
        </p:spPr>
      </p:pic>
      <p:pic>
        <p:nvPicPr>
          <p:cNvPr id="1378" name="Image 1375" descr="preencoded.png">    </p:cNvPr>
          <p:cNvPicPr>
            <a:picLocks noChangeAspect="1"/>
          </p:cNvPicPr>
          <p:nvPr/>
        </p:nvPicPr>
        <p:blipFill>
          <a:blip r:embed="rId1376"/>
          <a:stretch>
            <a:fillRect/>
          </a:stretch>
        </p:blipFill>
        <p:spPr>
          <a:xfrm>
            <a:off x="6357127" y="1786030"/>
            <a:ext cx="42631" cy="42875"/>
          </a:xfrm>
          <a:prstGeom prst="rect">
            <a:avLst/>
          </a:prstGeom>
        </p:spPr>
      </p:pic>
      <p:pic>
        <p:nvPicPr>
          <p:cNvPr id="1379" name="Image 1376" descr="preencoded.png">    </p:cNvPr>
          <p:cNvPicPr>
            <a:picLocks noChangeAspect="1"/>
          </p:cNvPicPr>
          <p:nvPr/>
        </p:nvPicPr>
        <p:blipFill>
          <a:blip r:embed="rId1377"/>
          <a:stretch>
            <a:fillRect/>
          </a:stretch>
        </p:blipFill>
        <p:spPr>
          <a:xfrm>
            <a:off x="6351469" y="1778440"/>
            <a:ext cx="52659" cy="54403"/>
          </a:xfrm>
          <a:prstGeom prst="rect">
            <a:avLst/>
          </a:prstGeom>
        </p:spPr>
      </p:pic>
      <p:pic>
        <p:nvPicPr>
          <p:cNvPr id="1380" name="Image 1377" descr="preencoded.png">    </p:cNvPr>
          <p:cNvPicPr>
            <a:picLocks noChangeAspect="1"/>
          </p:cNvPicPr>
          <p:nvPr/>
        </p:nvPicPr>
        <p:blipFill>
          <a:blip r:embed="rId1378"/>
          <a:stretch>
            <a:fillRect/>
          </a:stretch>
        </p:blipFill>
        <p:spPr>
          <a:xfrm>
            <a:off x="6226280" y="1699099"/>
            <a:ext cx="219889" cy="171336"/>
          </a:xfrm>
          <a:prstGeom prst="rect">
            <a:avLst/>
          </a:prstGeom>
        </p:spPr>
      </p:pic>
      <p:pic>
        <p:nvPicPr>
          <p:cNvPr id="1381" name="Image 1378" descr="preencoded.png">    </p:cNvPr>
          <p:cNvPicPr>
            <a:picLocks noChangeAspect="1"/>
          </p:cNvPicPr>
          <p:nvPr/>
        </p:nvPicPr>
        <p:blipFill>
          <a:blip r:embed="rId1379"/>
          <a:stretch>
            <a:fillRect/>
          </a:stretch>
        </p:blipFill>
        <p:spPr>
          <a:xfrm>
            <a:off x="6612308" y="1756575"/>
            <a:ext cx="81289" cy="68236"/>
          </a:xfrm>
          <a:prstGeom prst="rect">
            <a:avLst/>
          </a:prstGeom>
        </p:spPr>
      </p:pic>
      <p:pic>
        <p:nvPicPr>
          <p:cNvPr id="1382" name="Image 1379" descr="preencoded.png">    </p:cNvPr>
          <p:cNvPicPr>
            <a:picLocks noChangeAspect="1"/>
          </p:cNvPicPr>
          <p:nvPr/>
        </p:nvPicPr>
        <p:blipFill>
          <a:blip r:embed="rId1380"/>
          <a:stretch>
            <a:fillRect/>
          </a:stretch>
        </p:blipFill>
        <p:spPr>
          <a:xfrm>
            <a:off x="6453671" y="1811672"/>
            <a:ext cx="112415" cy="30659"/>
          </a:xfrm>
          <a:prstGeom prst="rect">
            <a:avLst/>
          </a:prstGeom>
        </p:spPr>
      </p:pic>
      <p:pic>
        <p:nvPicPr>
          <p:cNvPr id="1383" name="Image 1380" descr="preencoded.png">    </p:cNvPr>
          <p:cNvPicPr>
            <a:picLocks noChangeAspect="1"/>
          </p:cNvPicPr>
          <p:nvPr/>
        </p:nvPicPr>
        <p:blipFill>
          <a:blip r:embed="rId1381"/>
          <a:stretch>
            <a:fillRect/>
          </a:stretch>
        </p:blipFill>
        <p:spPr>
          <a:xfrm>
            <a:off x="6108762" y="1765380"/>
            <a:ext cx="109860" cy="59067"/>
          </a:xfrm>
          <a:prstGeom prst="rect">
            <a:avLst/>
          </a:prstGeom>
        </p:spPr>
      </p:pic>
      <p:pic>
        <p:nvPicPr>
          <p:cNvPr id="1384" name="Image 1381" descr="preencoded.png">    </p:cNvPr>
          <p:cNvPicPr>
            <a:picLocks noChangeAspect="1"/>
          </p:cNvPicPr>
          <p:nvPr/>
        </p:nvPicPr>
        <p:blipFill>
          <a:blip r:embed="rId1382"/>
          <a:stretch>
            <a:fillRect/>
          </a:stretch>
        </p:blipFill>
        <p:spPr>
          <a:xfrm>
            <a:off x="6563368" y="1722091"/>
            <a:ext cx="179095" cy="140679"/>
          </a:xfrm>
          <a:prstGeom prst="rect">
            <a:avLst/>
          </a:prstGeom>
        </p:spPr>
      </p:pic>
      <p:pic>
        <p:nvPicPr>
          <p:cNvPr id="1385" name="Image 1382" descr="preencoded.png">    </p:cNvPr>
          <p:cNvPicPr>
            <a:picLocks noChangeAspect="1"/>
          </p:cNvPicPr>
          <p:nvPr/>
        </p:nvPicPr>
        <p:blipFill>
          <a:blip r:embed="rId1383"/>
          <a:stretch>
            <a:fillRect/>
          </a:stretch>
        </p:blipFill>
        <p:spPr>
          <a:xfrm>
            <a:off x="6446007" y="1837221"/>
            <a:ext cx="168622" cy="13090"/>
          </a:xfrm>
          <a:prstGeom prst="rect">
            <a:avLst/>
          </a:prstGeom>
        </p:spPr>
      </p:pic>
      <p:pic>
        <p:nvPicPr>
          <p:cNvPr id="1386" name="Image 1383" descr="preencoded.png">    </p:cNvPr>
          <p:cNvPicPr>
            <a:picLocks noChangeAspect="1"/>
          </p:cNvPicPr>
          <p:nvPr/>
        </p:nvPicPr>
        <p:blipFill>
          <a:blip r:embed="rId1384"/>
          <a:stretch>
            <a:fillRect/>
          </a:stretch>
        </p:blipFill>
        <p:spPr>
          <a:xfrm>
            <a:off x="6354031" y="1855105"/>
            <a:ext cx="56498" cy="30659"/>
          </a:xfrm>
          <a:prstGeom prst="rect">
            <a:avLst/>
          </a:prstGeom>
        </p:spPr>
      </p:pic>
      <p:pic>
        <p:nvPicPr>
          <p:cNvPr id="1387" name="Image 1384" descr="preencoded.png">    </p:cNvPr>
          <p:cNvPicPr>
            <a:picLocks noChangeAspect="1"/>
          </p:cNvPicPr>
          <p:nvPr/>
        </p:nvPicPr>
        <p:blipFill>
          <a:blip r:embed="rId1385"/>
          <a:stretch>
            <a:fillRect/>
          </a:stretch>
        </p:blipFill>
        <p:spPr>
          <a:xfrm>
            <a:off x="7148600" y="1729916"/>
            <a:ext cx="153293" cy="273373"/>
          </a:xfrm>
          <a:prstGeom prst="rect">
            <a:avLst/>
          </a:prstGeom>
        </p:spPr>
      </p:pic>
      <p:pic>
        <p:nvPicPr>
          <p:cNvPr id="1388" name="Image 1385" descr="preencoded.png">    </p:cNvPr>
          <p:cNvPicPr>
            <a:picLocks noChangeAspect="1"/>
          </p:cNvPicPr>
          <p:nvPr/>
        </p:nvPicPr>
        <p:blipFill>
          <a:blip r:embed="rId1386"/>
          <a:stretch>
            <a:fillRect/>
          </a:stretch>
        </p:blipFill>
        <p:spPr>
          <a:xfrm>
            <a:off x="6430677" y="1865325"/>
            <a:ext cx="183952" cy="10219"/>
          </a:xfrm>
          <a:prstGeom prst="rect">
            <a:avLst/>
          </a:prstGeom>
        </p:spPr>
      </p:pic>
      <p:pic>
        <p:nvPicPr>
          <p:cNvPr id="1389" name="Image 1386" descr="preencoded.png">    </p:cNvPr>
          <p:cNvPicPr>
            <a:picLocks noChangeAspect="1"/>
          </p:cNvPicPr>
          <p:nvPr/>
        </p:nvPicPr>
        <p:blipFill>
          <a:blip r:embed="rId1387"/>
          <a:stretch>
            <a:fillRect/>
          </a:stretch>
        </p:blipFill>
        <p:spPr>
          <a:xfrm>
            <a:off x="6147060" y="1864669"/>
            <a:ext cx="66573" cy="44234"/>
          </a:xfrm>
          <a:prstGeom prst="rect">
            <a:avLst/>
          </a:prstGeom>
        </p:spPr>
      </p:pic>
      <p:pic>
        <p:nvPicPr>
          <p:cNvPr id="1390" name="Image 1387" descr="preencoded.png">    </p:cNvPr>
          <p:cNvPicPr>
            <a:picLocks noChangeAspect="1"/>
          </p:cNvPicPr>
          <p:nvPr/>
        </p:nvPicPr>
        <p:blipFill>
          <a:blip r:embed="rId1388"/>
          <a:stretch>
            <a:fillRect/>
          </a:stretch>
        </p:blipFill>
        <p:spPr>
          <a:xfrm>
            <a:off x="6141915" y="1859720"/>
            <a:ext cx="76340" cy="66252"/>
          </a:xfrm>
          <a:prstGeom prst="rect">
            <a:avLst/>
          </a:prstGeom>
        </p:spPr>
      </p:pic>
      <p:pic>
        <p:nvPicPr>
          <p:cNvPr id="1391" name="Image 1388" descr="preencoded.png">    </p:cNvPr>
          <p:cNvPicPr>
            <a:picLocks noChangeAspect="1"/>
          </p:cNvPicPr>
          <p:nvPr/>
        </p:nvPicPr>
        <p:blipFill>
          <a:blip r:embed="rId1389"/>
          <a:stretch>
            <a:fillRect/>
          </a:stretch>
        </p:blipFill>
        <p:spPr>
          <a:xfrm>
            <a:off x="6090871" y="1831793"/>
            <a:ext cx="181566" cy="140837"/>
          </a:xfrm>
          <a:prstGeom prst="rect">
            <a:avLst/>
          </a:prstGeom>
        </p:spPr>
      </p:pic>
      <p:pic>
        <p:nvPicPr>
          <p:cNvPr id="1392" name="Image 1389" descr="preencoded.png">    </p:cNvPr>
          <p:cNvPicPr>
            <a:picLocks noChangeAspect="1"/>
          </p:cNvPicPr>
          <p:nvPr/>
        </p:nvPicPr>
        <p:blipFill>
          <a:blip r:embed="rId1390"/>
          <a:stretch>
            <a:fillRect/>
          </a:stretch>
        </p:blipFill>
        <p:spPr>
          <a:xfrm>
            <a:off x="6430677" y="1890874"/>
            <a:ext cx="140519" cy="10219"/>
          </a:xfrm>
          <a:prstGeom prst="rect">
            <a:avLst/>
          </a:prstGeom>
        </p:spPr>
      </p:pic>
      <p:pic>
        <p:nvPicPr>
          <p:cNvPr id="1393" name="Image 1390" descr="preencoded.png">    </p:cNvPr>
          <p:cNvPicPr>
            <a:picLocks noChangeAspect="1"/>
          </p:cNvPicPr>
          <p:nvPr/>
        </p:nvPicPr>
        <p:blipFill>
          <a:blip r:embed="rId1391"/>
          <a:stretch>
            <a:fillRect/>
          </a:stretch>
        </p:blipFill>
        <p:spPr>
          <a:xfrm>
            <a:off x="6583754" y="1913894"/>
            <a:ext cx="25765" cy="30603"/>
          </a:xfrm>
          <a:prstGeom prst="rect">
            <a:avLst/>
          </a:prstGeom>
        </p:spPr>
      </p:pic>
      <p:pic>
        <p:nvPicPr>
          <p:cNvPr id="1394" name="Image 1391" descr="preencoded.png">    </p:cNvPr>
          <p:cNvPicPr>
            <a:picLocks noChangeAspect="1"/>
          </p:cNvPicPr>
          <p:nvPr/>
        </p:nvPicPr>
        <p:blipFill>
          <a:blip r:embed="rId1392"/>
          <a:stretch>
            <a:fillRect/>
          </a:stretch>
        </p:blipFill>
        <p:spPr>
          <a:xfrm>
            <a:off x="6466446" y="1921532"/>
            <a:ext cx="14052" cy="12116"/>
          </a:xfrm>
          <a:prstGeom prst="rect">
            <a:avLst/>
          </a:prstGeom>
        </p:spPr>
      </p:pic>
      <p:pic>
        <p:nvPicPr>
          <p:cNvPr id="1395" name="Image 1392" descr="preencoded.png">    </p:cNvPr>
          <p:cNvPicPr>
            <a:picLocks noChangeAspect="1"/>
          </p:cNvPicPr>
          <p:nvPr/>
        </p:nvPicPr>
        <p:blipFill>
          <a:blip r:embed="rId1393"/>
          <a:stretch>
            <a:fillRect/>
          </a:stretch>
        </p:blipFill>
        <p:spPr>
          <a:xfrm>
            <a:off x="6545641" y="1916140"/>
            <a:ext cx="26095" cy="28637"/>
          </a:xfrm>
          <a:prstGeom prst="rect">
            <a:avLst/>
          </a:prstGeom>
        </p:spPr>
      </p:pic>
      <p:pic>
        <p:nvPicPr>
          <p:cNvPr id="1396" name="Image 1393" descr="preencoded.png">    </p:cNvPr>
          <p:cNvPicPr>
            <a:picLocks noChangeAspect="1"/>
          </p:cNvPicPr>
          <p:nvPr/>
        </p:nvPicPr>
        <p:blipFill>
          <a:blip r:embed="rId1394"/>
          <a:stretch>
            <a:fillRect/>
          </a:stretch>
        </p:blipFill>
        <p:spPr>
          <a:xfrm>
            <a:off x="6433074" y="1918978"/>
            <a:ext cx="22286" cy="21039"/>
          </a:xfrm>
          <a:prstGeom prst="rect">
            <a:avLst/>
          </a:prstGeom>
        </p:spPr>
      </p:pic>
      <p:pic>
        <p:nvPicPr>
          <p:cNvPr id="1397" name="Image 1394" descr="preencoded.png">    </p:cNvPr>
          <p:cNvPicPr>
            <a:picLocks noChangeAspect="1"/>
          </p:cNvPicPr>
          <p:nvPr/>
        </p:nvPicPr>
        <p:blipFill>
          <a:blip r:embed="rId1395"/>
          <a:stretch>
            <a:fillRect/>
          </a:stretch>
        </p:blipFill>
        <p:spPr>
          <a:xfrm>
            <a:off x="6589080" y="1918825"/>
            <a:ext cx="28244" cy="23885"/>
          </a:xfrm>
          <a:prstGeom prst="rect">
            <a:avLst/>
          </a:prstGeom>
        </p:spPr>
      </p:pic>
      <p:pic>
        <p:nvPicPr>
          <p:cNvPr id="1398" name="Image 1395" descr="preencoded.png">    </p:cNvPr>
          <p:cNvPicPr>
            <a:picLocks noChangeAspect="1"/>
          </p:cNvPicPr>
          <p:nvPr/>
        </p:nvPicPr>
        <p:blipFill>
          <a:blip r:embed="rId1396"/>
          <a:stretch>
            <a:fillRect/>
          </a:stretch>
        </p:blipFill>
        <p:spPr>
          <a:xfrm>
            <a:off x="6509811" y="1924087"/>
            <a:ext cx="18062" cy="17884"/>
          </a:xfrm>
          <a:prstGeom prst="rect">
            <a:avLst/>
          </a:prstGeom>
        </p:spPr>
      </p:pic>
      <p:pic>
        <p:nvPicPr>
          <p:cNvPr id="1399" name="Image 1396" descr="preencoded.png">    </p:cNvPr>
          <p:cNvPicPr>
            <a:picLocks noChangeAspect="1"/>
          </p:cNvPicPr>
          <p:nvPr/>
        </p:nvPicPr>
        <p:blipFill>
          <a:blip r:embed="rId1397"/>
          <a:stretch>
            <a:fillRect/>
          </a:stretch>
        </p:blipFill>
        <p:spPr>
          <a:xfrm>
            <a:off x="6504959" y="1918978"/>
            <a:ext cx="28778" cy="29314"/>
          </a:xfrm>
          <a:prstGeom prst="rect">
            <a:avLst/>
          </a:prstGeom>
        </p:spPr>
      </p:pic>
      <p:pic>
        <p:nvPicPr>
          <p:cNvPr id="1400" name="Image 1397" descr="preencoded.png">    </p:cNvPr>
          <p:cNvPicPr>
            <a:picLocks noChangeAspect="1"/>
          </p:cNvPicPr>
          <p:nvPr/>
        </p:nvPicPr>
        <p:blipFill>
          <a:blip r:embed="rId1398"/>
          <a:stretch>
            <a:fillRect/>
          </a:stretch>
        </p:blipFill>
        <p:spPr>
          <a:xfrm>
            <a:off x="6583821" y="1924087"/>
            <a:ext cx="35869" cy="25116"/>
          </a:xfrm>
          <a:prstGeom prst="rect">
            <a:avLst/>
          </a:prstGeom>
        </p:spPr>
      </p:pic>
      <p:pic>
        <p:nvPicPr>
          <p:cNvPr id="1401" name="Image 1398" descr="preencoded.png">    </p:cNvPr>
          <p:cNvPicPr>
            <a:picLocks noChangeAspect="1"/>
          </p:cNvPicPr>
          <p:nvPr/>
        </p:nvPicPr>
        <p:blipFill>
          <a:blip r:embed="rId1399"/>
          <a:stretch>
            <a:fillRect/>
          </a:stretch>
        </p:blipFill>
        <p:spPr>
          <a:xfrm>
            <a:off x="6503005" y="1908983"/>
            <a:ext cx="111624" cy="43380"/>
          </a:xfrm>
          <a:prstGeom prst="rect">
            <a:avLst/>
          </a:prstGeom>
        </p:spPr>
      </p:pic>
      <p:pic>
        <p:nvPicPr>
          <p:cNvPr id="1402" name="Image 1399" descr="preencoded.png">    </p:cNvPr>
          <p:cNvPicPr>
            <a:picLocks noChangeAspect="1"/>
          </p:cNvPicPr>
          <p:nvPr/>
        </p:nvPicPr>
        <p:blipFill>
          <a:blip r:embed="rId1400"/>
          <a:stretch>
            <a:fillRect/>
          </a:stretch>
        </p:blipFill>
        <p:spPr>
          <a:xfrm>
            <a:off x="6335983" y="1847441"/>
            <a:ext cx="304358" cy="145628"/>
          </a:xfrm>
          <a:prstGeom prst="rect">
            <a:avLst/>
          </a:prstGeom>
        </p:spPr>
      </p:pic>
      <p:pic>
        <p:nvPicPr>
          <p:cNvPr id="1403" name="Image 1400" descr="preencoded.png">    </p:cNvPr>
          <p:cNvPicPr>
            <a:picLocks noChangeAspect="1"/>
          </p:cNvPicPr>
          <p:nvPr/>
        </p:nvPicPr>
        <p:blipFill>
          <a:blip r:embed="rId1401"/>
          <a:stretch>
            <a:fillRect/>
          </a:stretch>
        </p:blipFill>
        <p:spPr>
          <a:xfrm>
            <a:off x="7215026" y="1921532"/>
            <a:ext cx="61317" cy="76646"/>
          </a:xfrm>
          <a:prstGeom prst="rect">
            <a:avLst/>
          </a:prstGeom>
        </p:spPr>
      </p:pic>
      <p:pic>
        <p:nvPicPr>
          <p:cNvPr id="1404" name="Image 1401" descr="preencoded.png">    </p:cNvPr>
          <p:cNvPicPr>
            <a:picLocks noChangeAspect="1"/>
          </p:cNvPicPr>
          <p:nvPr/>
        </p:nvPicPr>
        <p:blipFill>
          <a:blip r:embed="rId1402"/>
          <a:stretch>
            <a:fillRect/>
          </a:stretch>
        </p:blipFill>
        <p:spPr>
          <a:xfrm>
            <a:off x="7265895" y="1918978"/>
            <a:ext cx="10449" cy="12775"/>
          </a:xfrm>
          <a:prstGeom prst="rect">
            <a:avLst/>
          </a:prstGeom>
        </p:spPr>
      </p:pic>
      <p:pic>
        <p:nvPicPr>
          <p:cNvPr id="1405" name="Image 1402" descr="preencoded.png">    </p:cNvPr>
          <p:cNvPicPr>
            <a:picLocks noChangeAspect="1"/>
          </p:cNvPicPr>
          <p:nvPr/>
        </p:nvPicPr>
        <p:blipFill>
          <a:blip r:embed="rId1403"/>
          <a:stretch>
            <a:fillRect/>
          </a:stretch>
        </p:blipFill>
        <p:spPr>
          <a:xfrm>
            <a:off x="7486077" y="1926640"/>
            <a:ext cx="14775" cy="20442"/>
          </a:xfrm>
          <a:prstGeom prst="rect">
            <a:avLst/>
          </a:prstGeom>
        </p:spPr>
      </p:pic>
      <p:pic>
        <p:nvPicPr>
          <p:cNvPr id="1406" name="Image 1403" descr="preencoded.png">    </p:cNvPr>
          <p:cNvPicPr>
            <a:picLocks noChangeAspect="1"/>
          </p:cNvPicPr>
          <p:nvPr/>
        </p:nvPicPr>
        <p:blipFill>
          <a:blip r:embed="rId1404"/>
          <a:stretch>
            <a:fillRect/>
          </a:stretch>
        </p:blipFill>
        <p:spPr>
          <a:xfrm>
            <a:off x="7266124" y="1941972"/>
            <a:ext cx="7665" cy="53653"/>
          </a:xfrm>
          <a:prstGeom prst="rect">
            <a:avLst/>
          </a:prstGeom>
        </p:spPr>
      </p:pic>
      <p:pic>
        <p:nvPicPr>
          <p:cNvPr id="1407" name="Image 1404" descr="preencoded.png">    </p:cNvPr>
          <p:cNvPicPr>
            <a:picLocks noChangeAspect="1"/>
          </p:cNvPicPr>
          <p:nvPr/>
        </p:nvPicPr>
        <p:blipFill>
          <a:blip r:embed="rId1405"/>
          <a:stretch>
            <a:fillRect/>
          </a:stretch>
        </p:blipFill>
        <p:spPr>
          <a:xfrm>
            <a:off x="7289118" y="1918978"/>
            <a:ext cx="10220" cy="79201"/>
          </a:xfrm>
          <a:prstGeom prst="rect">
            <a:avLst/>
          </a:prstGeom>
        </p:spPr>
      </p:pic>
      <p:pic>
        <p:nvPicPr>
          <p:cNvPr id="1408" name="Image 1405" descr="preencoded.png">    </p:cNvPr>
          <p:cNvPicPr>
            <a:picLocks noChangeAspect="1"/>
          </p:cNvPicPr>
          <p:nvPr/>
        </p:nvPicPr>
        <p:blipFill>
          <a:blip r:embed="rId1406"/>
          <a:stretch>
            <a:fillRect/>
          </a:stretch>
        </p:blipFill>
        <p:spPr>
          <a:xfrm>
            <a:off x="7475886" y="1962276"/>
            <a:ext cx="27842" cy="28050"/>
          </a:xfrm>
          <a:prstGeom prst="rect">
            <a:avLst/>
          </a:prstGeom>
        </p:spPr>
      </p:pic>
      <p:pic>
        <p:nvPicPr>
          <p:cNvPr id="1409" name="Image 1406" descr="preencoded.png">    </p:cNvPr>
          <p:cNvPicPr>
            <a:picLocks noChangeAspect="1"/>
          </p:cNvPicPr>
          <p:nvPr/>
        </p:nvPicPr>
        <p:blipFill>
          <a:blip r:embed="rId1407"/>
          <a:stretch>
            <a:fillRect/>
          </a:stretch>
        </p:blipFill>
        <p:spPr>
          <a:xfrm>
            <a:off x="7465523" y="1918546"/>
            <a:ext cx="63753" cy="79575"/>
          </a:xfrm>
          <a:prstGeom prst="rect">
            <a:avLst/>
          </a:prstGeom>
        </p:spPr>
      </p:pic>
      <p:pic>
        <p:nvPicPr>
          <p:cNvPr id="1410" name="Image 1407" descr="preencoded.png">    </p:cNvPr>
          <p:cNvPicPr>
            <a:picLocks noChangeAspect="1"/>
          </p:cNvPicPr>
          <p:nvPr/>
        </p:nvPicPr>
        <p:blipFill>
          <a:blip r:embed="rId1408"/>
          <a:stretch>
            <a:fillRect/>
          </a:stretch>
        </p:blipFill>
        <p:spPr>
          <a:xfrm>
            <a:off x="7212184" y="1929197"/>
            <a:ext cx="38840" cy="33213"/>
          </a:xfrm>
          <a:prstGeom prst="rect">
            <a:avLst/>
          </a:prstGeom>
        </p:spPr>
      </p:pic>
      <p:pic>
        <p:nvPicPr>
          <p:cNvPr id="1411" name="Image 1408" descr="preencoded.png">    </p:cNvPr>
          <p:cNvPicPr>
            <a:picLocks noChangeAspect="1"/>
          </p:cNvPicPr>
          <p:nvPr/>
        </p:nvPicPr>
        <p:blipFill>
          <a:blip r:embed="rId1409"/>
          <a:stretch>
            <a:fillRect/>
          </a:stretch>
        </p:blipFill>
        <p:spPr>
          <a:xfrm>
            <a:off x="7401533" y="1941700"/>
            <a:ext cx="30659" cy="56479"/>
          </a:xfrm>
          <a:prstGeom prst="rect">
            <a:avLst/>
          </a:prstGeom>
        </p:spPr>
      </p:pic>
      <p:pic>
        <p:nvPicPr>
          <p:cNvPr id="1412" name="Image 1409" descr="preencoded.png">    </p:cNvPr>
          <p:cNvPicPr>
            <a:picLocks noChangeAspect="1"/>
          </p:cNvPicPr>
          <p:nvPr/>
        </p:nvPicPr>
        <p:blipFill>
          <a:blip r:embed="rId1410"/>
          <a:stretch>
            <a:fillRect/>
          </a:stretch>
        </p:blipFill>
        <p:spPr>
          <a:xfrm>
            <a:off x="7350435" y="1948636"/>
            <a:ext cx="28104" cy="16329"/>
          </a:xfrm>
          <a:prstGeom prst="rect">
            <a:avLst/>
          </a:prstGeom>
        </p:spPr>
      </p:pic>
      <p:pic>
        <p:nvPicPr>
          <p:cNvPr id="1413" name="Image 1410" descr="preencoded.png">    </p:cNvPr>
          <p:cNvPicPr>
            <a:picLocks noChangeAspect="1"/>
          </p:cNvPicPr>
          <p:nvPr/>
        </p:nvPicPr>
        <p:blipFill>
          <a:blip r:embed="rId1411"/>
          <a:stretch>
            <a:fillRect/>
          </a:stretch>
        </p:blipFill>
        <p:spPr>
          <a:xfrm>
            <a:off x="7339816" y="1941704"/>
            <a:ext cx="51511" cy="57297"/>
          </a:xfrm>
          <a:prstGeom prst="rect">
            <a:avLst/>
          </a:prstGeom>
        </p:spPr>
      </p:pic>
      <p:pic>
        <p:nvPicPr>
          <p:cNvPr id="1414" name="Image 1411" descr="preencoded.png">    </p:cNvPr>
          <p:cNvPicPr>
            <a:picLocks noChangeAspect="1"/>
          </p:cNvPicPr>
          <p:nvPr/>
        </p:nvPicPr>
        <p:blipFill>
          <a:blip r:embed="rId1412"/>
          <a:stretch>
            <a:fillRect/>
          </a:stretch>
        </p:blipFill>
        <p:spPr>
          <a:xfrm>
            <a:off x="7204807" y="1921532"/>
            <a:ext cx="51097" cy="74092"/>
          </a:xfrm>
          <a:prstGeom prst="rect">
            <a:avLst/>
          </a:prstGeom>
        </p:spPr>
      </p:pic>
      <p:pic>
        <p:nvPicPr>
          <p:cNvPr id="1415" name="Image 1412" descr="preencoded.png">    </p:cNvPr>
          <p:cNvPicPr>
            <a:picLocks noChangeAspect="1"/>
          </p:cNvPicPr>
          <p:nvPr/>
        </p:nvPicPr>
        <p:blipFill>
          <a:blip r:embed="rId1413"/>
          <a:stretch>
            <a:fillRect/>
          </a:stretch>
        </p:blipFill>
        <p:spPr>
          <a:xfrm>
            <a:off x="7102612" y="1911313"/>
            <a:ext cx="424111" cy="235049"/>
          </a:xfrm>
          <a:prstGeom prst="rect">
            <a:avLst/>
          </a:prstGeom>
        </p:spPr>
      </p:pic>
      <p:pic>
        <p:nvPicPr>
          <p:cNvPr id="1416" name="Image 1413" descr="preencoded.png">    </p:cNvPr>
          <p:cNvPicPr>
            <a:picLocks noChangeAspect="1"/>
          </p:cNvPicPr>
          <p:nvPr/>
        </p:nvPicPr>
        <p:blipFill>
          <a:blip r:embed="rId1414"/>
          <a:stretch>
            <a:fillRect/>
          </a:stretch>
        </p:blipFill>
        <p:spPr>
          <a:xfrm>
            <a:off x="7202252" y="1918671"/>
            <a:ext cx="51097" cy="79736"/>
          </a:xfrm>
          <a:prstGeom prst="rect">
            <a:avLst/>
          </a:prstGeom>
        </p:spPr>
      </p:pic>
      <p:pic>
        <p:nvPicPr>
          <p:cNvPr id="1417" name="Image 1414" descr="preencoded.png">    </p:cNvPr>
          <p:cNvPicPr>
            <a:picLocks noChangeAspect="1"/>
          </p:cNvPicPr>
          <p:nvPr/>
        </p:nvPicPr>
        <p:blipFill>
          <a:blip r:embed="rId1415"/>
          <a:stretch>
            <a:fillRect/>
          </a:stretch>
        </p:blipFill>
        <p:spPr>
          <a:xfrm>
            <a:off x="7266124" y="1941972"/>
            <a:ext cx="10220" cy="56207"/>
          </a:xfrm>
          <a:prstGeom prst="rect">
            <a:avLst/>
          </a:prstGeom>
        </p:spPr>
      </p:pic>
      <p:pic>
        <p:nvPicPr>
          <p:cNvPr id="1418" name="Image 1415" descr="preencoded.png">    </p:cNvPr>
          <p:cNvPicPr>
            <a:picLocks noChangeAspect="1"/>
          </p:cNvPicPr>
          <p:nvPr/>
        </p:nvPicPr>
        <p:blipFill>
          <a:blip r:embed="rId1416"/>
          <a:stretch>
            <a:fillRect/>
          </a:stretch>
        </p:blipFill>
        <p:spPr>
          <a:xfrm>
            <a:off x="4299905" y="1124409"/>
            <a:ext cx="3852763" cy="3403267"/>
          </a:xfrm>
          <a:prstGeom prst="rect">
            <a:avLst/>
          </a:prstGeom>
        </p:spPr>
      </p:pic>
      <p:pic>
        <p:nvPicPr>
          <p:cNvPr id="1419" name="Image 1416" descr="preencoded.png">    </p:cNvPr>
          <p:cNvPicPr>
            <a:picLocks noChangeAspect="1"/>
          </p:cNvPicPr>
          <p:nvPr/>
        </p:nvPicPr>
        <p:blipFill>
          <a:blip r:embed="rId1417"/>
          <a:stretch>
            <a:fillRect/>
          </a:stretch>
        </p:blipFill>
        <p:spPr>
          <a:xfrm>
            <a:off x="4501901" y="1954746"/>
            <a:ext cx="56394" cy="58762"/>
          </a:xfrm>
          <a:prstGeom prst="rect">
            <a:avLst/>
          </a:prstGeom>
        </p:spPr>
      </p:pic>
      <p:pic>
        <p:nvPicPr>
          <p:cNvPr id="1420" name="Image 1417" descr="preencoded.png">    </p:cNvPr>
          <p:cNvPicPr>
            <a:picLocks noChangeAspect="1"/>
          </p:cNvPicPr>
          <p:nvPr/>
        </p:nvPicPr>
        <p:blipFill>
          <a:blip r:embed="rId1418"/>
          <a:stretch>
            <a:fillRect/>
          </a:stretch>
        </p:blipFill>
        <p:spPr>
          <a:xfrm>
            <a:off x="4099346" y="1952191"/>
            <a:ext cx="37046" cy="68982"/>
          </a:xfrm>
          <a:prstGeom prst="rect">
            <a:avLst/>
          </a:prstGeom>
        </p:spPr>
      </p:pic>
      <p:pic>
        <p:nvPicPr>
          <p:cNvPr id="1421" name="Image 1418" descr="preencoded.png">    </p:cNvPr>
          <p:cNvPicPr>
            <a:picLocks noChangeAspect="1"/>
          </p:cNvPicPr>
          <p:nvPr/>
        </p:nvPicPr>
        <p:blipFill>
          <a:blip r:embed="rId1419"/>
          <a:stretch>
            <a:fillRect/>
          </a:stretch>
        </p:blipFill>
        <p:spPr>
          <a:xfrm>
            <a:off x="5120022" y="1969920"/>
            <a:ext cx="23335" cy="30813"/>
          </a:xfrm>
          <a:prstGeom prst="rect">
            <a:avLst/>
          </a:prstGeom>
        </p:spPr>
      </p:pic>
      <p:pic>
        <p:nvPicPr>
          <p:cNvPr id="1422" name="Image 1419" descr="preencoded.png">    </p:cNvPr>
          <p:cNvPicPr>
            <a:picLocks noChangeAspect="1"/>
          </p:cNvPicPr>
          <p:nvPr/>
        </p:nvPicPr>
        <p:blipFill>
          <a:blip r:embed="rId1420"/>
          <a:stretch>
            <a:fillRect/>
          </a:stretch>
        </p:blipFill>
        <p:spPr>
          <a:xfrm>
            <a:off x="5049714" y="1967519"/>
            <a:ext cx="39650" cy="35879"/>
          </a:xfrm>
          <a:prstGeom prst="rect">
            <a:avLst/>
          </a:prstGeom>
        </p:spPr>
      </p:pic>
      <p:pic>
        <p:nvPicPr>
          <p:cNvPr id="1423" name="Image 1420" descr="preencoded.png">    </p:cNvPr>
          <p:cNvPicPr>
            <a:picLocks noChangeAspect="1"/>
          </p:cNvPicPr>
          <p:nvPr/>
        </p:nvPicPr>
        <p:blipFill>
          <a:blip r:embed="rId1421"/>
          <a:stretch>
            <a:fillRect/>
          </a:stretch>
        </p:blipFill>
        <p:spPr>
          <a:xfrm>
            <a:off x="4706131" y="1972624"/>
            <a:ext cx="25549" cy="12368"/>
          </a:xfrm>
          <a:prstGeom prst="rect">
            <a:avLst/>
          </a:prstGeom>
        </p:spPr>
      </p:pic>
      <p:pic>
        <p:nvPicPr>
          <p:cNvPr id="1424" name="Image 1421" descr="preencoded.png">    </p:cNvPr>
          <p:cNvPicPr>
            <a:picLocks noChangeAspect="1"/>
          </p:cNvPicPr>
          <p:nvPr/>
        </p:nvPicPr>
        <p:blipFill>
          <a:blip r:embed="rId1422"/>
          <a:stretch>
            <a:fillRect/>
          </a:stretch>
        </p:blipFill>
        <p:spPr>
          <a:xfrm>
            <a:off x="5102139" y="1970075"/>
            <a:ext cx="10220" cy="20439"/>
          </a:xfrm>
          <a:prstGeom prst="rect">
            <a:avLst/>
          </a:prstGeom>
        </p:spPr>
      </p:pic>
      <p:pic>
        <p:nvPicPr>
          <p:cNvPr id="1425" name="Image 1422" descr="preencoded.png">    </p:cNvPr>
          <p:cNvPicPr>
            <a:picLocks noChangeAspect="1"/>
          </p:cNvPicPr>
          <p:nvPr/>
        </p:nvPicPr>
        <p:blipFill>
          <a:blip r:embed="rId1423"/>
          <a:stretch>
            <a:fillRect/>
          </a:stretch>
        </p:blipFill>
        <p:spPr>
          <a:xfrm>
            <a:off x="4907669" y="1962410"/>
            <a:ext cx="46286" cy="28104"/>
          </a:xfrm>
          <a:prstGeom prst="rect">
            <a:avLst/>
          </a:prstGeom>
        </p:spPr>
      </p:pic>
      <p:pic>
        <p:nvPicPr>
          <p:cNvPr id="1426" name="Image 1423" descr="preencoded.png">    </p:cNvPr>
          <p:cNvPicPr>
            <a:picLocks noChangeAspect="1"/>
          </p:cNvPicPr>
          <p:nvPr/>
        </p:nvPicPr>
        <p:blipFill>
          <a:blip r:embed="rId1424"/>
          <a:stretch>
            <a:fillRect/>
          </a:stretch>
        </p:blipFill>
        <p:spPr>
          <a:xfrm>
            <a:off x="4662698" y="1962374"/>
            <a:ext cx="40878" cy="28140"/>
          </a:xfrm>
          <a:prstGeom prst="rect">
            <a:avLst/>
          </a:prstGeom>
        </p:spPr>
      </p:pic>
      <p:pic>
        <p:nvPicPr>
          <p:cNvPr id="1427" name="Image 1424" descr="preencoded.png">    </p:cNvPr>
          <p:cNvPicPr>
            <a:picLocks noChangeAspect="1"/>
          </p:cNvPicPr>
          <p:nvPr/>
        </p:nvPicPr>
        <p:blipFill>
          <a:blip r:embed="rId1425"/>
          <a:stretch>
            <a:fillRect/>
          </a:stretch>
        </p:blipFill>
        <p:spPr>
          <a:xfrm>
            <a:off x="4576997" y="1967520"/>
            <a:ext cx="14275" cy="33213"/>
          </a:xfrm>
          <a:prstGeom prst="rect">
            <a:avLst/>
          </a:prstGeom>
        </p:spPr>
      </p:pic>
      <p:pic>
        <p:nvPicPr>
          <p:cNvPr id="1428" name="Image 1425" descr="preencoded.png">    </p:cNvPr>
          <p:cNvPicPr>
            <a:picLocks noChangeAspect="1"/>
          </p:cNvPicPr>
          <p:nvPr/>
        </p:nvPicPr>
        <p:blipFill>
          <a:blip r:embed="rId1426"/>
          <a:stretch>
            <a:fillRect/>
          </a:stretch>
        </p:blipFill>
        <p:spPr>
          <a:xfrm>
            <a:off x="4122340" y="1959634"/>
            <a:ext cx="26826" cy="51319"/>
          </a:xfrm>
          <a:prstGeom prst="rect">
            <a:avLst/>
          </a:prstGeom>
        </p:spPr>
      </p:pic>
      <p:pic>
        <p:nvPicPr>
          <p:cNvPr id="1429" name="Image 1426" descr="preencoded.png">    </p:cNvPr>
          <p:cNvPicPr>
            <a:picLocks noChangeAspect="1"/>
          </p:cNvPicPr>
          <p:nvPr/>
        </p:nvPicPr>
        <p:blipFill>
          <a:blip r:embed="rId1427"/>
          <a:stretch>
            <a:fillRect/>
          </a:stretch>
        </p:blipFill>
        <p:spPr>
          <a:xfrm>
            <a:off x="4775045" y="1921302"/>
            <a:ext cx="97155" cy="94949"/>
          </a:xfrm>
          <a:prstGeom prst="rect">
            <a:avLst/>
          </a:prstGeom>
        </p:spPr>
      </p:pic>
      <p:pic>
        <p:nvPicPr>
          <p:cNvPr id="1430" name="Image 1427" descr="preencoded.png">    </p:cNvPr>
          <p:cNvPicPr>
            <a:picLocks noChangeAspect="1"/>
          </p:cNvPicPr>
          <p:nvPr/>
        </p:nvPicPr>
        <p:blipFill>
          <a:blip r:embed="rId1428"/>
          <a:stretch>
            <a:fillRect/>
          </a:stretch>
        </p:blipFill>
        <p:spPr>
          <a:xfrm>
            <a:off x="4586409" y="1888163"/>
            <a:ext cx="79331" cy="81641"/>
          </a:xfrm>
          <a:prstGeom prst="rect">
            <a:avLst/>
          </a:prstGeom>
        </p:spPr>
      </p:pic>
      <p:pic>
        <p:nvPicPr>
          <p:cNvPr id="1431" name="Image 1428" descr="preencoded.png">    </p:cNvPr>
          <p:cNvPicPr>
            <a:picLocks noChangeAspect="1"/>
          </p:cNvPicPr>
          <p:nvPr/>
        </p:nvPicPr>
        <p:blipFill>
          <a:blip r:embed="rId1429"/>
          <a:stretch>
            <a:fillRect/>
          </a:stretch>
        </p:blipFill>
        <p:spPr>
          <a:xfrm>
            <a:off x="4578317" y="1882996"/>
            <a:ext cx="95128" cy="94550"/>
          </a:xfrm>
          <a:prstGeom prst="rect">
            <a:avLst/>
          </a:prstGeom>
        </p:spPr>
      </p:pic>
      <p:pic>
        <p:nvPicPr>
          <p:cNvPr id="1432" name="Image 1429" descr="preencoded.png">    </p:cNvPr>
          <p:cNvPicPr>
            <a:picLocks noChangeAspect="1"/>
          </p:cNvPicPr>
          <p:nvPr/>
        </p:nvPicPr>
        <p:blipFill>
          <a:blip r:embed="rId1430"/>
          <a:stretch>
            <a:fillRect/>
          </a:stretch>
        </p:blipFill>
        <p:spPr>
          <a:xfrm>
            <a:off x="4165059" y="1941972"/>
            <a:ext cx="17322" cy="25549"/>
          </a:xfrm>
          <a:prstGeom prst="rect">
            <a:avLst/>
          </a:prstGeom>
        </p:spPr>
      </p:pic>
      <p:pic>
        <p:nvPicPr>
          <p:cNvPr id="1433" name="Image 1430" descr="preencoded.png">    </p:cNvPr>
          <p:cNvPicPr>
            <a:picLocks noChangeAspect="1"/>
          </p:cNvPicPr>
          <p:nvPr/>
        </p:nvPicPr>
        <p:blipFill>
          <a:blip r:embed="rId1431"/>
          <a:stretch>
            <a:fillRect/>
          </a:stretch>
        </p:blipFill>
        <p:spPr>
          <a:xfrm>
            <a:off x="4739344" y="1952191"/>
            <a:ext cx="33221" cy="20439"/>
          </a:xfrm>
          <a:prstGeom prst="rect">
            <a:avLst/>
          </a:prstGeom>
        </p:spPr>
      </p:pic>
      <p:pic>
        <p:nvPicPr>
          <p:cNvPr id="1434" name="Image 1431" descr="preencoded.png">    </p:cNvPr>
          <p:cNvPicPr>
            <a:picLocks noChangeAspect="1"/>
          </p:cNvPicPr>
          <p:nvPr/>
        </p:nvPicPr>
        <p:blipFill>
          <a:blip r:embed="rId1432"/>
          <a:stretch>
            <a:fillRect/>
          </a:stretch>
        </p:blipFill>
        <p:spPr>
          <a:xfrm>
            <a:off x="4312680" y="1949016"/>
            <a:ext cx="66427" cy="25298"/>
          </a:xfrm>
          <a:prstGeom prst="rect">
            <a:avLst/>
          </a:prstGeom>
        </p:spPr>
      </p:pic>
      <p:pic>
        <p:nvPicPr>
          <p:cNvPr id="1435" name="Image 1432" descr="preencoded.png">    </p:cNvPr>
          <p:cNvPicPr>
            <a:picLocks noChangeAspect="1"/>
          </p:cNvPicPr>
          <p:nvPr/>
        </p:nvPicPr>
        <p:blipFill>
          <a:blip r:embed="rId1433"/>
          <a:stretch>
            <a:fillRect/>
          </a:stretch>
        </p:blipFill>
        <p:spPr>
          <a:xfrm>
            <a:off x="3096555" y="1916423"/>
            <a:ext cx="12775" cy="46238"/>
          </a:xfrm>
          <a:prstGeom prst="rect">
            <a:avLst/>
          </a:prstGeom>
        </p:spPr>
      </p:pic>
      <p:pic>
        <p:nvPicPr>
          <p:cNvPr id="1436" name="Image 1433" descr="preencoded.png">    </p:cNvPr>
          <p:cNvPicPr>
            <a:picLocks noChangeAspect="1"/>
          </p:cNvPicPr>
          <p:nvPr/>
        </p:nvPicPr>
        <p:blipFill>
          <a:blip r:embed="rId1434"/>
          <a:stretch>
            <a:fillRect/>
          </a:stretch>
        </p:blipFill>
        <p:spPr>
          <a:xfrm>
            <a:off x="3060478" y="1898538"/>
            <a:ext cx="13084" cy="63872"/>
          </a:xfrm>
          <a:prstGeom prst="rect">
            <a:avLst/>
          </a:prstGeom>
        </p:spPr>
      </p:pic>
      <p:pic>
        <p:nvPicPr>
          <p:cNvPr id="1437" name="Image 1434" descr="preencoded.png">    </p:cNvPr>
          <p:cNvPicPr>
            <a:picLocks noChangeAspect="1"/>
          </p:cNvPicPr>
          <p:nvPr/>
        </p:nvPicPr>
        <p:blipFill>
          <a:blip r:embed="rId1435"/>
          <a:stretch>
            <a:fillRect/>
          </a:stretch>
        </p:blipFill>
        <p:spPr>
          <a:xfrm>
            <a:off x="4552838" y="1957280"/>
            <a:ext cx="30659" cy="23015"/>
          </a:xfrm>
          <a:prstGeom prst="rect">
            <a:avLst/>
          </a:prstGeom>
        </p:spPr>
      </p:pic>
      <p:pic>
        <p:nvPicPr>
          <p:cNvPr id="1438" name="Image 1435" descr="preencoded.png">    </p:cNvPr>
          <p:cNvPicPr>
            <a:picLocks noChangeAspect="1"/>
          </p:cNvPicPr>
          <p:nvPr/>
        </p:nvPicPr>
        <p:blipFill>
          <a:blip r:embed="rId1436"/>
          <a:stretch>
            <a:fillRect/>
          </a:stretch>
        </p:blipFill>
        <p:spPr>
          <a:xfrm>
            <a:off x="3157872" y="1872823"/>
            <a:ext cx="28944" cy="112581"/>
          </a:xfrm>
          <a:prstGeom prst="rect">
            <a:avLst/>
          </a:prstGeom>
        </p:spPr>
      </p:pic>
      <p:pic>
        <p:nvPicPr>
          <p:cNvPr id="1439" name="Image 1436" descr="preencoded.png">    </p:cNvPr>
          <p:cNvPicPr>
            <a:picLocks noChangeAspect="1"/>
          </p:cNvPicPr>
          <p:nvPr/>
        </p:nvPicPr>
        <p:blipFill>
          <a:blip r:embed="rId1437"/>
          <a:stretch>
            <a:fillRect/>
          </a:stretch>
        </p:blipFill>
        <p:spPr>
          <a:xfrm>
            <a:off x="4693357" y="1949636"/>
            <a:ext cx="46018" cy="17884"/>
          </a:xfrm>
          <a:prstGeom prst="rect">
            <a:avLst/>
          </a:prstGeom>
        </p:spPr>
      </p:pic>
      <p:pic>
        <p:nvPicPr>
          <p:cNvPr id="1440" name="Image 1437" descr="preencoded.png">    </p:cNvPr>
          <p:cNvPicPr>
            <a:picLocks noChangeAspect="1"/>
          </p:cNvPicPr>
          <p:nvPr/>
        </p:nvPicPr>
        <p:blipFill>
          <a:blip r:embed="rId1438"/>
          <a:stretch>
            <a:fillRect/>
          </a:stretch>
        </p:blipFill>
        <p:spPr>
          <a:xfrm>
            <a:off x="3993319" y="1934307"/>
            <a:ext cx="70781" cy="79201"/>
          </a:xfrm>
          <a:prstGeom prst="rect">
            <a:avLst/>
          </a:prstGeom>
        </p:spPr>
      </p:pic>
      <p:pic>
        <p:nvPicPr>
          <p:cNvPr id="1441" name="Image 1438" descr="preencoded.png">    </p:cNvPr>
          <p:cNvPicPr>
            <a:picLocks noChangeAspect="1"/>
          </p:cNvPicPr>
          <p:nvPr/>
        </p:nvPicPr>
        <p:blipFill>
          <a:blip r:embed="rId1439"/>
          <a:stretch>
            <a:fillRect/>
          </a:stretch>
        </p:blipFill>
        <p:spPr>
          <a:xfrm>
            <a:off x="3943118" y="1908724"/>
            <a:ext cx="32317" cy="76680"/>
          </a:xfrm>
          <a:prstGeom prst="rect">
            <a:avLst/>
          </a:prstGeom>
        </p:spPr>
      </p:pic>
      <p:pic>
        <p:nvPicPr>
          <p:cNvPr id="1442" name="Image 1439" descr="preencoded.png">    </p:cNvPr>
          <p:cNvPicPr>
            <a:picLocks noChangeAspect="1"/>
          </p:cNvPicPr>
          <p:nvPr/>
        </p:nvPicPr>
        <p:blipFill>
          <a:blip r:embed="rId1440"/>
          <a:stretch>
            <a:fillRect/>
          </a:stretch>
        </p:blipFill>
        <p:spPr>
          <a:xfrm>
            <a:off x="4384216" y="1947081"/>
            <a:ext cx="25575" cy="28104"/>
          </a:xfrm>
          <a:prstGeom prst="rect">
            <a:avLst/>
          </a:prstGeom>
        </p:spPr>
      </p:pic>
      <p:pic>
        <p:nvPicPr>
          <p:cNvPr id="1443" name="Image 1440" descr="preencoded.png">    </p:cNvPr>
          <p:cNvPicPr>
            <a:picLocks noChangeAspect="1"/>
          </p:cNvPicPr>
          <p:nvPr/>
        </p:nvPicPr>
        <p:blipFill>
          <a:blip r:embed="rId1441"/>
          <a:stretch>
            <a:fillRect/>
          </a:stretch>
        </p:blipFill>
        <p:spPr>
          <a:xfrm>
            <a:off x="2894720" y="1916423"/>
            <a:ext cx="10792" cy="45988"/>
          </a:xfrm>
          <a:prstGeom prst="rect">
            <a:avLst/>
          </a:prstGeom>
        </p:spPr>
      </p:pic>
      <p:pic>
        <p:nvPicPr>
          <p:cNvPr id="1444" name="Image 1441" descr="preencoded.png">    </p:cNvPr>
          <p:cNvPicPr>
            <a:picLocks noChangeAspect="1"/>
          </p:cNvPicPr>
          <p:nvPr/>
        </p:nvPicPr>
        <p:blipFill>
          <a:blip r:embed="rId1442"/>
          <a:stretch>
            <a:fillRect/>
          </a:stretch>
        </p:blipFill>
        <p:spPr>
          <a:xfrm>
            <a:off x="2772085" y="1908758"/>
            <a:ext cx="13061" cy="53653"/>
          </a:xfrm>
          <a:prstGeom prst="rect">
            <a:avLst/>
          </a:prstGeom>
        </p:spPr>
      </p:pic>
      <p:pic>
        <p:nvPicPr>
          <p:cNvPr id="1445" name="Image 1442" descr="preencoded.png">    </p:cNvPr>
          <p:cNvPicPr>
            <a:picLocks noChangeAspect="1"/>
          </p:cNvPicPr>
          <p:nvPr/>
        </p:nvPicPr>
        <p:blipFill>
          <a:blip r:embed="rId1443"/>
          <a:stretch>
            <a:fillRect/>
          </a:stretch>
        </p:blipFill>
        <p:spPr>
          <a:xfrm>
            <a:off x="2611128" y="1872715"/>
            <a:ext cx="18196" cy="89696"/>
          </a:xfrm>
          <a:prstGeom prst="rect">
            <a:avLst/>
          </a:prstGeom>
        </p:spPr>
      </p:pic>
      <p:pic>
        <p:nvPicPr>
          <p:cNvPr id="1446" name="Image 1443" descr="preencoded.png">    </p:cNvPr>
          <p:cNvPicPr>
            <a:picLocks noChangeAspect="1"/>
          </p:cNvPicPr>
          <p:nvPr/>
        </p:nvPicPr>
        <p:blipFill>
          <a:blip r:embed="rId1444"/>
          <a:stretch>
            <a:fillRect/>
          </a:stretch>
        </p:blipFill>
        <p:spPr>
          <a:xfrm>
            <a:off x="4976949" y="1939417"/>
            <a:ext cx="45988" cy="20598"/>
          </a:xfrm>
          <a:prstGeom prst="rect">
            <a:avLst/>
          </a:prstGeom>
        </p:spPr>
      </p:pic>
      <p:pic>
        <p:nvPicPr>
          <p:cNvPr id="1447" name="Image 1444" descr="preencoded.png">    </p:cNvPr>
          <p:cNvPicPr>
            <a:picLocks noChangeAspect="1"/>
          </p:cNvPicPr>
          <p:nvPr/>
        </p:nvPicPr>
        <p:blipFill>
          <a:blip r:embed="rId1445"/>
          <a:stretch>
            <a:fillRect/>
          </a:stretch>
        </p:blipFill>
        <p:spPr>
          <a:xfrm>
            <a:off x="2708213" y="1898538"/>
            <a:ext cx="10219" cy="63872"/>
          </a:xfrm>
          <a:prstGeom prst="rect">
            <a:avLst/>
          </a:prstGeom>
        </p:spPr>
      </p:pic>
      <p:pic>
        <p:nvPicPr>
          <p:cNvPr id="1448" name="Image 1445" descr="preencoded.png">    </p:cNvPr>
          <p:cNvPicPr>
            <a:picLocks noChangeAspect="1"/>
          </p:cNvPicPr>
          <p:nvPr/>
        </p:nvPicPr>
        <p:blipFill>
          <a:blip r:embed="rId1446"/>
          <a:stretch>
            <a:fillRect/>
          </a:stretch>
        </p:blipFill>
        <p:spPr>
          <a:xfrm>
            <a:off x="2544700" y="1875315"/>
            <a:ext cx="81756" cy="86875"/>
          </a:xfrm>
          <a:prstGeom prst="rect">
            <a:avLst/>
          </a:prstGeom>
        </p:spPr>
      </p:pic>
      <p:pic>
        <p:nvPicPr>
          <p:cNvPr id="1449" name="Image 1446" descr="preencoded.png">    </p:cNvPr>
          <p:cNvPicPr>
            <a:picLocks noChangeAspect="1"/>
          </p:cNvPicPr>
          <p:nvPr/>
        </p:nvPicPr>
        <p:blipFill>
          <a:blip r:embed="rId1447"/>
          <a:stretch>
            <a:fillRect/>
          </a:stretch>
        </p:blipFill>
        <p:spPr>
          <a:xfrm>
            <a:off x="2504124" y="1873747"/>
            <a:ext cx="27802" cy="114044"/>
          </a:xfrm>
          <a:prstGeom prst="rect">
            <a:avLst/>
          </a:prstGeom>
        </p:spPr>
      </p:pic>
      <p:pic>
        <p:nvPicPr>
          <p:cNvPr id="1450" name="Image 1447" descr="preencoded.png">    </p:cNvPr>
          <p:cNvPicPr>
            <a:picLocks noChangeAspect="1"/>
          </p:cNvPicPr>
          <p:nvPr/>
        </p:nvPicPr>
        <p:blipFill>
          <a:blip r:embed="rId1448"/>
          <a:stretch>
            <a:fillRect/>
          </a:stretch>
        </p:blipFill>
        <p:spPr>
          <a:xfrm>
            <a:off x="4532765" y="1930468"/>
            <a:ext cx="53287" cy="34497"/>
          </a:xfrm>
          <a:prstGeom prst="rect">
            <a:avLst/>
          </a:prstGeom>
        </p:spPr>
      </p:pic>
      <p:pic>
        <p:nvPicPr>
          <p:cNvPr id="1451" name="Image 1448" descr="preencoded.png">    </p:cNvPr>
          <p:cNvPicPr>
            <a:picLocks noChangeAspect="1"/>
          </p:cNvPicPr>
          <p:nvPr/>
        </p:nvPicPr>
        <p:blipFill>
          <a:blip r:embed="rId1449"/>
          <a:stretch>
            <a:fillRect/>
          </a:stretch>
        </p:blipFill>
        <p:spPr>
          <a:xfrm>
            <a:off x="3004940" y="1931752"/>
            <a:ext cx="30347" cy="22994"/>
          </a:xfrm>
          <a:prstGeom prst="rect">
            <a:avLst/>
          </a:prstGeom>
        </p:spPr>
      </p:pic>
      <p:pic>
        <p:nvPicPr>
          <p:cNvPr id="1452" name="Image 1449" descr="preencoded.png">    </p:cNvPr>
          <p:cNvPicPr>
            <a:picLocks noChangeAspect="1"/>
          </p:cNvPicPr>
          <p:nvPr/>
        </p:nvPicPr>
        <p:blipFill>
          <a:blip r:embed="rId1450"/>
          <a:stretch>
            <a:fillRect/>
          </a:stretch>
        </p:blipFill>
        <p:spPr>
          <a:xfrm>
            <a:off x="2652018" y="1931752"/>
            <a:ext cx="28181" cy="22181"/>
          </a:xfrm>
          <a:prstGeom prst="rect">
            <a:avLst/>
          </a:prstGeom>
        </p:spPr>
      </p:pic>
      <p:pic>
        <p:nvPicPr>
          <p:cNvPr id="1453" name="Image 1450" descr="preencoded.png">    </p:cNvPr>
          <p:cNvPicPr>
            <a:picLocks noChangeAspect="1"/>
          </p:cNvPicPr>
          <p:nvPr/>
        </p:nvPicPr>
        <p:blipFill>
          <a:blip r:embed="rId1451"/>
          <a:stretch>
            <a:fillRect/>
          </a:stretch>
        </p:blipFill>
        <p:spPr>
          <a:xfrm>
            <a:off x="4867089" y="1939417"/>
            <a:ext cx="21494" cy="20439"/>
          </a:xfrm>
          <a:prstGeom prst="rect">
            <a:avLst/>
          </a:prstGeom>
        </p:spPr>
      </p:pic>
      <p:pic>
        <p:nvPicPr>
          <p:cNvPr id="1454" name="Image 1451" descr="preencoded.png">    </p:cNvPr>
          <p:cNvPicPr>
            <a:picLocks noChangeAspect="1"/>
          </p:cNvPicPr>
          <p:nvPr/>
        </p:nvPicPr>
        <p:blipFill>
          <a:blip r:embed="rId1452"/>
          <a:stretch>
            <a:fillRect/>
          </a:stretch>
        </p:blipFill>
        <p:spPr>
          <a:xfrm>
            <a:off x="4294795" y="1924087"/>
            <a:ext cx="82012" cy="37046"/>
          </a:xfrm>
          <a:prstGeom prst="rect">
            <a:avLst/>
          </a:prstGeom>
        </p:spPr>
      </p:pic>
      <p:pic>
        <p:nvPicPr>
          <p:cNvPr id="1455" name="Image 1452" descr="preencoded.png">    </p:cNvPr>
          <p:cNvPicPr>
            <a:picLocks noChangeAspect="1"/>
          </p:cNvPicPr>
          <p:nvPr/>
        </p:nvPicPr>
        <p:blipFill>
          <a:blip r:embed="rId1453"/>
          <a:stretch>
            <a:fillRect/>
          </a:stretch>
        </p:blipFill>
        <p:spPr>
          <a:xfrm>
            <a:off x="4174695" y="1928975"/>
            <a:ext cx="95941" cy="97308"/>
          </a:xfrm>
          <a:prstGeom prst="rect">
            <a:avLst/>
          </a:prstGeom>
        </p:spPr>
      </p:pic>
      <p:pic>
        <p:nvPicPr>
          <p:cNvPr id="1456" name="Image 1453" descr="preencoded.png">    </p:cNvPr>
          <p:cNvPicPr>
            <a:picLocks noChangeAspect="1"/>
          </p:cNvPicPr>
          <p:nvPr/>
        </p:nvPicPr>
        <p:blipFill>
          <a:blip r:embed="rId1454"/>
          <a:stretch>
            <a:fillRect/>
          </a:stretch>
        </p:blipFill>
        <p:spPr>
          <a:xfrm>
            <a:off x="3983285" y="1924087"/>
            <a:ext cx="61132" cy="74092"/>
          </a:xfrm>
          <a:prstGeom prst="rect">
            <a:avLst/>
          </a:prstGeom>
        </p:spPr>
      </p:pic>
      <p:pic>
        <p:nvPicPr>
          <p:cNvPr id="1457" name="Image 1454" descr="preencoded.png">    </p:cNvPr>
          <p:cNvPicPr>
            <a:picLocks noChangeAspect="1"/>
          </p:cNvPicPr>
          <p:nvPr/>
        </p:nvPicPr>
        <p:blipFill>
          <a:blip r:embed="rId1455"/>
          <a:stretch>
            <a:fillRect/>
          </a:stretch>
        </p:blipFill>
        <p:spPr>
          <a:xfrm>
            <a:off x="2544700" y="1895984"/>
            <a:ext cx="15329" cy="66677"/>
          </a:xfrm>
          <a:prstGeom prst="rect">
            <a:avLst/>
          </a:prstGeom>
        </p:spPr>
      </p:pic>
      <p:pic>
        <p:nvPicPr>
          <p:cNvPr id="1458" name="Image 1455" descr="preencoded.png">    </p:cNvPr>
          <p:cNvPicPr>
            <a:picLocks noChangeAspect="1"/>
          </p:cNvPicPr>
          <p:nvPr/>
        </p:nvPicPr>
        <p:blipFill>
          <a:blip r:embed="rId1456"/>
          <a:stretch>
            <a:fillRect/>
          </a:stretch>
        </p:blipFill>
        <p:spPr>
          <a:xfrm>
            <a:off x="4936071" y="1916423"/>
            <a:ext cx="63872" cy="38345"/>
          </a:xfrm>
          <a:prstGeom prst="rect">
            <a:avLst/>
          </a:prstGeom>
        </p:spPr>
      </p:pic>
      <p:pic>
        <p:nvPicPr>
          <p:cNvPr id="1459" name="Image 1456" descr="preencoded.png">    </p:cNvPr>
          <p:cNvPicPr>
            <a:picLocks noChangeAspect="1"/>
          </p:cNvPicPr>
          <p:nvPr/>
        </p:nvPicPr>
        <p:blipFill>
          <a:blip r:embed="rId1457"/>
          <a:stretch>
            <a:fillRect/>
          </a:stretch>
        </p:blipFill>
        <p:spPr>
          <a:xfrm>
            <a:off x="4726571" y="1911313"/>
            <a:ext cx="58762" cy="43433"/>
          </a:xfrm>
          <a:prstGeom prst="rect">
            <a:avLst/>
          </a:prstGeom>
        </p:spPr>
      </p:pic>
      <p:pic>
        <p:nvPicPr>
          <p:cNvPr id="1460" name="Image 1457" descr="preencoded.png">    </p:cNvPr>
          <p:cNvPicPr>
            <a:picLocks noChangeAspect="1"/>
          </p:cNvPicPr>
          <p:nvPr/>
        </p:nvPicPr>
        <p:blipFill>
          <a:blip r:embed="rId1458"/>
          <a:stretch>
            <a:fillRect/>
          </a:stretch>
        </p:blipFill>
        <p:spPr>
          <a:xfrm>
            <a:off x="2733762" y="1896092"/>
            <a:ext cx="48543" cy="63764"/>
          </a:xfrm>
          <a:prstGeom prst="rect">
            <a:avLst/>
          </a:prstGeom>
        </p:spPr>
      </p:pic>
      <p:pic>
        <p:nvPicPr>
          <p:cNvPr id="1461" name="Image 1458" descr="preencoded.png">    </p:cNvPr>
          <p:cNvPicPr>
            <a:picLocks noChangeAspect="1"/>
          </p:cNvPicPr>
          <p:nvPr/>
        </p:nvPicPr>
        <p:blipFill>
          <a:blip r:embed="rId1459"/>
          <a:stretch>
            <a:fillRect/>
          </a:stretch>
        </p:blipFill>
        <p:spPr>
          <a:xfrm>
            <a:off x="5168402" y="1908758"/>
            <a:ext cx="89620" cy="58762"/>
          </a:xfrm>
          <a:prstGeom prst="rect">
            <a:avLst/>
          </a:prstGeom>
        </p:spPr>
      </p:pic>
      <p:pic>
        <p:nvPicPr>
          <p:cNvPr id="1462" name="Image 1459" descr="preencoded.png">    </p:cNvPr>
          <p:cNvPicPr>
            <a:picLocks noChangeAspect="1"/>
          </p:cNvPicPr>
          <p:nvPr/>
        </p:nvPicPr>
        <p:blipFill>
          <a:blip r:embed="rId1460"/>
          <a:stretch>
            <a:fillRect/>
          </a:stretch>
        </p:blipFill>
        <p:spPr>
          <a:xfrm>
            <a:off x="4856870" y="1855105"/>
            <a:ext cx="66427" cy="99640"/>
          </a:xfrm>
          <a:prstGeom prst="rect">
            <a:avLst/>
          </a:prstGeom>
        </p:spPr>
      </p:pic>
      <p:pic>
        <p:nvPicPr>
          <p:cNvPr id="1463" name="Image 1460" descr="preencoded.png">    </p:cNvPr>
          <p:cNvPicPr>
            <a:picLocks noChangeAspect="1"/>
          </p:cNvPicPr>
          <p:nvPr/>
        </p:nvPicPr>
        <p:blipFill>
          <a:blip r:embed="rId1461"/>
          <a:stretch>
            <a:fillRect/>
          </a:stretch>
        </p:blipFill>
        <p:spPr>
          <a:xfrm>
            <a:off x="4144058" y="1924087"/>
            <a:ext cx="24498" cy="30659"/>
          </a:xfrm>
          <a:prstGeom prst="rect">
            <a:avLst/>
          </a:prstGeom>
        </p:spPr>
      </p:pic>
      <p:pic>
        <p:nvPicPr>
          <p:cNvPr id="1464" name="Image 1461" descr="preencoded.png">    </p:cNvPr>
          <p:cNvPicPr>
            <a:picLocks noChangeAspect="1"/>
          </p:cNvPicPr>
          <p:nvPr/>
        </p:nvPicPr>
        <p:blipFill>
          <a:blip r:embed="rId1462"/>
          <a:stretch>
            <a:fillRect/>
          </a:stretch>
        </p:blipFill>
        <p:spPr>
          <a:xfrm>
            <a:off x="2937964" y="1931752"/>
            <a:ext cx="46177" cy="7665"/>
          </a:xfrm>
          <a:prstGeom prst="rect">
            <a:avLst/>
          </a:prstGeom>
        </p:spPr>
      </p:pic>
      <p:pic>
        <p:nvPicPr>
          <p:cNvPr id="1465" name="Image 1462" descr="preencoded.png">    </p:cNvPr>
          <p:cNvPicPr>
            <a:picLocks noChangeAspect="1"/>
          </p:cNvPicPr>
          <p:nvPr/>
        </p:nvPicPr>
        <p:blipFill>
          <a:blip r:embed="rId1463"/>
          <a:stretch>
            <a:fillRect/>
          </a:stretch>
        </p:blipFill>
        <p:spPr>
          <a:xfrm>
            <a:off x="2892165" y="1895950"/>
            <a:ext cx="33247" cy="66460"/>
          </a:xfrm>
          <a:prstGeom prst="rect">
            <a:avLst/>
          </a:prstGeom>
        </p:spPr>
      </p:pic>
      <p:pic>
        <p:nvPicPr>
          <p:cNvPr id="1466" name="Image 1463" descr="preencoded.png">    </p:cNvPr>
          <p:cNvPicPr>
            <a:picLocks noChangeAspect="1"/>
          </p:cNvPicPr>
          <p:nvPr/>
        </p:nvPicPr>
        <p:blipFill>
          <a:blip r:embed="rId1464"/>
          <a:stretch>
            <a:fillRect/>
          </a:stretch>
        </p:blipFill>
        <p:spPr>
          <a:xfrm>
            <a:off x="2733762" y="1916423"/>
            <a:ext cx="12775" cy="46238"/>
          </a:xfrm>
          <a:prstGeom prst="rect">
            <a:avLst/>
          </a:prstGeom>
        </p:spPr>
      </p:pic>
      <p:pic>
        <p:nvPicPr>
          <p:cNvPr id="1467" name="Image 1464" descr="preencoded.png">    </p:cNvPr>
          <p:cNvPicPr>
            <a:picLocks noChangeAspect="1"/>
          </p:cNvPicPr>
          <p:nvPr/>
        </p:nvPicPr>
        <p:blipFill>
          <a:blip r:embed="rId1465"/>
          <a:stretch>
            <a:fillRect/>
          </a:stretch>
        </p:blipFill>
        <p:spPr>
          <a:xfrm>
            <a:off x="5127687" y="1898538"/>
            <a:ext cx="15641" cy="66427"/>
          </a:xfrm>
          <a:prstGeom prst="rect">
            <a:avLst/>
          </a:prstGeom>
        </p:spPr>
      </p:pic>
      <p:pic>
        <p:nvPicPr>
          <p:cNvPr id="1468" name="Image 1465" descr="preencoded.png">    </p:cNvPr>
          <p:cNvPicPr>
            <a:picLocks noChangeAspect="1"/>
          </p:cNvPicPr>
          <p:nvPr/>
        </p:nvPicPr>
        <p:blipFill>
          <a:blip r:embed="rId1466"/>
          <a:stretch>
            <a:fillRect/>
          </a:stretch>
        </p:blipFill>
        <p:spPr>
          <a:xfrm>
            <a:off x="5081699" y="1918978"/>
            <a:ext cx="13234" cy="43433"/>
          </a:xfrm>
          <a:prstGeom prst="rect">
            <a:avLst/>
          </a:prstGeom>
        </p:spPr>
      </p:pic>
      <p:pic>
        <p:nvPicPr>
          <p:cNvPr id="1469" name="Image 1466" descr="preencoded.png">    </p:cNvPr>
          <p:cNvPicPr>
            <a:picLocks noChangeAspect="1"/>
          </p:cNvPicPr>
          <p:nvPr/>
        </p:nvPicPr>
        <p:blipFill>
          <a:blip r:embed="rId1467"/>
          <a:stretch>
            <a:fillRect/>
          </a:stretch>
        </p:blipFill>
        <p:spPr>
          <a:xfrm>
            <a:off x="2639424" y="1895411"/>
            <a:ext cx="56014" cy="66696"/>
          </a:xfrm>
          <a:prstGeom prst="rect">
            <a:avLst/>
          </a:prstGeom>
        </p:spPr>
      </p:pic>
      <p:pic>
        <p:nvPicPr>
          <p:cNvPr id="1470" name="Image 1467" descr="preencoded.png">    </p:cNvPr>
          <p:cNvPicPr>
            <a:picLocks noChangeAspect="1"/>
          </p:cNvPicPr>
          <p:nvPr/>
        </p:nvPicPr>
        <p:blipFill>
          <a:blip r:embed="rId1468"/>
          <a:stretch>
            <a:fillRect/>
          </a:stretch>
        </p:blipFill>
        <p:spPr>
          <a:xfrm>
            <a:off x="4133837" y="1921754"/>
            <a:ext cx="217165" cy="173511"/>
          </a:xfrm>
          <a:prstGeom prst="rect">
            <a:avLst/>
          </a:prstGeom>
        </p:spPr>
      </p:pic>
      <p:pic>
        <p:nvPicPr>
          <p:cNvPr id="1471" name="Image 1468" descr="preencoded.png">    </p:cNvPr>
          <p:cNvPicPr>
            <a:picLocks noChangeAspect="1"/>
          </p:cNvPicPr>
          <p:nvPr/>
        </p:nvPicPr>
        <p:blipFill>
          <a:blip r:embed="rId1469"/>
          <a:stretch>
            <a:fillRect/>
          </a:stretch>
        </p:blipFill>
        <p:spPr>
          <a:xfrm>
            <a:off x="3965215" y="1908758"/>
            <a:ext cx="35768" cy="53653"/>
          </a:xfrm>
          <a:prstGeom prst="rect">
            <a:avLst/>
          </a:prstGeom>
        </p:spPr>
      </p:pic>
      <p:pic>
        <p:nvPicPr>
          <p:cNvPr id="1472" name="Image 1469" descr="preencoded.png">    </p:cNvPr>
          <p:cNvPicPr>
            <a:picLocks noChangeAspect="1"/>
          </p:cNvPicPr>
          <p:nvPr/>
        </p:nvPicPr>
        <p:blipFill>
          <a:blip r:embed="rId1470"/>
          <a:stretch>
            <a:fillRect/>
          </a:stretch>
        </p:blipFill>
        <p:spPr>
          <a:xfrm>
            <a:off x="2795079" y="1895864"/>
            <a:ext cx="50798" cy="66748"/>
          </a:xfrm>
          <a:prstGeom prst="rect">
            <a:avLst/>
          </a:prstGeom>
        </p:spPr>
      </p:pic>
      <p:pic>
        <p:nvPicPr>
          <p:cNvPr id="1473" name="Image 1470" descr="preencoded.png">    </p:cNvPr>
          <p:cNvPicPr>
            <a:picLocks noChangeAspect="1"/>
          </p:cNvPicPr>
          <p:nvPr/>
        </p:nvPicPr>
        <p:blipFill>
          <a:blip r:embed="rId1471"/>
          <a:stretch>
            <a:fillRect/>
          </a:stretch>
        </p:blipFill>
        <p:spPr>
          <a:xfrm>
            <a:off x="4399544" y="1867880"/>
            <a:ext cx="71544" cy="75108"/>
          </a:xfrm>
          <a:prstGeom prst="rect">
            <a:avLst/>
          </a:prstGeom>
        </p:spPr>
      </p:pic>
      <p:pic>
        <p:nvPicPr>
          <p:cNvPr id="1474" name="Image 1471" descr="preencoded.png">    </p:cNvPr>
          <p:cNvPicPr>
            <a:picLocks noChangeAspect="1"/>
          </p:cNvPicPr>
          <p:nvPr/>
        </p:nvPicPr>
        <p:blipFill>
          <a:blip r:embed="rId1472"/>
          <a:stretch>
            <a:fillRect/>
          </a:stretch>
        </p:blipFill>
        <p:spPr>
          <a:xfrm>
            <a:off x="4394688" y="1862749"/>
            <a:ext cx="81170" cy="84332"/>
          </a:xfrm>
          <a:prstGeom prst="rect">
            <a:avLst/>
          </a:prstGeom>
        </p:spPr>
      </p:pic>
      <p:pic>
        <p:nvPicPr>
          <p:cNvPr id="1475" name="Image 1472" descr="preencoded.png">    </p:cNvPr>
          <p:cNvPicPr>
            <a:picLocks noChangeAspect="1"/>
          </p:cNvPicPr>
          <p:nvPr/>
        </p:nvPicPr>
        <p:blipFill>
          <a:blip r:embed="rId1473"/>
          <a:stretch>
            <a:fillRect/>
          </a:stretch>
        </p:blipFill>
        <p:spPr>
          <a:xfrm>
            <a:off x="4184935" y="1913867"/>
            <a:ext cx="20439" cy="22994"/>
          </a:xfrm>
          <a:prstGeom prst="rect">
            <a:avLst/>
          </a:prstGeom>
        </p:spPr>
      </p:pic>
      <p:pic>
        <p:nvPicPr>
          <p:cNvPr id="1476" name="Image 1473" descr="preencoded.png">    </p:cNvPr>
          <p:cNvPicPr>
            <a:picLocks noChangeAspect="1"/>
          </p:cNvPicPr>
          <p:nvPr/>
        </p:nvPicPr>
        <p:blipFill>
          <a:blip r:embed="rId1474"/>
          <a:stretch>
            <a:fillRect/>
          </a:stretch>
        </p:blipFill>
        <p:spPr>
          <a:xfrm>
            <a:off x="3132324" y="1913867"/>
            <a:ext cx="12775" cy="48655"/>
          </a:xfrm>
          <a:prstGeom prst="rect">
            <a:avLst/>
          </a:prstGeom>
        </p:spPr>
      </p:pic>
      <p:pic>
        <p:nvPicPr>
          <p:cNvPr id="1477" name="Image 1474" descr="preencoded.png">    </p:cNvPr>
          <p:cNvPicPr>
            <a:picLocks noChangeAspect="1"/>
          </p:cNvPicPr>
          <p:nvPr/>
        </p:nvPicPr>
        <p:blipFill>
          <a:blip r:embed="rId1475"/>
          <a:stretch>
            <a:fillRect/>
          </a:stretch>
        </p:blipFill>
        <p:spPr>
          <a:xfrm>
            <a:off x="2992223" y="1895965"/>
            <a:ext cx="55790" cy="66599"/>
          </a:xfrm>
          <a:prstGeom prst="rect">
            <a:avLst/>
          </a:prstGeom>
        </p:spPr>
      </p:pic>
      <p:pic>
        <p:nvPicPr>
          <p:cNvPr id="1478" name="Image 1475" descr="preencoded.png">    </p:cNvPr>
          <p:cNvPicPr>
            <a:picLocks noChangeAspect="1"/>
          </p:cNvPicPr>
          <p:nvPr/>
        </p:nvPicPr>
        <p:blipFill>
          <a:blip r:embed="rId1476"/>
          <a:stretch>
            <a:fillRect/>
          </a:stretch>
        </p:blipFill>
        <p:spPr>
          <a:xfrm>
            <a:off x="2940533" y="1905658"/>
            <a:ext cx="30832" cy="18429"/>
          </a:xfrm>
          <a:prstGeom prst="rect">
            <a:avLst/>
          </a:prstGeom>
        </p:spPr>
      </p:pic>
      <p:pic>
        <p:nvPicPr>
          <p:cNvPr id="1479" name="Image 1476" descr="preencoded.png">    </p:cNvPr>
          <p:cNvPicPr>
            <a:picLocks noChangeAspect="1"/>
          </p:cNvPicPr>
          <p:nvPr/>
        </p:nvPicPr>
        <p:blipFill>
          <a:blip r:embed="rId1477"/>
          <a:stretch>
            <a:fillRect/>
          </a:stretch>
        </p:blipFill>
        <p:spPr>
          <a:xfrm>
            <a:off x="2926852" y="1896712"/>
            <a:ext cx="57306" cy="66505"/>
          </a:xfrm>
          <a:prstGeom prst="rect">
            <a:avLst/>
          </a:prstGeom>
        </p:spPr>
      </p:pic>
      <p:pic>
        <p:nvPicPr>
          <p:cNvPr id="1480" name="Image 1477" descr="preencoded.png">    </p:cNvPr>
          <p:cNvPicPr>
            <a:picLocks noChangeAspect="1"/>
          </p:cNvPicPr>
          <p:nvPr/>
        </p:nvPicPr>
        <p:blipFill>
          <a:blip r:embed="rId1478"/>
          <a:stretch>
            <a:fillRect/>
          </a:stretch>
        </p:blipFill>
        <p:spPr>
          <a:xfrm>
            <a:off x="4105581" y="1911313"/>
            <a:ext cx="43586" cy="40878"/>
          </a:xfrm>
          <a:prstGeom prst="rect">
            <a:avLst/>
          </a:prstGeom>
        </p:spPr>
      </p:pic>
      <p:pic>
        <p:nvPicPr>
          <p:cNvPr id="1481" name="Image 1478" descr="preencoded.png">    </p:cNvPr>
          <p:cNvPicPr>
            <a:picLocks noChangeAspect="1"/>
          </p:cNvPicPr>
          <p:nvPr/>
        </p:nvPicPr>
        <p:blipFill>
          <a:blip r:embed="rId1479"/>
          <a:stretch>
            <a:fillRect/>
          </a:stretch>
        </p:blipFill>
        <p:spPr>
          <a:xfrm>
            <a:off x="4066788" y="1906203"/>
            <a:ext cx="13685" cy="28104"/>
          </a:xfrm>
          <a:prstGeom prst="rect">
            <a:avLst/>
          </a:prstGeom>
        </p:spPr>
      </p:pic>
      <p:pic>
        <p:nvPicPr>
          <p:cNvPr id="1482" name="Image 1479" descr="preencoded.png">    </p:cNvPr>
          <p:cNvPicPr>
            <a:picLocks noChangeAspect="1"/>
          </p:cNvPicPr>
          <p:nvPr/>
        </p:nvPicPr>
        <p:blipFill>
          <a:blip r:embed="rId1480"/>
          <a:stretch>
            <a:fillRect/>
          </a:stretch>
        </p:blipFill>
        <p:spPr>
          <a:xfrm>
            <a:off x="2853842" y="1877939"/>
            <a:ext cx="28614" cy="84932"/>
          </a:xfrm>
          <a:prstGeom prst="rect">
            <a:avLst/>
          </a:prstGeom>
        </p:spPr>
      </p:pic>
      <p:pic>
        <p:nvPicPr>
          <p:cNvPr id="1483" name="Image 1480" descr="preencoded.png">    </p:cNvPr>
          <p:cNvPicPr>
            <a:picLocks noChangeAspect="1"/>
          </p:cNvPicPr>
          <p:nvPr/>
        </p:nvPicPr>
        <p:blipFill>
          <a:blip r:embed="rId1481"/>
          <a:stretch>
            <a:fillRect/>
          </a:stretch>
        </p:blipFill>
        <p:spPr>
          <a:xfrm>
            <a:off x="2708213" y="1893429"/>
            <a:ext cx="20281" cy="68982"/>
          </a:xfrm>
          <a:prstGeom prst="rect">
            <a:avLst/>
          </a:prstGeom>
        </p:spPr>
      </p:pic>
      <p:pic>
        <p:nvPicPr>
          <p:cNvPr id="1484" name="Image 1481" descr="preencoded.png">    </p:cNvPr>
          <p:cNvPicPr>
            <a:picLocks noChangeAspect="1"/>
          </p:cNvPicPr>
          <p:nvPr/>
        </p:nvPicPr>
        <p:blipFill>
          <a:blip r:embed="rId1482"/>
          <a:stretch>
            <a:fillRect/>
          </a:stretch>
        </p:blipFill>
        <p:spPr>
          <a:xfrm>
            <a:off x="2611057" y="1895984"/>
            <a:ext cx="15400" cy="66427"/>
          </a:xfrm>
          <a:prstGeom prst="rect">
            <a:avLst/>
          </a:prstGeom>
        </p:spPr>
      </p:pic>
      <p:pic>
        <p:nvPicPr>
          <p:cNvPr id="1485" name="Image 1482" descr="preencoded.png">    </p:cNvPr>
          <p:cNvPicPr>
            <a:picLocks noChangeAspect="1"/>
          </p:cNvPicPr>
          <p:nvPr/>
        </p:nvPicPr>
        <p:blipFill>
          <a:blip r:embed="rId1483"/>
          <a:stretch>
            <a:fillRect/>
          </a:stretch>
        </p:blipFill>
        <p:spPr>
          <a:xfrm>
            <a:off x="4851760" y="1898538"/>
            <a:ext cx="17884" cy="30659"/>
          </a:xfrm>
          <a:prstGeom prst="rect">
            <a:avLst/>
          </a:prstGeom>
        </p:spPr>
      </p:pic>
      <p:pic>
        <p:nvPicPr>
          <p:cNvPr id="1486" name="Image 1483" descr="preencoded.png">    </p:cNvPr>
          <p:cNvPicPr>
            <a:picLocks noChangeAspect="1"/>
          </p:cNvPicPr>
          <p:nvPr/>
        </p:nvPicPr>
        <p:blipFill>
          <a:blip r:embed="rId1484"/>
          <a:stretch>
            <a:fillRect/>
          </a:stretch>
        </p:blipFill>
        <p:spPr>
          <a:xfrm>
            <a:off x="4770003" y="1908758"/>
            <a:ext cx="22994" cy="22994"/>
          </a:xfrm>
          <a:prstGeom prst="rect">
            <a:avLst/>
          </a:prstGeom>
        </p:spPr>
      </p:pic>
      <p:pic>
        <p:nvPicPr>
          <p:cNvPr id="1487" name="Image 1484" descr="preencoded.png">    </p:cNvPr>
          <p:cNvPicPr>
            <a:picLocks noChangeAspect="1"/>
          </p:cNvPicPr>
          <p:nvPr/>
        </p:nvPicPr>
        <p:blipFill>
          <a:blip r:embed="rId1485"/>
          <a:stretch>
            <a:fillRect/>
          </a:stretch>
        </p:blipFill>
        <p:spPr>
          <a:xfrm>
            <a:off x="4675473" y="1913667"/>
            <a:ext cx="74091" cy="33414"/>
          </a:xfrm>
          <a:prstGeom prst="rect">
            <a:avLst/>
          </a:prstGeom>
        </p:spPr>
      </p:pic>
      <p:pic>
        <p:nvPicPr>
          <p:cNvPr id="1488" name="Image 1485" descr="preencoded.png">    </p:cNvPr>
          <p:cNvPicPr>
            <a:picLocks noChangeAspect="1"/>
          </p:cNvPicPr>
          <p:nvPr/>
        </p:nvPicPr>
        <p:blipFill>
          <a:blip r:embed="rId1486"/>
          <a:stretch>
            <a:fillRect/>
          </a:stretch>
        </p:blipFill>
        <p:spPr>
          <a:xfrm>
            <a:off x="2889610" y="1895755"/>
            <a:ext cx="10219" cy="66656"/>
          </a:xfrm>
          <a:prstGeom prst="rect">
            <a:avLst/>
          </a:prstGeom>
        </p:spPr>
      </p:pic>
      <p:pic>
        <p:nvPicPr>
          <p:cNvPr id="1489" name="Image 1486" descr="preencoded.png">    </p:cNvPr>
          <p:cNvPicPr>
            <a:picLocks noChangeAspect="1"/>
          </p:cNvPicPr>
          <p:nvPr/>
        </p:nvPicPr>
        <p:blipFill>
          <a:blip r:embed="rId1487"/>
          <a:stretch>
            <a:fillRect/>
          </a:stretch>
        </p:blipFill>
        <p:spPr>
          <a:xfrm>
            <a:off x="4987169" y="1903648"/>
            <a:ext cx="35768" cy="28104"/>
          </a:xfrm>
          <a:prstGeom prst="rect">
            <a:avLst/>
          </a:prstGeom>
        </p:spPr>
      </p:pic>
      <p:pic>
        <p:nvPicPr>
          <p:cNvPr id="1490" name="Image 1487" descr="preencoded.png">    </p:cNvPr>
          <p:cNvPicPr>
            <a:picLocks noChangeAspect="1"/>
          </p:cNvPicPr>
          <p:nvPr/>
        </p:nvPicPr>
        <p:blipFill>
          <a:blip r:embed="rId1488"/>
          <a:stretch>
            <a:fillRect/>
          </a:stretch>
        </p:blipFill>
        <p:spPr>
          <a:xfrm>
            <a:off x="4274357" y="1911313"/>
            <a:ext cx="68982" cy="45988"/>
          </a:xfrm>
          <a:prstGeom prst="rect">
            <a:avLst/>
          </a:prstGeom>
        </p:spPr>
      </p:pic>
      <p:pic>
        <p:nvPicPr>
          <p:cNvPr id="1491" name="Image 1488" descr="preencoded.png">    </p:cNvPr>
          <p:cNvPicPr>
            <a:picLocks noChangeAspect="1"/>
          </p:cNvPicPr>
          <p:nvPr/>
        </p:nvPicPr>
        <p:blipFill>
          <a:blip r:embed="rId1489"/>
          <a:stretch>
            <a:fillRect/>
          </a:stretch>
        </p:blipFill>
        <p:spPr>
          <a:xfrm>
            <a:off x="5296309" y="1681373"/>
            <a:ext cx="22994" cy="245269"/>
          </a:xfrm>
          <a:prstGeom prst="rect">
            <a:avLst/>
          </a:prstGeom>
        </p:spPr>
      </p:pic>
      <p:pic>
        <p:nvPicPr>
          <p:cNvPr id="1492" name="Image 1489" descr="preencoded.png">    </p:cNvPr>
          <p:cNvPicPr>
            <a:picLocks noChangeAspect="1"/>
          </p:cNvPicPr>
          <p:nvPr/>
        </p:nvPicPr>
        <p:blipFill>
          <a:blip r:embed="rId1490"/>
          <a:stretch>
            <a:fillRect/>
          </a:stretch>
        </p:blipFill>
        <p:spPr>
          <a:xfrm>
            <a:off x="5147963" y="1893429"/>
            <a:ext cx="18048" cy="74092"/>
          </a:xfrm>
          <a:prstGeom prst="rect">
            <a:avLst/>
          </a:prstGeom>
        </p:spPr>
      </p:pic>
      <p:pic>
        <p:nvPicPr>
          <p:cNvPr id="1493" name="Image 1490" descr="preencoded.png">    </p:cNvPr>
          <p:cNvPicPr>
            <a:picLocks noChangeAspect="1"/>
          </p:cNvPicPr>
          <p:nvPr/>
        </p:nvPicPr>
        <p:blipFill>
          <a:blip r:embed="rId1491"/>
          <a:stretch>
            <a:fillRect/>
          </a:stretch>
        </p:blipFill>
        <p:spPr>
          <a:xfrm>
            <a:off x="4915631" y="1903648"/>
            <a:ext cx="63872" cy="33213"/>
          </a:xfrm>
          <a:prstGeom prst="rect">
            <a:avLst/>
          </a:prstGeom>
        </p:spPr>
      </p:pic>
      <p:pic>
        <p:nvPicPr>
          <p:cNvPr id="1494" name="Image 1491" descr="preencoded.png">    </p:cNvPr>
          <p:cNvPicPr>
            <a:picLocks noChangeAspect="1"/>
          </p:cNvPicPr>
          <p:nvPr/>
        </p:nvPicPr>
        <p:blipFill>
          <a:blip r:embed="rId1492"/>
          <a:stretch>
            <a:fillRect/>
          </a:stretch>
        </p:blipFill>
        <p:spPr>
          <a:xfrm>
            <a:off x="5168402" y="1901093"/>
            <a:ext cx="12938" cy="30659"/>
          </a:xfrm>
          <a:prstGeom prst="rect">
            <a:avLst/>
          </a:prstGeom>
        </p:spPr>
      </p:pic>
      <p:pic>
        <p:nvPicPr>
          <p:cNvPr id="1495" name="Image 1492" descr="preencoded.png">    </p:cNvPr>
          <p:cNvPicPr>
            <a:picLocks noChangeAspect="1"/>
          </p:cNvPicPr>
          <p:nvPr/>
        </p:nvPicPr>
        <p:blipFill>
          <a:blip r:embed="rId1493"/>
          <a:stretch>
            <a:fillRect/>
          </a:stretch>
        </p:blipFill>
        <p:spPr>
          <a:xfrm>
            <a:off x="4836267" y="1891435"/>
            <a:ext cx="12645" cy="32841"/>
          </a:xfrm>
          <a:prstGeom prst="rect">
            <a:avLst/>
          </a:prstGeom>
        </p:spPr>
      </p:pic>
      <p:pic>
        <p:nvPicPr>
          <p:cNvPr id="1496" name="Image 1493" descr="preencoded.png">    </p:cNvPr>
          <p:cNvPicPr>
            <a:picLocks noChangeAspect="1"/>
          </p:cNvPicPr>
          <p:nvPr/>
        </p:nvPicPr>
        <p:blipFill>
          <a:blip r:embed="rId1494"/>
          <a:stretch>
            <a:fillRect/>
          </a:stretch>
        </p:blipFill>
        <p:spPr>
          <a:xfrm>
            <a:off x="4085289" y="1883209"/>
            <a:ext cx="23000" cy="58764"/>
          </a:xfrm>
          <a:prstGeom prst="rect">
            <a:avLst/>
          </a:prstGeom>
        </p:spPr>
      </p:pic>
      <p:pic>
        <p:nvPicPr>
          <p:cNvPr id="1497" name="Image 1494" descr="preencoded.png">    </p:cNvPr>
          <p:cNvPicPr>
            <a:picLocks noChangeAspect="1"/>
          </p:cNvPicPr>
          <p:nvPr/>
        </p:nvPicPr>
        <p:blipFill>
          <a:blip r:embed="rId1495"/>
          <a:stretch>
            <a:fillRect/>
          </a:stretch>
        </p:blipFill>
        <p:spPr>
          <a:xfrm>
            <a:off x="3063342" y="1896228"/>
            <a:ext cx="81915" cy="63628"/>
          </a:xfrm>
          <a:prstGeom prst="rect">
            <a:avLst/>
          </a:prstGeom>
        </p:spPr>
      </p:pic>
      <p:pic>
        <p:nvPicPr>
          <p:cNvPr id="1498" name="Image 1495" descr="preencoded.png">    </p:cNvPr>
          <p:cNvPicPr>
            <a:picLocks noChangeAspect="1"/>
          </p:cNvPicPr>
          <p:nvPr/>
        </p:nvPicPr>
        <p:blipFill>
          <a:blip r:embed="rId1496"/>
          <a:stretch>
            <a:fillRect/>
          </a:stretch>
        </p:blipFill>
        <p:spPr>
          <a:xfrm>
            <a:off x="4103179" y="1872990"/>
            <a:ext cx="84311" cy="58762"/>
          </a:xfrm>
          <a:prstGeom prst="rect">
            <a:avLst/>
          </a:prstGeom>
        </p:spPr>
      </p:pic>
      <p:pic>
        <p:nvPicPr>
          <p:cNvPr id="1499" name="Image 1496" descr="preencoded.png">    </p:cNvPr>
          <p:cNvPicPr>
            <a:picLocks noChangeAspect="1"/>
          </p:cNvPicPr>
          <p:nvPr/>
        </p:nvPicPr>
        <p:blipFill>
          <a:blip r:embed="rId1497"/>
          <a:stretch>
            <a:fillRect/>
          </a:stretch>
        </p:blipFill>
        <p:spPr>
          <a:xfrm>
            <a:off x="4695912" y="1890874"/>
            <a:ext cx="38323" cy="21716"/>
          </a:xfrm>
          <a:prstGeom prst="rect">
            <a:avLst/>
          </a:prstGeom>
        </p:spPr>
      </p:pic>
      <p:pic>
        <p:nvPicPr>
          <p:cNvPr id="1500" name="Image 1497" descr="preencoded.png">    </p:cNvPr>
          <p:cNvPicPr>
            <a:picLocks noChangeAspect="1"/>
          </p:cNvPicPr>
          <p:nvPr/>
        </p:nvPicPr>
        <p:blipFill>
          <a:blip r:embed="rId1498"/>
          <a:stretch>
            <a:fillRect/>
          </a:stretch>
        </p:blipFill>
        <p:spPr>
          <a:xfrm>
            <a:off x="4016313" y="1885764"/>
            <a:ext cx="41179" cy="40190"/>
          </a:xfrm>
          <a:prstGeom prst="rect">
            <a:avLst/>
          </a:prstGeom>
        </p:spPr>
      </p:pic>
      <p:pic>
        <p:nvPicPr>
          <p:cNvPr id="1501" name="Image 1498" descr="preencoded.png">    </p:cNvPr>
          <p:cNvPicPr>
            <a:picLocks noChangeAspect="1"/>
          </p:cNvPicPr>
          <p:nvPr/>
        </p:nvPicPr>
        <p:blipFill>
          <a:blip r:embed="rId1499"/>
          <a:stretch>
            <a:fillRect/>
          </a:stretch>
        </p:blipFill>
        <p:spPr>
          <a:xfrm>
            <a:off x="5738207" y="1346684"/>
            <a:ext cx="5370" cy="1182911"/>
          </a:xfrm>
          <a:prstGeom prst="rect">
            <a:avLst/>
          </a:prstGeom>
        </p:spPr>
      </p:pic>
      <p:pic>
        <p:nvPicPr>
          <p:cNvPr id="1502" name="Image 1499" descr="preencoded.png">    </p:cNvPr>
          <p:cNvPicPr>
            <a:picLocks noChangeAspect="1"/>
          </p:cNvPicPr>
          <p:nvPr/>
        </p:nvPicPr>
        <p:blipFill>
          <a:blip r:embed="rId1500"/>
          <a:stretch>
            <a:fillRect/>
          </a:stretch>
        </p:blipFill>
        <p:spPr>
          <a:xfrm>
            <a:off x="4792997" y="1877933"/>
            <a:ext cx="28104" cy="38490"/>
          </a:xfrm>
          <a:prstGeom prst="rect">
            <a:avLst/>
          </a:prstGeom>
        </p:spPr>
      </p:pic>
      <p:pic>
        <p:nvPicPr>
          <p:cNvPr id="1503" name="Image 1500" descr="preencoded.png">    </p:cNvPr>
          <p:cNvPicPr>
            <a:picLocks noChangeAspect="1"/>
          </p:cNvPicPr>
          <p:nvPr/>
        </p:nvPicPr>
        <p:blipFill>
          <a:blip r:embed="rId1501"/>
          <a:stretch>
            <a:fillRect/>
          </a:stretch>
        </p:blipFill>
        <p:spPr>
          <a:xfrm>
            <a:off x="5086809" y="1878099"/>
            <a:ext cx="79176" cy="143074"/>
          </a:xfrm>
          <a:prstGeom prst="rect">
            <a:avLst/>
          </a:prstGeom>
        </p:spPr>
      </p:pic>
      <p:pic>
        <p:nvPicPr>
          <p:cNvPr id="1504" name="Image 1501" descr="preencoded.png">    </p:cNvPr>
          <p:cNvPicPr>
            <a:picLocks noChangeAspect="1"/>
          </p:cNvPicPr>
          <p:nvPr/>
        </p:nvPicPr>
        <p:blipFill>
          <a:blip r:embed="rId1502"/>
          <a:stretch>
            <a:fillRect/>
          </a:stretch>
        </p:blipFill>
        <p:spPr>
          <a:xfrm>
            <a:off x="5071013" y="1867880"/>
            <a:ext cx="41345" cy="61317"/>
          </a:xfrm>
          <a:prstGeom prst="rect">
            <a:avLst/>
          </a:prstGeom>
        </p:spPr>
      </p:pic>
      <p:pic>
        <p:nvPicPr>
          <p:cNvPr id="1505" name="Image 1502" descr="preencoded.png">    </p:cNvPr>
          <p:cNvPicPr>
            <a:picLocks noChangeAspect="1"/>
          </p:cNvPicPr>
          <p:nvPr/>
        </p:nvPicPr>
        <p:blipFill>
          <a:blip r:embed="rId1503"/>
          <a:stretch>
            <a:fillRect/>
          </a:stretch>
        </p:blipFill>
        <p:spPr>
          <a:xfrm>
            <a:off x="5017827" y="1883209"/>
            <a:ext cx="43165" cy="33004"/>
          </a:xfrm>
          <a:prstGeom prst="rect">
            <a:avLst/>
          </a:prstGeom>
        </p:spPr>
      </p:pic>
      <p:pic>
        <p:nvPicPr>
          <p:cNvPr id="1506" name="Image 1503" descr="preencoded.png">    </p:cNvPr>
          <p:cNvPicPr>
            <a:picLocks noChangeAspect="1"/>
          </p:cNvPicPr>
          <p:nvPr/>
        </p:nvPicPr>
        <p:blipFill>
          <a:blip r:embed="rId1504"/>
          <a:stretch>
            <a:fillRect/>
          </a:stretch>
        </p:blipFill>
        <p:spPr>
          <a:xfrm>
            <a:off x="4777668" y="1888319"/>
            <a:ext cx="25549" cy="38323"/>
          </a:xfrm>
          <a:prstGeom prst="rect">
            <a:avLst/>
          </a:prstGeom>
        </p:spPr>
      </p:pic>
      <p:pic>
        <p:nvPicPr>
          <p:cNvPr id="1507" name="Image 1504" descr="preencoded.png">    </p:cNvPr>
          <p:cNvPicPr>
            <a:picLocks noChangeAspect="1"/>
          </p:cNvPicPr>
          <p:nvPr/>
        </p:nvPicPr>
        <p:blipFill>
          <a:blip r:embed="rId1505"/>
          <a:stretch>
            <a:fillRect/>
          </a:stretch>
        </p:blipFill>
        <p:spPr>
          <a:xfrm>
            <a:off x="4330564" y="1839776"/>
            <a:ext cx="56208" cy="88143"/>
          </a:xfrm>
          <a:prstGeom prst="rect">
            <a:avLst/>
          </a:prstGeom>
        </p:spPr>
      </p:pic>
      <p:pic>
        <p:nvPicPr>
          <p:cNvPr id="1508" name="Image 1505" descr="preencoded.png">    </p:cNvPr>
          <p:cNvPicPr>
            <a:picLocks noChangeAspect="1"/>
          </p:cNvPicPr>
          <p:nvPr/>
        </p:nvPicPr>
        <p:blipFill>
          <a:blip r:embed="rId1506"/>
          <a:stretch>
            <a:fillRect/>
          </a:stretch>
        </p:blipFill>
        <p:spPr>
          <a:xfrm>
            <a:off x="4251363" y="1887008"/>
            <a:ext cx="48543" cy="31975"/>
          </a:xfrm>
          <a:prstGeom prst="rect">
            <a:avLst/>
          </a:prstGeom>
        </p:spPr>
      </p:pic>
      <p:pic>
        <p:nvPicPr>
          <p:cNvPr id="1509" name="Image 1506" descr="preencoded.png">    </p:cNvPr>
          <p:cNvPicPr>
            <a:picLocks noChangeAspect="1"/>
          </p:cNvPicPr>
          <p:nvPr/>
        </p:nvPicPr>
        <p:blipFill>
          <a:blip r:embed="rId1507"/>
          <a:stretch>
            <a:fillRect/>
          </a:stretch>
        </p:blipFill>
        <p:spPr>
          <a:xfrm>
            <a:off x="5189004" y="1837221"/>
            <a:ext cx="89421" cy="112415"/>
          </a:xfrm>
          <a:prstGeom prst="rect">
            <a:avLst/>
          </a:prstGeom>
        </p:spPr>
      </p:pic>
      <p:pic>
        <p:nvPicPr>
          <p:cNvPr id="1510" name="Image 1507" descr="preencoded.png">    </p:cNvPr>
          <p:cNvPicPr>
            <a:picLocks noChangeAspect="1"/>
          </p:cNvPicPr>
          <p:nvPr/>
        </p:nvPicPr>
        <p:blipFill>
          <a:blip r:embed="rId1508"/>
          <a:stretch>
            <a:fillRect/>
          </a:stretch>
        </p:blipFill>
        <p:spPr>
          <a:xfrm>
            <a:off x="4930961" y="1890874"/>
            <a:ext cx="33214" cy="19162"/>
          </a:xfrm>
          <a:prstGeom prst="rect">
            <a:avLst/>
          </a:prstGeom>
        </p:spPr>
      </p:pic>
      <p:pic>
        <p:nvPicPr>
          <p:cNvPr id="1511" name="Image 1508" descr="preencoded.png">    </p:cNvPr>
          <p:cNvPicPr>
            <a:picLocks noChangeAspect="1"/>
          </p:cNvPicPr>
          <p:nvPr/>
        </p:nvPicPr>
        <p:blipFill>
          <a:blip r:embed="rId1509"/>
          <a:stretch>
            <a:fillRect/>
          </a:stretch>
        </p:blipFill>
        <p:spPr>
          <a:xfrm>
            <a:off x="4670363" y="1875544"/>
            <a:ext cx="35768" cy="51098"/>
          </a:xfrm>
          <a:prstGeom prst="rect">
            <a:avLst/>
          </a:prstGeom>
        </p:spPr>
      </p:pic>
      <p:pic>
        <p:nvPicPr>
          <p:cNvPr id="1512" name="Image 1509" descr="preencoded.png">    </p:cNvPr>
          <p:cNvPicPr>
            <a:picLocks noChangeAspect="1"/>
          </p:cNvPicPr>
          <p:nvPr/>
        </p:nvPicPr>
        <p:blipFill>
          <a:blip r:embed="rId1510"/>
          <a:stretch>
            <a:fillRect/>
          </a:stretch>
        </p:blipFill>
        <p:spPr>
          <a:xfrm>
            <a:off x="5099420" y="1883209"/>
            <a:ext cx="33377" cy="81756"/>
          </a:xfrm>
          <a:prstGeom prst="rect">
            <a:avLst/>
          </a:prstGeom>
        </p:spPr>
      </p:pic>
      <p:pic>
        <p:nvPicPr>
          <p:cNvPr id="1513" name="Image 1510" descr="preencoded.png">    </p:cNvPr>
          <p:cNvPicPr>
            <a:picLocks noChangeAspect="1"/>
          </p:cNvPicPr>
          <p:nvPr/>
        </p:nvPicPr>
        <p:blipFill>
          <a:blip r:embed="rId1511"/>
          <a:stretch>
            <a:fillRect/>
          </a:stretch>
        </p:blipFill>
        <p:spPr>
          <a:xfrm>
            <a:off x="4977473" y="1888319"/>
            <a:ext cx="30170" cy="20439"/>
          </a:xfrm>
          <a:prstGeom prst="rect">
            <a:avLst/>
          </a:prstGeom>
        </p:spPr>
      </p:pic>
      <p:pic>
        <p:nvPicPr>
          <p:cNvPr id="1514" name="Image 1511" descr="preencoded.png">    </p:cNvPr>
          <p:cNvPicPr>
            <a:picLocks noChangeAspect="1"/>
          </p:cNvPicPr>
          <p:nvPr/>
        </p:nvPicPr>
        <p:blipFill>
          <a:blip r:embed="rId1512"/>
          <a:stretch>
            <a:fillRect/>
          </a:stretch>
        </p:blipFill>
        <p:spPr>
          <a:xfrm>
            <a:off x="4913077" y="1860105"/>
            <a:ext cx="40878" cy="51208"/>
          </a:xfrm>
          <a:prstGeom prst="rect">
            <a:avLst/>
          </a:prstGeom>
        </p:spPr>
      </p:pic>
      <p:pic>
        <p:nvPicPr>
          <p:cNvPr id="1515" name="Image 1512" descr="preencoded.png">    </p:cNvPr>
          <p:cNvPicPr>
            <a:picLocks noChangeAspect="1"/>
          </p:cNvPicPr>
          <p:nvPr/>
        </p:nvPicPr>
        <p:blipFill>
          <a:blip r:embed="rId1513"/>
          <a:stretch>
            <a:fillRect/>
          </a:stretch>
        </p:blipFill>
        <p:spPr>
          <a:xfrm>
            <a:off x="4179825" y="1865042"/>
            <a:ext cx="33214" cy="43716"/>
          </a:xfrm>
          <a:prstGeom prst="rect">
            <a:avLst/>
          </a:prstGeom>
        </p:spPr>
      </p:pic>
      <p:pic>
        <p:nvPicPr>
          <p:cNvPr id="1516" name="Image 1513" descr="preencoded.png">    </p:cNvPr>
          <p:cNvPicPr>
            <a:picLocks noChangeAspect="1"/>
          </p:cNvPicPr>
          <p:nvPr/>
        </p:nvPicPr>
        <p:blipFill>
          <a:blip r:embed="rId1514"/>
          <a:stretch>
            <a:fillRect/>
          </a:stretch>
        </p:blipFill>
        <p:spPr>
          <a:xfrm>
            <a:off x="5171120" y="1875544"/>
            <a:ext cx="25549" cy="25549"/>
          </a:xfrm>
          <a:prstGeom prst="rect">
            <a:avLst/>
          </a:prstGeom>
        </p:spPr>
      </p:pic>
      <p:pic>
        <p:nvPicPr>
          <p:cNvPr id="1517" name="Image 1514" descr="preencoded.png">    </p:cNvPr>
          <p:cNvPicPr>
            <a:picLocks noChangeAspect="1"/>
          </p:cNvPicPr>
          <p:nvPr/>
        </p:nvPicPr>
        <p:blipFill>
          <a:blip r:embed="rId1515"/>
          <a:stretch>
            <a:fillRect/>
          </a:stretch>
        </p:blipFill>
        <p:spPr>
          <a:xfrm>
            <a:off x="4007088" y="1870435"/>
            <a:ext cx="19444" cy="45988"/>
          </a:xfrm>
          <a:prstGeom prst="rect">
            <a:avLst/>
          </a:prstGeom>
        </p:spPr>
      </p:pic>
      <p:pic>
        <p:nvPicPr>
          <p:cNvPr id="1518" name="Image 1515" descr="preencoded.png">    </p:cNvPr>
          <p:cNvPicPr>
            <a:picLocks noChangeAspect="1"/>
          </p:cNvPicPr>
          <p:nvPr/>
        </p:nvPicPr>
        <p:blipFill>
          <a:blip r:embed="rId1516"/>
          <a:stretch>
            <a:fillRect/>
          </a:stretch>
        </p:blipFill>
        <p:spPr>
          <a:xfrm>
            <a:off x="4729125" y="1865158"/>
            <a:ext cx="33214" cy="27899"/>
          </a:xfrm>
          <a:prstGeom prst="rect">
            <a:avLst/>
          </a:prstGeom>
        </p:spPr>
      </p:pic>
      <p:pic>
        <p:nvPicPr>
          <p:cNvPr id="1519" name="Image 1516" descr="preencoded.png">    </p:cNvPr>
          <p:cNvPicPr>
            <a:picLocks noChangeAspect="1"/>
          </p:cNvPicPr>
          <p:nvPr/>
        </p:nvPicPr>
        <p:blipFill>
          <a:blip r:embed="rId1517"/>
          <a:stretch>
            <a:fillRect/>
          </a:stretch>
        </p:blipFill>
        <p:spPr>
          <a:xfrm>
            <a:off x="4161941" y="1875544"/>
            <a:ext cx="24996" cy="22994"/>
          </a:xfrm>
          <a:prstGeom prst="rect">
            <a:avLst/>
          </a:prstGeom>
        </p:spPr>
      </p:pic>
      <p:pic>
        <p:nvPicPr>
          <p:cNvPr id="1520" name="Image 1517" descr="preencoded.png">    </p:cNvPr>
          <p:cNvPicPr>
            <a:picLocks noChangeAspect="1"/>
          </p:cNvPicPr>
          <p:nvPr/>
        </p:nvPicPr>
        <p:blipFill>
          <a:blip r:embed="rId1518"/>
          <a:stretch>
            <a:fillRect/>
          </a:stretch>
        </p:blipFill>
        <p:spPr>
          <a:xfrm>
            <a:off x="4815991" y="1875544"/>
            <a:ext cx="16759" cy="22648"/>
          </a:xfrm>
          <a:prstGeom prst="rect">
            <a:avLst/>
          </a:prstGeom>
        </p:spPr>
      </p:pic>
      <p:pic>
        <p:nvPicPr>
          <p:cNvPr id="1521" name="Image 1518" descr="preencoded.png">    </p:cNvPr>
          <p:cNvPicPr>
            <a:picLocks noChangeAspect="1"/>
          </p:cNvPicPr>
          <p:nvPr/>
        </p:nvPicPr>
        <p:blipFill>
          <a:blip r:embed="rId1519"/>
          <a:stretch>
            <a:fillRect/>
          </a:stretch>
        </p:blipFill>
        <p:spPr>
          <a:xfrm>
            <a:off x="4496631" y="1847441"/>
            <a:ext cx="89421" cy="76917"/>
          </a:xfrm>
          <a:prstGeom prst="rect">
            <a:avLst/>
          </a:prstGeom>
        </p:spPr>
      </p:pic>
      <p:pic>
        <p:nvPicPr>
          <p:cNvPr id="1522" name="Image 1519" descr="preencoded.png">    </p:cNvPr>
          <p:cNvPicPr>
            <a:picLocks noChangeAspect="1"/>
          </p:cNvPicPr>
          <p:nvPr/>
        </p:nvPicPr>
        <p:blipFill>
          <a:blip r:embed="rId1520"/>
          <a:stretch>
            <a:fillRect/>
          </a:stretch>
        </p:blipFill>
        <p:spPr>
          <a:xfrm>
            <a:off x="4064703" y="1862770"/>
            <a:ext cx="84463" cy="51098"/>
          </a:xfrm>
          <a:prstGeom prst="rect">
            <a:avLst/>
          </a:prstGeom>
        </p:spPr>
      </p:pic>
      <p:pic>
        <p:nvPicPr>
          <p:cNvPr id="1523" name="Image 1520" descr="preencoded.png">    </p:cNvPr>
          <p:cNvPicPr>
            <a:picLocks noChangeAspect="1"/>
          </p:cNvPicPr>
          <p:nvPr/>
        </p:nvPicPr>
        <p:blipFill>
          <a:blip r:embed="rId1521"/>
          <a:stretch>
            <a:fillRect/>
          </a:stretch>
        </p:blipFill>
        <p:spPr>
          <a:xfrm>
            <a:off x="2708213" y="1875544"/>
            <a:ext cx="10219" cy="10219"/>
          </a:xfrm>
          <a:prstGeom prst="rect">
            <a:avLst/>
          </a:prstGeom>
        </p:spPr>
      </p:pic>
      <p:pic>
        <p:nvPicPr>
          <p:cNvPr id="1524" name="Image 1521" descr="preencoded.png">    </p:cNvPr>
          <p:cNvPicPr>
            <a:picLocks noChangeAspect="1"/>
          </p:cNvPicPr>
          <p:nvPr/>
        </p:nvPicPr>
        <p:blipFill>
          <a:blip r:embed="rId1522"/>
          <a:stretch>
            <a:fillRect/>
          </a:stretch>
        </p:blipFill>
        <p:spPr>
          <a:xfrm>
            <a:off x="2705658" y="1872739"/>
            <a:ext cx="12775" cy="15830"/>
          </a:xfrm>
          <a:prstGeom prst="rect">
            <a:avLst/>
          </a:prstGeom>
        </p:spPr>
      </p:pic>
      <p:pic>
        <p:nvPicPr>
          <p:cNvPr id="1525" name="Image 1522" descr="preencoded.png">    </p:cNvPr>
          <p:cNvPicPr>
            <a:picLocks noChangeAspect="1"/>
          </p:cNvPicPr>
          <p:nvPr/>
        </p:nvPicPr>
        <p:blipFill>
          <a:blip r:embed="rId1523"/>
          <a:stretch>
            <a:fillRect/>
          </a:stretch>
        </p:blipFill>
        <p:spPr>
          <a:xfrm>
            <a:off x="5007607" y="1872990"/>
            <a:ext cx="48556" cy="22994"/>
          </a:xfrm>
          <a:prstGeom prst="rect">
            <a:avLst/>
          </a:prstGeom>
        </p:spPr>
      </p:pic>
      <p:pic>
        <p:nvPicPr>
          <p:cNvPr id="1526" name="Image 1523" descr="preencoded.png">    </p:cNvPr>
          <p:cNvPicPr>
            <a:picLocks noChangeAspect="1"/>
          </p:cNvPicPr>
          <p:nvPr/>
        </p:nvPicPr>
        <p:blipFill>
          <a:blip r:embed="rId1524"/>
          <a:stretch>
            <a:fillRect/>
          </a:stretch>
        </p:blipFill>
        <p:spPr>
          <a:xfrm>
            <a:off x="4210293" y="1870435"/>
            <a:ext cx="38514" cy="45561"/>
          </a:xfrm>
          <a:prstGeom prst="rect">
            <a:avLst/>
          </a:prstGeom>
        </p:spPr>
      </p:pic>
      <p:pic>
        <p:nvPicPr>
          <p:cNvPr id="1527" name="Image 1524" descr="preencoded.png">    </p:cNvPr>
          <p:cNvPicPr>
            <a:picLocks noChangeAspect="1"/>
          </p:cNvPicPr>
          <p:nvPr/>
        </p:nvPicPr>
        <p:blipFill>
          <a:blip r:embed="rId1525"/>
          <a:stretch>
            <a:fillRect/>
          </a:stretch>
        </p:blipFill>
        <p:spPr>
          <a:xfrm>
            <a:off x="5064899" y="1860215"/>
            <a:ext cx="37350" cy="28104"/>
          </a:xfrm>
          <a:prstGeom prst="rect">
            <a:avLst/>
          </a:prstGeom>
        </p:spPr>
      </p:pic>
      <p:pic>
        <p:nvPicPr>
          <p:cNvPr id="1528" name="Image 1525" descr="preencoded.png">    </p:cNvPr>
          <p:cNvPicPr>
            <a:picLocks noChangeAspect="1"/>
          </p:cNvPicPr>
          <p:nvPr/>
        </p:nvPicPr>
        <p:blipFill>
          <a:blip r:embed="rId1526"/>
          <a:stretch>
            <a:fillRect/>
          </a:stretch>
        </p:blipFill>
        <p:spPr>
          <a:xfrm>
            <a:off x="4703577" y="1870300"/>
            <a:ext cx="45988" cy="28226"/>
          </a:xfrm>
          <a:prstGeom prst="rect">
            <a:avLst/>
          </a:prstGeom>
        </p:spPr>
      </p:pic>
      <p:pic>
        <p:nvPicPr>
          <p:cNvPr id="1529" name="Image 1526" descr="preencoded.png">    </p:cNvPr>
          <p:cNvPicPr>
            <a:picLocks noChangeAspect="1"/>
          </p:cNvPicPr>
          <p:nvPr/>
        </p:nvPicPr>
        <p:blipFill>
          <a:blip r:embed="rId1527"/>
          <a:stretch>
            <a:fillRect/>
          </a:stretch>
        </p:blipFill>
        <p:spPr>
          <a:xfrm>
            <a:off x="4103011" y="1852503"/>
            <a:ext cx="62928" cy="33261"/>
          </a:xfrm>
          <a:prstGeom prst="rect">
            <a:avLst/>
          </a:prstGeom>
        </p:spPr>
      </p:pic>
      <p:pic>
        <p:nvPicPr>
          <p:cNvPr id="1530" name="Image 1527" descr="preencoded.png">    </p:cNvPr>
          <p:cNvPicPr>
            <a:picLocks noChangeAspect="1"/>
          </p:cNvPicPr>
          <p:nvPr/>
        </p:nvPicPr>
        <p:blipFill>
          <a:blip r:embed="rId1528"/>
          <a:stretch>
            <a:fillRect/>
          </a:stretch>
        </p:blipFill>
        <p:spPr>
          <a:xfrm>
            <a:off x="4961619" y="1865325"/>
            <a:ext cx="35768" cy="28104"/>
          </a:xfrm>
          <a:prstGeom prst="rect">
            <a:avLst/>
          </a:prstGeom>
        </p:spPr>
      </p:pic>
      <p:pic>
        <p:nvPicPr>
          <p:cNvPr id="1531" name="Image 1528" descr="preencoded.png">    </p:cNvPr>
          <p:cNvPicPr>
            <a:picLocks noChangeAspect="1"/>
          </p:cNvPicPr>
          <p:nvPr/>
        </p:nvPicPr>
        <p:blipFill>
          <a:blip r:embed="rId1529"/>
          <a:stretch>
            <a:fillRect/>
          </a:stretch>
        </p:blipFill>
        <p:spPr>
          <a:xfrm>
            <a:off x="3957803" y="1849996"/>
            <a:ext cx="45759" cy="63872"/>
          </a:xfrm>
          <a:prstGeom prst="rect">
            <a:avLst/>
          </a:prstGeom>
        </p:spPr>
      </p:pic>
      <p:pic>
        <p:nvPicPr>
          <p:cNvPr id="1532" name="Image 1529" descr="preencoded.png">    </p:cNvPr>
          <p:cNvPicPr>
            <a:picLocks noChangeAspect="1"/>
          </p:cNvPicPr>
          <p:nvPr/>
        </p:nvPicPr>
        <p:blipFill>
          <a:blip r:embed="rId1530"/>
          <a:stretch>
            <a:fillRect/>
          </a:stretch>
        </p:blipFill>
        <p:spPr>
          <a:xfrm>
            <a:off x="3870685" y="1858558"/>
            <a:ext cx="81756" cy="37425"/>
          </a:xfrm>
          <a:prstGeom prst="rect">
            <a:avLst/>
          </a:prstGeom>
        </p:spPr>
      </p:pic>
      <p:pic>
        <p:nvPicPr>
          <p:cNvPr id="1533" name="Image 1530" descr="preencoded.png">    </p:cNvPr>
          <p:cNvPicPr>
            <a:picLocks noChangeAspect="1"/>
          </p:cNvPicPr>
          <p:nvPr/>
        </p:nvPicPr>
        <p:blipFill>
          <a:blip r:embed="rId1531"/>
          <a:stretch>
            <a:fillRect/>
          </a:stretch>
        </p:blipFill>
        <p:spPr>
          <a:xfrm>
            <a:off x="4600079" y="1855105"/>
            <a:ext cx="34515" cy="30659"/>
          </a:xfrm>
          <a:prstGeom prst="rect">
            <a:avLst/>
          </a:prstGeom>
        </p:spPr>
      </p:pic>
      <p:pic>
        <p:nvPicPr>
          <p:cNvPr id="1534" name="Image 1531" descr="preencoded.png">    </p:cNvPr>
          <p:cNvPicPr>
            <a:picLocks noChangeAspect="1"/>
          </p:cNvPicPr>
          <p:nvPr/>
        </p:nvPicPr>
        <p:blipFill>
          <a:blip r:embed="rId1532"/>
          <a:stretch>
            <a:fillRect/>
          </a:stretch>
        </p:blipFill>
        <p:spPr>
          <a:xfrm>
            <a:off x="4021318" y="1806192"/>
            <a:ext cx="71526" cy="77017"/>
          </a:xfrm>
          <a:prstGeom prst="rect">
            <a:avLst/>
          </a:prstGeom>
        </p:spPr>
      </p:pic>
      <p:pic>
        <p:nvPicPr>
          <p:cNvPr id="1535" name="Image 1532" descr="preencoded.png">    </p:cNvPr>
          <p:cNvPicPr>
            <a:picLocks noChangeAspect="1"/>
          </p:cNvPicPr>
          <p:nvPr/>
        </p:nvPicPr>
        <p:blipFill>
          <a:blip r:embed="rId1533"/>
          <a:stretch>
            <a:fillRect/>
          </a:stretch>
        </p:blipFill>
        <p:spPr>
          <a:xfrm>
            <a:off x="4014474" y="1801453"/>
            <a:ext cx="83578" cy="83313"/>
          </a:xfrm>
          <a:prstGeom prst="rect">
            <a:avLst/>
          </a:prstGeom>
        </p:spPr>
      </p:pic>
      <p:pic>
        <p:nvPicPr>
          <p:cNvPr id="1536" name="Image 1533" descr="preencoded.png">    </p:cNvPr>
          <p:cNvPicPr>
            <a:picLocks noChangeAspect="1"/>
          </p:cNvPicPr>
          <p:nvPr/>
        </p:nvPicPr>
        <p:blipFill>
          <a:blip r:embed="rId1534"/>
          <a:stretch>
            <a:fillRect/>
          </a:stretch>
        </p:blipFill>
        <p:spPr>
          <a:xfrm>
            <a:off x="4008350" y="1794726"/>
            <a:ext cx="94829" cy="98703"/>
          </a:xfrm>
          <a:prstGeom prst="rect">
            <a:avLst/>
          </a:prstGeom>
        </p:spPr>
      </p:pic>
      <p:pic>
        <p:nvPicPr>
          <p:cNvPr id="1537" name="Image 1534" descr="preencoded.png">    </p:cNvPr>
          <p:cNvPicPr>
            <a:picLocks noChangeAspect="1"/>
          </p:cNvPicPr>
          <p:nvPr/>
        </p:nvPicPr>
        <p:blipFill>
          <a:blip r:embed="rId1535"/>
          <a:stretch>
            <a:fillRect/>
          </a:stretch>
        </p:blipFill>
        <p:spPr>
          <a:xfrm>
            <a:off x="2733762" y="1839776"/>
            <a:ext cx="183952" cy="128888"/>
          </a:xfrm>
          <a:prstGeom prst="rect">
            <a:avLst/>
          </a:prstGeom>
        </p:spPr>
      </p:pic>
      <p:pic>
        <p:nvPicPr>
          <p:cNvPr id="1538" name="Image 1535" descr="preencoded.png">    </p:cNvPr>
          <p:cNvPicPr>
            <a:picLocks noChangeAspect="1"/>
          </p:cNvPicPr>
          <p:nvPr/>
        </p:nvPicPr>
        <p:blipFill>
          <a:blip r:embed="rId1536"/>
          <a:stretch>
            <a:fillRect/>
          </a:stretch>
        </p:blipFill>
        <p:spPr>
          <a:xfrm>
            <a:off x="4386771" y="1856012"/>
            <a:ext cx="94670" cy="98808"/>
          </a:xfrm>
          <a:prstGeom prst="rect">
            <a:avLst/>
          </a:prstGeom>
        </p:spPr>
      </p:pic>
      <p:pic>
        <p:nvPicPr>
          <p:cNvPr id="1539" name="Image 1536" descr="preencoded.png">    </p:cNvPr>
          <p:cNvPicPr>
            <a:picLocks noChangeAspect="1"/>
          </p:cNvPicPr>
          <p:nvPr/>
        </p:nvPicPr>
        <p:blipFill>
          <a:blip r:embed="rId1537"/>
          <a:stretch>
            <a:fillRect/>
          </a:stretch>
        </p:blipFill>
        <p:spPr>
          <a:xfrm>
            <a:off x="4856870" y="1849861"/>
            <a:ext cx="61317" cy="53787"/>
          </a:xfrm>
          <a:prstGeom prst="rect">
            <a:avLst/>
          </a:prstGeom>
        </p:spPr>
      </p:pic>
      <p:pic>
        <p:nvPicPr>
          <p:cNvPr id="1540" name="Image 1537" descr="preencoded.png">    </p:cNvPr>
          <p:cNvPicPr>
            <a:picLocks noChangeAspect="1"/>
          </p:cNvPicPr>
          <p:nvPr/>
        </p:nvPicPr>
        <p:blipFill>
          <a:blip r:embed="rId1538"/>
          <a:stretch>
            <a:fillRect/>
          </a:stretch>
        </p:blipFill>
        <p:spPr>
          <a:xfrm>
            <a:off x="4747009" y="1854823"/>
            <a:ext cx="35768" cy="33496"/>
          </a:xfrm>
          <a:prstGeom prst="rect">
            <a:avLst/>
          </a:prstGeom>
        </p:spPr>
      </p:pic>
      <p:pic>
        <p:nvPicPr>
          <p:cNvPr id="1541" name="Image 1538" descr="preencoded.png">    </p:cNvPr>
          <p:cNvPicPr>
            <a:picLocks noChangeAspect="1"/>
          </p:cNvPicPr>
          <p:nvPr/>
        </p:nvPicPr>
        <p:blipFill>
          <a:blip r:embed="rId1539"/>
          <a:stretch>
            <a:fillRect/>
          </a:stretch>
        </p:blipFill>
        <p:spPr>
          <a:xfrm>
            <a:off x="4698467" y="1832111"/>
            <a:ext cx="68197" cy="35768"/>
          </a:xfrm>
          <a:prstGeom prst="rect">
            <a:avLst/>
          </a:prstGeom>
        </p:spPr>
      </p:pic>
      <p:pic>
        <p:nvPicPr>
          <p:cNvPr id="1542" name="Image 1539" descr="preencoded.png">    </p:cNvPr>
          <p:cNvPicPr>
            <a:picLocks noChangeAspect="1"/>
          </p:cNvPicPr>
          <p:nvPr/>
        </p:nvPicPr>
        <p:blipFill>
          <a:blip r:embed="rId1540"/>
          <a:stretch>
            <a:fillRect/>
          </a:stretch>
        </p:blipFill>
        <p:spPr>
          <a:xfrm>
            <a:off x="4925852" y="1848198"/>
            <a:ext cx="58762" cy="35011"/>
          </a:xfrm>
          <a:prstGeom prst="rect">
            <a:avLst/>
          </a:prstGeom>
        </p:spPr>
      </p:pic>
      <p:pic>
        <p:nvPicPr>
          <p:cNvPr id="1543" name="Image 1540" descr="preencoded.png">    </p:cNvPr>
          <p:cNvPicPr>
            <a:picLocks noChangeAspect="1"/>
          </p:cNvPicPr>
          <p:nvPr/>
        </p:nvPicPr>
        <p:blipFill>
          <a:blip r:embed="rId1541"/>
          <a:stretch>
            <a:fillRect/>
          </a:stretch>
        </p:blipFill>
        <p:spPr>
          <a:xfrm>
            <a:off x="4509405" y="1849996"/>
            <a:ext cx="20316" cy="20093"/>
          </a:xfrm>
          <a:prstGeom prst="rect">
            <a:avLst/>
          </a:prstGeom>
        </p:spPr>
      </p:pic>
      <p:pic>
        <p:nvPicPr>
          <p:cNvPr id="1544" name="Image 1541" descr="preencoded.png">    </p:cNvPr>
          <p:cNvPicPr>
            <a:picLocks noChangeAspect="1"/>
          </p:cNvPicPr>
          <p:nvPr/>
        </p:nvPicPr>
        <p:blipFill>
          <a:blip r:embed="rId1542"/>
          <a:stretch>
            <a:fillRect/>
          </a:stretch>
        </p:blipFill>
        <p:spPr>
          <a:xfrm>
            <a:off x="4780223" y="1832111"/>
            <a:ext cx="20235" cy="23208"/>
          </a:xfrm>
          <a:prstGeom prst="rect">
            <a:avLst/>
          </a:prstGeom>
        </p:spPr>
      </p:pic>
      <p:pic>
        <p:nvPicPr>
          <p:cNvPr id="1545" name="Image 1542" descr="preencoded.png">    </p:cNvPr>
          <p:cNvPicPr>
            <a:picLocks noChangeAspect="1"/>
          </p:cNvPicPr>
          <p:nvPr/>
        </p:nvPicPr>
        <p:blipFill>
          <a:blip r:embed="rId1543"/>
          <a:stretch>
            <a:fillRect/>
          </a:stretch>
        </p:blipFill>
        <p:spPr>
          <a:xfrm>
            <a:off x="4652479" y="1842331"/>
            <a:ext cx="26826" cy="22994"/>
          </a:xfrm>
          <a:prstGeom prst="rect">
            <a:avLst/>
          </a:prstGeom>
        </p:spPr>
      </p:pic>
      <p:pic>
        <p:nvPicPr>
          <p:cNvPr id="1546" name="Image 1543" descr="preencoded.png">    </p:cNvPr>
          <p:cNvPicPr>
            <a:picLocks noChangeAspect="1"/>
          </p:cNvPicPr>
          <p:nvPr/>
        </p:nvPicPr>
        <p:blipFill>
          <a:blip r:embed="rId1544"/>
          <a:stretch>
            <a:fillRect/>
          </a:stretch>
        </p:blipFill>
        <p:spPr>
          <a:xfrm>
            <a:off x="4223258" y="1849996"/>
            <a:ext cx="38323" cy="20439"/>
          </a:xfrm>
          <a:prstGeom prst="rect">
            <a:avLst/>
          </a:prstGeom>
        </p:spPr>
      </p:pic>
      <p:pic>
        <p:nvPicPr>
          <p:cNvPr id="1547" name="Image 1544" descr="preencoded.png">    </p:cNvPr>
          <p:cNvPicPr>
            <a:picLocks noChangeAspect="1"/>
          </p:cNvPicPr>
          <p:nvPr/>
        </p:nvPicPr>
        <p:blipFill>
          <a:blip r:embed="rId1545"/>
          <a:stretch>
            <a:fillRect/>
          </a:stretch>
        </p:blipFill>
        <p:spPr>
          <a:xfrm>
            <a:off x="5228605" y="1791233"/>
            <a:ext cx="57485" cy="137964"/>
          </a:xfrm>
          <a:prstGeom prst="rect">
            <a:avLst/>
          </a:prstGeom>
        </p:spPr>
      </p:pic>
      <p:pic>
        <p:nvPicPr>
          <p:cNvPr id="1548" name="Image 1545" descr="preencoded.png">    </p:cNvPr>
          <p:cNvPicPr>
            <a:picLocks noChangeAspect="1"/>
          </p:cNvPicPr>
          <p:nvPr/>
        </p:nvPicPr>
        <p:blipFill>
          <a:blip r:embed="rId1546"/>
          <a:stretch>
            <a:fillRect/>
          </a:stretch>
        </p:blipFill>
        <p:spPr>
          <a:xfrm>
            <a:off x="5058705" y="1847441"/>
            <a:ext cx="40878" cy="15329"/>
          </a:xfrm>
          <a:prstGeom prst="rect">
            <a:avLst/>
          </a:prstGeom>
        </p:spPr>
      </p:pic>
      <p:pic>
        <p:nvPicPr>
          <p:cNvPr id="1549" name="Image 1546" descr="preencoded.png">    </p:cNvPr>
          <p:cNvPicPr>
            <a:picLocks noChangeAspect="1"/>
          </p:cNvPicPr>
          <p:nvPr/>
        </p:nvPicPr>
        <p:blipFill>
          <a:blip r:embed="rId1547"/>
          <a:stretch>
            <a:fillRect/>
          </a:stretch>
        </p:blipFill>
        <p:spPr>
          <a:xfrm>
            <a:off x="4993556" y="1847440"/>
            <a:ext cx="60256" cy="31937"/>
          </a:xfrm>
          <a:prstGeom prst="rect">
            <a:avLst/>
          </a:prstGeom>
        </p:spPr>
      </p:pic>
      <p:pic>
        <p:nvPicPr>
          <p:cNvPr id="1550" name="Image 1547" descr="preencoded.png">    </p:cNvPr>
          <p:cNvPicPr>
            <a:picLocks noChangeAspect="1"/>
          </p:cNvPicPr>
          <p:nvPr/>
        </p:nvPicPr>
        <p:blipFill>
          <a:blip r:embed="rId1548"/>
          <a:stretch>
            <a:fillRect/>
          </a:stretch>
        </p:blipFill>
        <p:spPr>
          <a:xfrm>
            <a:off x="3781385" y="1819337"/>
            <a:ext cx="83422" cy="87472"/>
          </a:xfrm>
          <a:prstGeom prst="rect">
            <a:avLst/>
          </a:prstGeom>
        </p:spPr>
      </p:pic>
      <p:pic>
        <p:nvPicPr>
          <p:cNvPr id="1551" name="Image 1548" descr="preencoded.png">    </p:cNvPr>
          <p:cNvPicPr>
            <a:picLocks noChangeAspect="1"/>
          </p:cNvPicPr>
          <p:nvPr/>
        </p:nvPicPr>
        <p:blipFill>
          <a:blip r:embed="rId1549"/>
          <a:stretch>
            <a:fillRect/>
          </a:stretch>
        </p:blipFill>
        <p:spPr>
          <a:xfrm>
            <a:off x="3773599" y="1814227"/>
            <a:ext cx="97085" cy="98125"/>
          </a:xfrm>
          <a:prstGeom prst="rect">
            <a:avLst/>
          </a:prstGeom>
        </p:spPr>
      </p:pic>
      <p:pic>
        <p:nvPicPr>
          <p:cNvPr id="1552" name="Image 1549" descr="preencoded.png">    </p:cNvPr>
          <p:cNvPicPr>
            <a:picLocks noChangeAspect="1"/>
          </p:cNvPicPr>
          <p:nvPr/>
        </p:nvPicPr>
        <p:blipFill>
          <a:blip r:embed="rId1550"/>
          <a:stretch>
            <a:fillRect/>
          </a:stretch>
        </p:blipFill>
        <p:spPr>
          <a:xfrm>
            <a:off x="4115953" y="1830887"/>
            <a:ext cx="40878" cy="16553"/>
          </a:xfrm>
          <a:prstGeom prst="rect">
            <a:avLst/>
          </a:prstGeom>
        </p:spPr>
      </p:pic>
      <p:pic>
        <p:nvPicPr>
          <p:cNvPr id="1553" name="Image 1550" descr="preencoded.png">    </p:cNvPr>
          <p:cNvPicPr>
            <a:picLocks noChangeAspect="1"/>
          </p:cNvPicPr>
          <p:nvPr/>
        </p:nvPicPr>
        <p:blipFill>
          <a:blip r:embed="rId1551"/>
          <a:stretch>
            <a:fillRect/>
          </a:stretch>
        </p:blipFill>
        <p:spPr>
          <a:xfrm>
            <a:off x="4596271" y="1814227"/>
            <a:ext cx="51098" cy="53653"/>
          </a:xfrm>
          <a:prstGeom prst="rect">
            <a:avLst/>
          </a:prstGeom>
        </p:spPr>
      </p:pic>
      <p:pic>
        <p:nvPicPr>
          <p:cNvPr id="1554" name="Image 1551" descr="preencoded.png">    </p:cNvPr>
          <p:cNvPicPr>
            <a:picLocks noChangeAspect="1"/>
          </p:cNvPicPr>
          <p:nvPr/>
        </p:nvPicPr>
        <p:blipFill>
          <a:blip r:embed="rId1552"/>
          <a:stretch>
            <a:fillRect/>
          </a:stretch>
        </p:blipFill>
        <p:spPr>
          <a:xfrm>
            <a:off x="4379759" y="1791310"/>
            <a:ext cx="117269" cy="109784"/>
          </a:xfrm>
          <a:prstGeom prst="rect">
            <a:avLst/>
          </a:prstGeom>
        </p:spPr>
      </p:pic>
      <p:pic>
        <p:nvPicPr>
          <p:cNvPr id="1555" name="Image 1552" descr="preencoded.png">    </p:cNvPr>
          <p:cNvPicPr>
            <a:picLocks noChangeAspect="1"/>
          </p:cNvPicPr>
          <p:nvPr/>
        </p:nvPicPr>
        <p:blipFill>
          <a:blip r:embed="rId1553"/>
          <a:stretch>
            <a:fillRect/>
          </a:stretch>
        </p:blipFill>
        <p:spPr>
          <a:xfrm>
            <a:off x="4174559" y="1827002"/>
            <a:ext cx="61474" cy="35878"/>
          </a:xfrm>
          <a:prstGeom prst="rect">
            <a:avLst/>
          </a:prstGeom>
        </p:spPr>
      </p:pic>
      <p:pic>
        <p:nvPicPr>
          <p:cNvPr id="1556" name="Image 1553" descr="preencoded.png">    </p:cNvPr>
          <p:cNvPicPr>
            <a:picLocks noChangeAspect="1"/>
          </p:cNvPicPr>
          <p:nvPr/>
        </p:nvPicPr>
        <p:blipFill>
          <a:blip r:embed="rId1554"/>
          <a:stretch>
            <a:fillRect/>
          </a:stretch>
        </p:blipFill>
        <p:spPr>
          <a:xfrm>
            <a:off x="5247767" y="1678785"/>
            <a:ext cx="68982" cy="247857"/>
          </a:xfrm>
          <a:prstGeom prst="rect">
            <a:avLst/>
          </a:prstGeom>
        </p:spPr>
      </p:pic>
      <p:pic>
        <p:nvPicPr>
          <p:cNvPr id="1557" name="Image 1554" descr="preencoded.png">    </p:cNvPr>
          <p:cNvPicPr>
            <a:picLocks noChangeAspect="1"/>
          </p:cNvPicPr>
          <p:nvPr/>
        </p:nvPicPr>
        <p:blipFill>
          <a:blip r:embed="rId1555"/>
          <a:stretch>
            <a:fillRect/>
          </a:stretch>
        </p:blipFill>
        <p:spPr>
          <a:xfrm>
            <a:off x="4869466" y="1816782"/>
            <a:ext cx="46166" cy="31864"/>
          </a:xfrm>
          <a:prstGeom prst="rect">
            <a:avLst/>
          </a:prstGeom>
        </p:spPr>
      </p:pic>
      <p:pic>
        <p:nvPicPr>
          <p:cNvPr id="1558" name="Image 1555" descr="preencoded.png">    </p:cNvPr>
          <p:cNvPicPr>
            <a:picLocks noChangeAspect="1"/>
          </p:cNvPicPr>
          <p:nvPr/>
        </p:nvPicPr>
        <p:blipFill>
          <a:blip r:embed="rId1556"/>
          <a:stretch>
            <a:fillRect/>
          </a:stretch>
        </p:blipFill>
        <p:spPr>
          <a:xfrm>
            <a:off x="4662698" y="1829556"/>
            <a:ext cx="17945" cy="21716"/>
          </a:xfrm>
          <a:prstGeom prst="rect">
            <a:avLst/>
          </a:prstGeom>
        </p:spPr>
      </p:pic>
      <p:pic>
        <p:nvPicPr>
          <p:cNvPr id="1559" name="Image 1556" descr="preencoded.png">    </p:cNvPr>
          <p:cNvPicPr>
            <a:picLocks noChangeAspect="1"/>
          </p:cNvPicPr>
          <p:nvPr/>
        </p:nvPicPr>
        <p:blipFill>
          <a:blip r:embed="rId1557"/>
          <a:stretch>
            <a:fillRect/>
          </a:stretch>
        </p:blipFill>
        <p:spPr>
          <a:xfrm>
            <a:off x="4302459" y="1819337"/>
            <a:ext cx="38323" cy="35625"/>
          </a:xfrm>
          <a:prstGeom prst="rect">
            <a:avLst/>
          </a:prstGeom>
        </p:spPr>
      </p:pic>
      <p:pic>
        <p:nvPicPr>
          <p:cNvPr id="1560" name="Image 1557" descr="preencoded.png">    </p:cNvPr>
          <p:cNvPicPr>
            <a:picLocks noChangeAspect="1"/>
          </p:cNvPicPr>
          <p:nvPr/>
        </p:nvPicPr>
        <p:blipFill>
          <a:blip r:embed="rId1558"/>
          <a:stretch>
            <a:fillRect/>
          </a:stretch>
        </p:blipFill>
        <p:spPr>
          <a:xfrm>
            <a:off x="4969284" y="1816782"/>
            <a:ext cx="56208" cy="25853"/>
          </a:xfrm>
          <a:prstGeom prst="rect">
            <a:avLst/>
          </a:prstGeom>
        </p:spPr>
      </p:pic>
      <p:pic>
        <p:nvPicPr>
          <p:cNvPr id="1561" name="Image 1558" descr="preencoded.png">    </p:cNvPr>
          <p:cNvPicPr>
            <a:picLocks noChangeAspect="1"/>
          </p:cNvPicPr>
          <p:nvPr/>
        </p:nvPicPr>
        <p:blipFill>
          <a:blip r:embed="rId1559"/>
          <a:stretch>
            <a:fillRect/>
          </a:stretch>
        </p:blipFill>
        <p:spPr>
          <a:xfrm>
            <a:off x="4802250" y="1819337"/>
            <a:ext cx="41845" cy="44657"/>
          </a:xfrm>
          <a:prstGeom prst="rect">
            <a:avLst/>
          </a:prstGeom>
        </p:spPr>
      </p:pic>
      <p:pic>
        <p:nvPicPr>
          <p:cNvPr id="1562" name="Image 1559" descr="preencoded.png">    </p:cNvPr>
          <p:cNvPicPr>
            <a:picLocks noChangeAspect="1"/>
          </p:cNvPicPr>
          <p:nvPr/>
        </p:nvPicPr>
        <p:blipFill>
          <a:blip r:embed="rId1560"/>
          <a:stretch>
            <a:fillRect/>
          </a:stretch>
        </p:blipFill>
        <p:spPr>
          <a:xfrm>
            <a:off x="4532399" y="1832111"/>
            <a:ext cx="35768" cy="25623"/>
          </a:xfrm>
          <a:prstGeom prst="rect">
            <a:avLst/>
          </a:prstGeom>
        </p:spPr>
      </p:pic>
      <p:pic>
        <p:nvPicPr>
          <p:cNvPr id="1563" name="Image 1560" descr="preencoded.png">    </p:cNvPr>
          <p:cNvPicPr>
            <a:picLocks noChangeAspect="1"/>
          </p:cNvPicPr>
          <p:nvPr/>
        </p:nvPicPr>
        <p:blipFill>
          <a:blip r:embed="rId1561"/>
          <a:stretch>
            <a:fillRect/>
          </a:stretch>
        </p:blipFill>
        <p:spPr>
          <a:xfrm>
            <a:off x="5183894" y="1796342"/>
            <a:ext cx="33220" cy="57984"/>
          </a:xfrm>
          <a:prstGeom prst="rect">
            <a:avLst/>
          </a:prstGeom>
        </p:spPr>
      </p:pic>
      <p:pic>
        <p:nvPicPr>
          <p:cNvPr id="1564" name="Image 1561" descr="preencoded.png">    </p:cNvPr>
          <p:cNvPicPr>
            <a:picLocks noChangeAspect="1"/>
          </p:cNvPicPr>
          <p:nvPr/>
        </p:nvPicPr>
        <p:blipFill>
          <a:blip r:embed="rId1562"/>
          <a:stretch>
            <a:fillRect/>
          </a:stretch>
        </p:blipFill>
        <p:spPr>
          <a:xfrm>
            <a:off x="5053595" y="1829556"/>
            <a:ext cx="45988" cy="12775"/>
          </a:xfrm>
          <a:prstGeom prst="rect">
            <a:avLst/>
          </a:prstGeom>
        </p:spPr>
      </p:pic>
      <p:pic>
        <p:nvPicPr>
          <p:cNvPr id="1565" name="Image 1562" descr="preencoded.png">    </p:cNvPr>
          <p:cNvPicPr>
            <a:picLocks noChangeAspect="1"/>
          </p:cNvPicPr>
          <p:nvPr/>
        </p:nvPicPr>
        <p:blipFill>
          <a:blip r:embed="rId1563"/>
          <a:stretch>
            <a:fillRect/>
          </a:stretch>
        </p:blipFill>
        <p:spPr>
          <a:xfrm>
            <a:off x="4907967" y="1811643"/>
            <a:ext cx="97085" cy="48572"/>
          </a:xfrm>
          <a:prstGeom prst="rect">
            <a:avLst/>
          </a:prstGeom>
        </p:spPr>
      </p:pic>
      <p:pic>
        <p:nvPicPr>
          <p:cNvPr id="1566" name="Image 1563" descr="preencoded.png">    </p:cNvPr>
          <p:cNvPicPr>
            <a:picLocks noChangeAspect="1"/>
          </p:cNvPicPr>
          <p:nvPr/>
        </p:nvPicPr>
        <p:blipFill>
          <a:blip r:embed="rId1564"/>
          <a:stretch>
            <a:fillRect/>
          </a:stretch>
        </p:blipFill>
        <p:spPr>
          <a:xfrm>
            <a:off x="4233478" y="1827002"/>
            <a:ext cx="34491" cy="20439"/>
          </a:xfrm>
          <a:prstGeom prst="rect">
            <a:avLst/>
          </a:prstGeom>
        </p:spPr>
      </p:pic>
      <p:pic>
        <p:nvPicPr>
          <p:cNvPr id="1567" name="Image 1564" descr="preencoded.png">    </p:cNvPr>
          <p:cNvPicPr>
            <a:picLocks noChangeAspect="1"/>
          </p:cNvPicPr>
          <p:nvPr/>
        </p:nvPicPr>
        <p:blipFill>
          <a:blip r:embed="rId1565"/>
          <a:stretch>
            <a:fillRect/>
          </a:stretch>
        </p:blipFill>
        <p:spPr>
          <a:xfrm>
            <a:off x="5015272" y="1824301"/>
            <a:ext cx="33214" cy="18031"/>
          </a:xfrm>
          <a:prstGeom prst="rect">
            <a:avLst/>
          </a:prstGeom>
        </p:spPr>
      </p:pic>
      <p:pic>
        <p:nvPicPr>
          <p:cNvPr id="1568" name="Image 1565" descr="preencoded.png">    </p:cNvPr>
          <p:cNvPicPr>
            <a:picLocks noChangeAspect="1"/>
          </p:cNvPicPr>
          <p:nvPr/>
        </p:nvPicPr>
        <p:blipFill>
          <a:blip r:embed="rId1566"/>
          <a:stretch>
            <a:fillRect/>
          </a:stretch>
        </p:blipFill>
        <p:spPr>
          <a:xfrm>
            <a:off x="4149167" y="1804008"/>
            <a:ext cx="23296" cy="38323"/>
          </a:xfrm>
          <a:prstGeom prst="rect">
            <a:avLst/>
          </a:prstGeom>
        </p:spPr>
      </p:pic>
      <p:pic>
        <p:nvPicPr>
          <p:cNvPr id="1569" name="Image 1566" descr="preencoded.png">    </p:cNvPr>
          <p:cNvPicPr>
            <a:picLocks noChangeAspect="1"/>
          </p:cNvPicPr>
          <p:nvPr/>
        </p:nvPicPr>
        <p:blipFill>
          <a:blip r:embed="rId1567"/>
          <a:stretch>
            <a:fillRect/>
          </a:stretch>
        </p:blipFill>
        <p:spPr>
          <a:xfrm>
            <a:off x="3870685" y="1824447"/>
            <a:ext cx="68982" cy="33213"/>
          </a:xfrm>
          <a:prstGeom prst="rect">
            <a:avLst/>
          </a:prstGeom>
        </p:spPr>
      </p:pic>
      <p:pic>
        <p:nvPicPr>
          <p:cNvPr id="1570" name="Image 1567" descr="preencoded.png">    </p:cNvPr>
          <p:cNvPicPr>
            <a:picLocks noChangeAspect="1"/>
          </p:cNvPicPr>
          <p:nvPr/>
        </p:nvPicPr>
        <p:blipFill>
          <a:blip r:embed="rId1568"/>
          <a:stretch>
            <a:fillRect/>
          </a:stretch>
        </p:blipFill>
        <p:spPr>
          <a:xfrm>
            <a:off x="3863020" y="1791787"/>
            <a:ext cx="66427" cy="50544"/>
          </a:xfrm>
          <a:prstGeom prst="rect">
            <a:avLst/>
          </a:prstGeom>
        </p:spPr>
      </p:pic>
      <p:pic>
        <p:nvPicPr>
          <p:cNvPr id="1571" name="Image 1568" descr="preencoded.png">    </p:cNvPr>
          <p:cNvPicPr>
            <a:picLocks noChangeAspect="1"/>
          </p:cNvPicPr>
          <p:nvPr/>
        </p:nvPicPr>
        <p:blipFill>
          <a:blip r:embed="rId1569"/>
          <a:stretch>
            <a:fillRect/>
          </a:stretch>
        </p:blipFill>
        <p:spPr>
          <a:xfrm>
            <a:off x="5105352" y="1801399"/>
            <a:ext cx="87519" cy="84722"/>
          </a:xfrm>
          <a:prstGeom prst="rect">
            <a:avLst/>
          </a:prstGeom>
        </p:spPr>
      </p:pic>
      <p:pic>
        <p:nvPicPr>
          <p:cNvPr id="1572" name="Image 1569" descr="preencoded.png">    </p:cNvPr>
          <p:cNvPicPr>
            <a:picLocks noChangeAspect="1"/>
          </p:cNvPicPr>
          <p:nvPr/>
        </p:nvPicPr>
        <p:blipFill>
          <a:blip r:embed="rId1570"/>
          <a:stretch>
            <a:fillRect/>
          </a:stretch>
        </p:blipFill>
        <p:spPr>
          <a:xfrm>
            <a:off x="5099583" y="1796343"/>
            <a:ext cx="100081" cy="97201"/>
          </a:xfrm>
          <a:prstGeom prst="rect">
            <a:avLst/>
          </a:prstGeom>
        </p:spPr>
      </p:pic>
      <p:pic>
        <p:nvPicPr>
          <p:cNvPr id="1573" name="Image 1570" descr="preencoded.png">    </p:cNvPr>
          <p:cNvPicPr>
            <a:picLocks noChangeAspect="1"/>
          </p:cNvPicPr>
          <p:nvPr/>
        </p:nvPicPr>
        <p:blipFill>
          <a:blip r:embed="rId1571"/>
          <a:stretch>
            <a:fillRect/>
          </a:stretch>
        </p:blipFill>
        <p:spPr>
          <a:xfrm>
            <a:off x="4534955" y="1817268"/>
            <a:ext cx="24271" cy="14843"/>
          </a:xfrm>
          <a:prstGeom prst="rect">
            <a:avLst/>
          </a:prstGeom>
        </p:spPr>
      </p:pic>
      <p:pic>
        <p:nvPicPr>
          <p:cNvPr id="1574" name="Image 1571" descr="preencoded.png">    </p:cNvPr>
          <p:cNvPicPr>
            <a:picLocks noChangeAspect="1"/>
          </p:cNvPicPr>
          <p:nvPr/>
        </p:nvPicPr>
        <p:blipFill>
          <a:blip r:embed="rId1572"/>
          <a:stretch>
            <a:fillRect/>
          </a:stretch>
        </p:blipFill>
        <p:spPr>
          <a:xfrm>
            <a:off x="4460863" y="1809117"/>
            <a:ext cx="15007" cy="28104"/>
          </a:xfrm>
          <a:prstGeom prst="rect">
            <a:avLst/>
          </a:prstGeom>
        </p:spPr>
      </p:pic>
      <p:pic>
        <p:nvPicPr>
          <p:cNvPr id="1575" name="Image 1572" descr="preencoded.png">    </p:cNvPr>
          <p:cNvPicPr>
            <a:picLocks noChangeAspect="1"/>
          </p:cNvPicPr>
          <p:nvPr/>
        </p:nvPicPr>
        <p:blipFill>
          <a:blip r:embed="rId1573"/>
          <a:stretch>
            <a:fillRect/>
          </a:stretch>
        </p:blipFill>
        <p:spPr>
          <a:xfrm>
            <a:off x="4210484" y="1773349"/>
            <a:ext cx="125705" cy="153405"/>
          </a:xfrm>
          <a:prstGeom prst="rect">
            <a:avLst/>
          </a:prstGeom>
        </p:spPr>
      </p:pic>
      <p:pic>
        <p:nvPicPr>
          <p:cNvPr id="1576" name="Image 1573" descr="preencoded.png">    </p:cNvPr>
          <p:cNvPicPr>
            <a:picLocks noChangeAspect="1"/>
          </p:cNvPicPr>
          <p:nvPr/>
        </p:nvPicPr>
        <p:blipFill>
          <a:blip r:embed="rId1574"/>
          <a:stretch>
            <a:fillRect/>
          </a:stretch>
        </p:blipFill>
        <p:spPr>
          <a:xfrm>
            <a:off x="4141334" y="1768239"/>
            <a:ext cx="36288" cy="33213"/>
          </a:xfrm>
          <a:prstGeom prst="rect">
            <a:avLst/>
          </a:prstGeom>
        </p:spPr>
      </p:pic>
      <p:pic>
        <p:nvPicPr>
          <p:cNvPr id="1577" name="Image 1574" descr="preencoded.png">    </p:cNvPr>
          <p:cNvPicPr>
            <a:picLocks noChangeAspect="1"/>
          </p:cNvPicPr>
          <p:nvPr/>
        </p:nvPicPr>
        <p:blipFill>
          <a:blip r:embed="rId1575"/>
          <a:stretch>
            <a:fillRect/>
          </a:stretch>
        </p:blipFill>
        <p:spPr>
          <a:xfrm>
            <a:off x="4092959" y="1727361"/>
            <a:ext cx="178842" cy="132854"/>
          </a:xfrm>
          <a:prstGeom prst="rect">
            <a:avLst/>
          </a:prstGeom>
        </p:spPr>
      </p:pic>
      <p:pic>
        <p:nvPicPr>
          <p:cNvPr id="1578" name="Image 1575" descr="preencoded.png">    </p:cNvPr>
          <p:cNvPicPr>
            <a:picLocks noChangeAspect="1"/>
          </p:cNvPicPr>
          <p:nvPr/>
        </p:nvPicPr>
        <p:blipFill>
          <a:blip r:embed="rId1576"/>
          <a:stretch>
            <a:fillRect/>
          </a:stretch>
        </p:blipFill>
        <p:spPr>
          <a:xfrm>
            <a:off x="3937112" y="1811672"/>
            <a:ext cx="33214" cy="38323"/>
          </a:xfrm>
          <a:prstGeom prst="rect">
            <a:avLst/>
          </a:prstGeom>
        </p:spPr>
      </p:pic>
      <p:pic>
        <p:nvPicPr>
          <p:cNvPr id="1579" name="Image 1576" descr="preencoded.png">    </p:cNvPr>
          <p:cNvPicPr>
            <a:picLocks noChangeAspect="1"/>
          </p:cNvPicPr>
          <p:nvPr/>
        </p:nvPicPr>
        <p:blipFill>
          <a:blip r:embed="rId1577"/>
          <a:stretch>
            <a:fillRect/>
          </a:stretch>
        </p:blipFill>
        <p:spPr>
          <a:xfrm>
            <a:off x="4396991" y="1819337"/>
            <a:ext cx="28104" cy="28104"/>
          </a:xfrm>
          <a:prstGeom prst="rect">
            <a:avLst/>
          </a:prstGeom>
        </p:spPr>
      </p:pic>
      <p:pic>
        <p:nvPicPr>
          <p:cNvPr id="1580" name="Image 1577" descr="preencoded.png">    </p:cNvPr>
          <p:cNvPicPr>
            <a:picLocks noChangeAspect="1"/>
          </p:cNvPicPr>
          <p:nvPr/>
        </p:nvPicPr>
        <p:blipFill>
          <a:blip r:embed="rId1578"/>
          <a:stretch>
            <a:fillRect/>
          </a:stretch>
        </p:blipFill>
        <p:spPr>
          <a:xfrm>
            <a:off x="4284540" y="1818060"/>
            <a:ext cx="23030" cy="22994"/>
          </a:xfrm>
          <a:prstGeom prst="rect">
            <a:avLst/>
          </a:prstGeom>
        </p:spPr>
      </p:pic>
      <p:pic>
        <p:nvPicPr>
          <p:cNvPr id="1581" name="Image 1578" descr="preencoded.png">    </p:cNvPr>
          <p:cNvPicPr>
            <a:picLocks noChangeAspect="1"/>
          </p:cNvPicPr>
          <p:nvPr/>
        </p:nvPicPr>
        <p:blipFill>
          <a:blip r:embed="rId1579"/>
          <a:stretch>
            <a:fillRect/>
          </a:stretch>
        </p:blipFill>
        <p:spPr>
          <a:xfrm>
            <a:off x="2968811" y="1732471"/>
            <a:ext cx="17884" cy="15329"/>
          </a:xfrm>
          <a:prstGeom prst="rect">
            <a:avLst/>
          </a:prstGeom>
        </p:spPr>
      </p:pic>
      <p:pic>
        <p:nvPicPr>
          <p:cNvPr id="1582" name="Image 1579" descr="preencoded.png">    </p:cNvPr>
          <p:cNvPicPr>
            <a:picLocks noChangeAspect="1"/>
          </p:cNvPicPr>
          <p:nvPr/>
        </p:nvPicPr>
        <p:blipFill>
          <a:blip r:embed="rId1580"/>
          <a:stretch>
            <a:fillRect/>
          </a:stretch>
        </p:blipFill>
        <p:spPr>
          <a:xfrm>
            <a:off x="2876835" y="1732471"/>
            <a:ext cx="18149" cy="15329"/>
          </a:xfrm>
          <a:prstGeom prst="rect">
            <a:avLst/>
          </a:prstGeom>
        </p:spPr>
      </p:pic>
      <p:pic>
        <p:nvPicPr>
          <p:cNvPr id="1583" name="Image 1580" descr="preencoded.png">    </p:cNvPr>
          <p:cNvPicPr>
            <a:picLocks noChangeAspect="1"/>
          </p:cNvPicPr>
          <p:nvPr/>
        </p:nvPicPr>
        <p:blipFill>
          <a:blip r:embed="rId1581"/>
          <a:stretch>
            <a:fillRect/>
          </a:stretch>
        </p:blipFill>
        <p:spPr>
          <a:xfrm>
            <a:off x="2904939" y="1755465"/>
            <a:ext cx="53903" cy="15329"/>
          </a:xfrm>
          <a:prstGeom prst="rect">
            <a:avLst/>
          </a:prstGeom>
        </p:spPr>
      </p:pic>
      <p:pic>
        <p:nvPicPr>
          <p:cNvPr id="1584" name="Image 1581" descr="preencoded.png">    </p:cNvPr>
          <p:cNvPicPr>
            <a:picLocks noChangeAspect="1"/>
          </p:cNvPicPr>
          <p:nvPr/>
        </p:nvPicPr>
        <p:blipFill>
          <a:blip r:embed="rId1582"/>
          <a:stretch>
            <a:fillRect/>
          </a:stretch>
        </p:blipFill>
        <p:spPr>
          <a:xfrm>
            <a:off x="3002025" y="1755247"/>
            <a:ext cx="56366" cy="64090"/>
          </a:xfrm>
          <a:prstGeom prst="rect">
            <a:avLst/>
          </a:prstGeom>
        </p:spPr>
      </p:pic>
      <p:pic>
        <p:nvPicPr>
          <p:cNvPr id="1585" name="Image 1582" descr="preencoded.png">    </p:cNvPr>
          <p:cNvPicPr>
            <a:picLocks noChangeAspect="1"/>
          </p:cNvPicPr>
          <p:nvPr/>
        </p:nvPicPr>
        <p:blipFill>
          <a:blip r:embed="rId1583"/>
          <a:stretch>
            <a:fillRect/>
          </a:stretch>
        </p:blipFill>
        <p:spPr>
          <a:xfrm>
            <a:off x="2968502" y="1755465"/>
            <a:ext cx="18193" cy="63872"/>
          </a:xfrm>
          <a:prstGeom prst="rect">
            <a:avLst/>
          </a:prstGeom>
        </p:spPr>
      </p:pic>
      <p:pic>
        <p:nvPicPr>
          <p:cNvPr id="1586" name="Image 1583" descr="preencoded.png">    </p:cNvPr>
          <p:cNvPicPr>
            <a:picLocks noChangeAspect="1"/>
          </p:cNvPicPr>
          <p:nvPr/>
        </p:nvPicPr>
        <p:blipFill>
          <a:blip r:embed="rId1584"/>
          <a:stretch>
            <a:fillRect/>
          </a:stretch>
        </p:blipFill>
        <p:spPr>
          <a:xfrm>
            <a:off x="2971366" y="1758020"/>
            <a:ext cx="15329" cy="61317"/>
          </a:xfrm>
          <a:prstGeom prst="rect">
            <a:avLst/>
          </a:prstGeom>
        </p:spPr>
      </p:pic>
      <p:pic>
        <p:nvPicPr>
          <p:cNvPr id="1587" name="Image 1584" descr="preencoded.png">    </p:cNvPr>
          <p:cNvPicPr>
            <a:picLocks noChangeAspect="1"/>
          </p:cNvPicPr>
          <p:nvPr/>
        </p:nvPicPr>
        <p:blipFill>
          <a:blip r:embed="rId1585"/>
          <a:stretch>
            <a:fillRect/>
          </a:stretch>
        </p:blipFill>
        <p:spPr>
          <a:xfrm>
            <a:off x="2904939" y="1758020"/>
            <a:ext cx="53653" cy="61317"/>
          </a:xfrm>
          <a:prstGeom prst="rect">
            <a:avLst/>
          </a:prstGeom>
        </p:spPr>
      </p:pic>
      <p:pic>
        <p:nvPicPr>
          <p:cNvPr id="1588" name="Image 1585" descr="preencoded.png">    </p:cNvPr>
          <p:cNvPicPr>
            <a:picLocks noChangeAspect="1"/>
          </p:cNvPicPr>
          <p:nvPr/>
        </p:nvPicPr>
        <p:blipFill>
          <a:blip r:embed="rId1586"/>
          <a:stretch>
            <a:fillRect/>
          </a:stretch>
        </p:blipFill>
        <p:spPr>
          <a:xfrm>
            <a:off x="2876835" y="1755465"/>
            <a:ext cx="17884" cy="63872"/>
          </a:xfrm>
          <a:prstGeom prst="rect">
            <a:avLst/>
          </a:prstGeom>
        </p:spPr>
      </p:pic>
      <p:pic>
        <p:nvPicPr>
          <p:cNvPr id="1589" name="Image 1586" descr="preencoded.png">    </p:cNvPr>
          <p:cNvPicPr>
            <a:picLocks noChangeAspect="1"/>
          </p:cNvPicPr>
          <p:nvPr/>
        </p:nvPicPr>
        <p:blipFill>
          <a:blip r:embed="rId1587"/>
          <a:stretch>
            <a:fillRect/>
          </a:stretch>
        </p:blipFill>
        <p:spPr>
          <a:xfrm>
            <a:off x="2812963" y="1717142"/>
            <a:ext cx="396007" cy="275927"/>
          </a:xfrm>
          <a:prstGeom prst="rect">
            <a:avLst/>
          </a:prstGeom>
        </p:spPr>
      </p:pic>
      <p:pic>
        <p:nvPicPr>
          <p:cNvPr id="1590" name="Image 1587" descr="preencoded.png">    </p:cNvPr>
          <p:cNvPicPr>
            <a:picLocks noChangeAspect="1"/>
          </p:cNvPicPr>
          <p:nvPr/>
        </p:nvPicPr>
        <p:blipFill>
          <a:blip r:embed="rId1588"/>
          <a:stretch>
            <a:fillRect/>
          </a:stretch>
        </p:blipFill>
        <p:spPr>
          <a:xfrm>
            <a:off x="4734235" y="1814227"/>
            <a:ext cx="25549" cy="17884"/>
          </a:xfrm>
          <a:prstGeom prst="rect">
            <a:avLst/>
          </a:prstGeom>
        </p:spPr>
      </p:pic>
      <p:pic>
        <p:nvPicPr>
          <p:cNvPr id="1591" name="Image 1588" descr="preencoded.png">    </p:cNvPr>
          <p:cNvPicPr>
            <a:picLocks noChangeAspect="1"/>
          </p:cNvPicPr>
          <p:nvPr/>
        </p:nvPicPr>
        <p:blipFill>
          <a:blip r:embed="rId1589"/>
          <a:stretch>
            <a:fillRect/>
          </a:stretch>
        </p:blipFill>
        <p:spPr>
          <a:xfrm>
            <a:off x="4668423" y="1813867"/>
            <a:ext cx="35154" cy="18245"/>
          </a:xfrm>
          <a:prstGeom prst="rect">
            <a:avLst/>
          </a:prstGeom>
        </p:spPr>
      </p:pic>
      <p:pic>
        <p:nvPicPr>
          <p:cNvPr id="1592" name="Image 1589" descr="preencoded.png">    </p:cNvPr>
          <p:cNvPicPr>
            <a:picLocks noChangeAspect="1"/>
          </p:cNvPicPr>
          <p:nvPr/>
        </p:nvPicPr>
        <p:blipFill>
          <a:blip r:embed="rId1590"/>
          <a:stretch>
            <a:fillRect/>
          </a:stretch>
        </p:blipFill>
        <p:spPr>
          <a:xfrm>
            <a:off x="4345893" y="1786124"/>
            <a:ext cx="53583" cy="56207"/>
          </a:xfrm>
          <a:prstGeom prst="rect">
            <a:avLst/>
          </a:prstGeom>
        </p:spPr>
      </p:pic>
      <p:pic>
        <p:nvPicPr>
          <p:cNvPr id="1593" name="Image 1590" descr="preencoded.png">    </p:cNvPr>
          <p:cNvPicPr>
            <a:picLocks noChangeAspect="1"/>
          </p:cNvPicPr>
          <p:nvPr/>
        </p:nvPicPr>
        <p:blipFill>
          <a:blip r:embed="rId1591"/>
          <a:stretch>
            <a:fillRect/>
          </a:stretch>
        </p:blipFill>
        <p:spPr>
          <a:xfrm>
            <a:off x="3970325" y="1768239"/>
            <a:ext cx="116247" cy="79201"/>
          </a:xfrm>
          <a:prstGeom prst="rect">
            <a:avLst/>
          </a:prstGeom>
        </p:spPr>
      </p:pic>
      <p:pic>
        <p:nvPicPr>
          <p:cNvPr id="1594" name="Image 1591" descr="preencoded.png">    </p:cNvPr>
          <p:cNvPicPr>
            <a:picLocks noChangeAspect="1"/>
          </p:cNvPicPr>
          <p:nvPr/>
        </p:nvPicPr>
        <p:blipFill>
          <a:blip r:embed="rId1592"/>
          <a:stretch>
            <a:fillRect/>
          </a:stretch>
        </p:blipFill>
        <p:spPr>
          <a:xfrm>
            <a:off x="2687774" y="1791233"/>
            <a:ext cx="20589" cy="15225"/>
          </a:xfrm>
          <a:prstGeom prst="rect">
            <a:avLst/>
          </a:prstGeom>
        </p:spPr>
      </p:pic>
      <p:pic>
        <p:nvPicPr>
          <p:cNvPr id="1595" name="Image 1592" descr="preencoded.png">    </p:cNvPr>
          <p:cNvPicPr>
            <a:picLocks noChangeAspect="1"/>
          </p:cNvPicPr>
          <p:nvPr/>
        </p:nvPicPr>
        <p:blipFill>
          <a:blip r:embed="rId1593"/>
          <a:stretch>
            <a:fillRect/>
          </a:stretch>
        </p:blipFill>
        <p:spPr>
          <a:xfrm>
            <a:off x="2669949" y="1755542"/>
            <a:ext cx="58703" cy="64117"/>
          </a:xfrm>
          <a:prstGeom prst="rect">
            <a:avLst/>
          </a:prstGeom>
        </p:spPr>
      </p:pic>
      <p:pic>
        <p:nvPicPr>
          <p:cNvPr id="1596" name="Image 1593" descr="preencoded.png">    </p:cNvPr>
          <p:cNvPicPr>
            <a:picLocks noChangeAspect="1"/>
          </p:cNvPicPr>
          <p:nvPr/>
        </p:nvPicPr>
        <p:blipFill>
          <a:blip r:embed="rId1594"/>
          <a:stretch>
            <a:fillRect/>
          </a:stretch>
        </p:blipFill>
        <p:spPr>
          <a:xfrm>
            <a:off x="2629012" y="1736643"/>
            <a:ext cx="38397" cy="83080"/>
          </a:xfrm>
          <a:prstGeom prst="rect">
            <a:avLst/>
          </a:prstGeom>
        </p:spPr>
      </p:pic>
      <p:pic>
        <p:nvPicPr>
          <p:cNvPr id="1597" name="Image 1594" descr="preencoded.png">    </p:cNvPr>
          <p:cNvPicPr>
            <a:picLocks noChangeAspect="1"/>
          </p:cNvPicPr>
          <p:nvPr/>
        </p:nvPicPr>
        <p:blipFill>
          <a:blip r:embed="rId1595"/>
          <a:stretch>
            <a:fillRect/>
          </a:stretch>
        </p:blipFill>
        <p:spPr>
          <a:xfrm>
            <a:off x="2480829" y="1689038"/>
            <a:ext cx="301476" cy="308658"/>
          </a:xfrm>
          <a:prstGeom prst="rect">
            <a:avLst/>
          </a:prstGeom>
        </p:spPr>
      </p:pic>
      <p:pic>
        <p:nvPicPr>
          <p:cNvPr id="1598" name="Image 1595" descr="preencoded.png">    </p:cNvPr>
          <p:cNvPicPr>
            <a:picLocks noChangeAspect="1"/>
          </p:cNvPicPr>
          <p:nvPr/>
        </p:nvPicPr>
        <p:blipFill>
          <a:blip r:embed="rId1596"/>
          <a:stretch>
            <a:fillRect/>
          </a:stretch>
        </p:blipFill>
        <p:spPr>
          <a:xfrm>
            <a:off x="5045930" y="1806563"/>
            <a:ext cx="45988" cy="16673"/>
          </a:xfrm>
          <a:prstGeom prst="rect">
            <a:avLst/>
          </a:prstGeom>
        </p:spPr>
      </p:pic>
      <p:pic>
        <p:nvPicPr>
          <p:cNvPr id="1599" name="Image 1596" descr="preencoded.png">    </p:cNvPr>
          <p:cNvPicPr>
            <a:picLocks noChangeAspect="1"/>
          </p:cNvPicPr>
          <p:nvPr/>
        </p:nvPicPr>
        <p:blipFill>
          <a:blip r:embed="rId1597"/>
          <a:stretch>
            <a:fillRect/>
          </a:stretch>
        </p:blipFill>
        <p:spPr>
          <a:xfrm>
            <a:off x="4100624" y="1793788"/>
            <a:ext cx="48543" cy="41107"/>
          </a:xfrm>
          <a:prstGeom prst="rect">
            <a:avLst/>
          </a:prstGeom>
        </p:spPr>
      </p:pic>
      <p:pic>
        <p:nvPicPr>
          <p:cNvPr id="1600" name="Image 1597" descr="preencoded.png">    </p:cNvPr>
          <p:cNvPicPr>
            <a:picLocks noChangeAspect="1"/>
          </p:cNvPicPr>
          <p:nvPr/>
        </p:nvPicPr>
        <p:blipFill>
          <a:blip r:embed="rId1598"/>
          <a:stretch>
            <a:fillRect/>
          </a:stretch>
        </p:blipFill>
        <p:spPr>
          <a:xfrm>
            <a:off x="4994833" y="1793788"/>
            <a:ext cx="41031" cy="22994"/>
          </a:xfrm>
          <a:prstGeom prst="rect">
            <a:avLst/>
          </a:prstGeom>
        </p:spPr>
      </p:pic>
      <p:pic>
        <p:nvPicPr>
          <p:cNvPr id="1601" name="Image 1598" descr="preencoded.png">    </p:cNvPr>
          <p:cNvPicPr>
            <a:picLocks noChangeAspect="1"/>
          </p:cNvPicPr>
          <p:nvPr/>
        </p:nvPicPr>
        <p:blipFill>
          <a:blip r:embed="rId1599"/>
          <a:stretch>
            <a:fillRect/>
          </a:stretch>
        </p:blipFill>
        <p:spPr>
          <a:xfrm>
            <a:off x="4624375" y="1801453"/>
            <a:ext cx="30659" cy="28104"/>
          </a:xfrm>
          <a:prstGeom prst="rect">
            <a:avLst/>
          </a:prstGeom>
        </p:spPr>
      </p:pic>
      <p:pic>
        <p:nvPicPr>
          <p:cNvPr id="1602" name="Image 1599" descr="preencoded.png">    </p:cNvPr>
          <p:cNvPicPr>
            <a:picLocks noChangeAspect="1"/>
          </p:cNvPicPr>
          <p:nvPr/>
        </p:nvPicPr>
        <p:blipFill>
          <a:blip r:embed="rId1600"/>
          <a:stretch>
            <a:fillRect/>
          </a:stretch>
        </p:blipFill>
        <p:spPr>
          <a:xfrm>
            <a:off x="4333118" y="1808957"/>
            <a:ext cx="24271" cy="34183"/>
          </a:xfrm>
          <a:prstGeom prst="rect">
            <a:avLst/>
          </a:prstGeom>
        </p:spPr>
      </p:pic>
      <p:pic>
        <p:nvPicPr>
          <p:cNvPr id="1603" name="Image 1600" descr="preencoded.png">    </p:cNvPr>
          <p:cNvPicPr>
            <a:picLocks noChangeAspect="1"/>
          </p:cNvPicPr>
          <p:nvPr/>
        </p:nvPicPr>
        <p:blipFill>
          <a:blip r:embed="rId1601"/>
          <a:stretch>
            <a:fillRect/>
          </a:stretch>
        </p:blipFill>
        <p:spPr>
          <a:xfrm>
            <a:off x="4890083" y="1798898"/>
            <a:ext cx="48543" cy="28104"/>
          </a:xfrm>
          <a:prstGeom prst="rect">
            <a:avLst/>
          </a:prstGeom>
        </p:spPr>
      </p:pic>
      <p:pic>
        <p:nvPicPr>
          <p:cNvPr id="1604" name="Image 1601" descr="preencoded.png">    </p:cNvPr>
          <p:cNvPicPr>
            <a:picLocks noChangeAspect="1"/>
          </p:cNvPicPr>
          <p:nvPr/>
        </p:nvPicPr>
        <p:blipFill>
          <a:blip r:embed="rId1602"/>
          <a:stretch>
            <a:fillRect/>
          </a:stretch>
        </p:blipFill>
        <p:spPr>
          <a:xfrm>
            <a:off x="4177449" y="1791233"/>
            <a:ext cx="44591" cy="30658"/>
          </a:xfrm>
          <a:prstGeom prst="rect">
            <a:avLst/>
          </a:prstGeom>
        </p:spPr>
      </p:pic>
      <p:pic>
        <p:nvPicPr>
          <p:cNvPr id="1605" name="Image 1602" descr="preencoded.png">    </p:cNvPr>
          <p:cNvPicPr>
            <a:picLocks noChangeAspect="1"/>
          </p:cNvPicPr>
          <p:nvPr/>
        </p:nvPicPr>
        <p:blipFill>
          <a:blip r:embed="rId1603"/>
          <a:stretch>
            <a:fillRect/>
          </a:stretch>
        </p:blipFill>
        <p:spPr>
          <a:xfrm>
            <a:off x="3088880" y="1768239"/>
            <a:ext cx="25889" cy="35474"/>
          </a:xfrm>
          <a:prstGeom prst="rect">
            <a:avLst/>
          </a:prstGeom>
        </p:spPr>
      </p:pic>
      <p:pic>
        <p:nvPicPr>
          <p:cNvPr id="1606" name="Image 1603" descr="preencoded.png">    </p:cNvPr>
          <p:cNvPicPr>
            <a:picLocks noChangeAspect="1"/>
          </p:cNvPicPr>
          <p:nvPr/>
        </p:nvPicPr>
        <p:blipFill>
          <a:blip r:embed="rId1604"/>
          <a:stretch>
            <a:fillRect/>
          </a:stretch>
        </p:blipFill>
        <p:spPr>
          <a:xfrm>
            <a:off x="3068452" y="1756200"/>
            <a:ext cx="61317" cy="89032"/>
          </a:xfrm>
          <a:prstGeom prst="rect">
            <a:avLst/>
          </a:prstGeom>
        </p:spPr>
      </p:pic>
      <p:pic>
        <p:nvPicPr>
          <p:cNvPr id="1607" name="Image 1604" descr="preencoded.png">    </p:cNvPr>
          <p:cNvPicPr>
            <a:picLocks noChangeAspect="1"/>
          </p:cNvPicPr>
          <p:nvPr/>
        </p:nvPicPr>
        <p:blipFill>
          <a:blip r:embed="rId1605"/>
          <a:stretch>
            <a:fillRect/>
          </a:stretch>
        </p:blipFill>
        <p:spPr>
          <a:xfrm>
            <a:off x="4754674" y="1781014"/>
            <a:ext cx="66427" cy="61317"/>
          </a:xfrm>
          <a:prstGeom prst="rect">
            <a:avLst/>
          </a:prstGeom>
        </p:spPr>
      </p:pic>
      <p:pic>
        <p:nvPicPr>
          <p:cNvPr id="1608" name="Image 1605" descr="preencoded.png">    </p:cNvPr>
          <p:cNvPicPr>
            <a:picLocks noChangeAspect="1"/>
          </p:cNvPicPr>
          <p:nvPr/>
        </p:nvPicPr>
        <p:blipFill>
          <a:blip r:embed="rId1606"/>
          <a:stretch>
            <a:fillRect/>
          </a:stretch>
        </p:blipFill>
        <p:spPr>
          <a:xfrm>
            <a:off x="4532399" y="1775904"/>
            <a:ext cx="42880" cy="56207"/>
          </a:xfrm>
          <a:prstGeom prst="rect">
            <a:avLst/>
          </a:prstGeom>
        </p:spPr>
      </p:pic>
      <p:pic>
        <p:nvPicPr>
          <p:cNvPr id="1609" name="Image 1606" descr="preencoded.png">    </p:cNvPr>
          <p:cNvPicPr>
            <a:picLocks noChangeAspect="1"/>
          </p:cNvPicPr>
          <p:nvPr/>
        </p:nvPicPr>
        <p:blipFill>
          <a:blip r:embed="rId1607"/>
          <a:stretch>
            <a:fillRect/>
          </a:stretch>
        </p:blipFill>
        <p:spPr>
          <a:xfrm>
            <a:off x="4951400" y="1778459"/>
            <a:ext cx="63872" cy="31936"/>
          </a:xfrm>
          <a:prstGeom prst="rect">
            <a:avLst/>
          </a:prstGeom>
        </p:spPr>
      </p:pic>
      <p:pic>
        <p:nvPicPr>
          <p:cNvPr id="1610" name="Image 1607" descr="preencoded.png">    </p:cNvPr>
          <p:cNvPicPr>
            <a:picLocks noChangeAspect="1"/>
          </p:cNvPicPr>
          <p:nvPr/>
        </p:nvPicPr>
        <p:blipFill>
          <a:blip r:embed="rId1608"/>
          <a:stretch>
            <a:fillRect/>
          </a:stretch>
        </p:blipFill>
        <p:spPr>
          <a:xfrm>
            <a:off x="5053595" y="1789945"/>
            <a:ext cx="51097" cy="31947"/>
          </a:xfrm>
          <a:prstGeom prst="rect">
            <a:avLst/>
          </a:prstGeom>
        </p:spPr>
      </p:pic>
      <p:pic>
        <p:nvPicPr>
          <p:cNvPr id="1611" name="Image 1608" descr="preencoded.png">    </p:cNvPr>
          <p:cNvPicPr>
            <a:picLocks noChangeAspect="1"/>
          </p:cNvPicPr>
          <p:nvPr/>
        </p:nvPicPr>
        <p:blipFill>
          <a:blip r:embed="rId1609"/>
          <a:stretch>
            <a:fillRect/>
          </a:stretch>
        </p:blipFill>
        <p:spPr>
          <a:xfrm>
            <a:off x="4570722" y="1780879"/>
            <a:ext cx="42448" cy="38458"/>
          </a:xfrm>
          <a:prstGeom prst="rect">
            <a:avLst/>
          </a:prstGeom>
        </p:spPr>
      </p:pic>
      <p:pic>
        <p:nvPicPr>
          <p:cNvPr id="1612" name="Image 1609" descr="preencoded.png">    </p:cNvPr>
          <p:cNvPicPr>
            <a:picLocks noChangeAspect="1"/>
          </p:cNvPicPr>
          <p:nvPr/>
        </p:nvPicPr>
        <p:blipFill>
          <a:blip r:embed="rId1610"/>
          <a:stretch>
            <a:fillRect/>
          </a:stretch>
        </p:blipFill>
        <p:spPr>
          <a:xfrm>
            <a:off x="4417429" y="1786124"/>
            <a:ext cx="46647" cy="35768"/>
          </a:xfrm>
          <a:prstGeom prst="rect">
            <a:avLst/>
          </a:prstGeom>
        </p:spPr>
      </p:pic>
      <p:pic>
        <p:nvPicPr>
          <p:cNvPr id="1613" name="Image 1610" descr="preencoded.png">    </p:cNvPr>
          <p:cNvPicPr>
            <a:picLocks noChangeAspect="1"/>
          </p:cNvPicPr>
          <p:nvPr/>
        </p:nvPicPr>
        <p:blipFill>
          <a:blip r:embed="rId1611"/>
          <a:stretch>
            <a:fillRect/>
          </a:stretch>
        </p:blipFill>
        <p:spPr>
          <a:xfrm>
            <a:off x="4586051" y="1773349"/>
            <a:ext cx="39942" cy="30659"/>
          </a:xfrm>
          <a:prstGeom prst="rect">
            <a:avLst/>
          </a:prstGeom>
        </p:spPr>
      </p:pic>
      <p:pic>
        <p:nvPicPr>
          <p:cNvPr id="1614" name="Image 1611" descr="preencoded.png">    </p:cNvPr>
          <p:cNvPicPr>
            <a:picLocks noChangeAspect="1"/>
          </p:cNvPicPr>
          <p:nvPr/>
        </p:nvPicPr>
        <p:blipFill>
          <a:blip r:embed="rId1612"/>
          <a:stretch>
            <a:fillRect/>
          </a:stretch>
        </p:blipFill>
        <p:spPr>
          <a:xfrm>
            <a:off x="3925615" y="1747800"/>
            <a:ext cx="60040" cy="68982"/>
          </a:xfrm>
          <a:prstGeom prst="rect">
            <a:avLst/>
          </a:prstGeom>
        </p:spPr>
      </p:pic>
      <p:pic>
        <p:nvPicPr>
          <p:cNvPr id="1615" name="Image 1612" descr="preencoded.png">    </p:cNvPr>
          <p:cNvPicPr>
            <a:picLocks noChangeAspect="1"/>
          </p:cNvPicPr>
          <p:nvPr/>
        </p:nvPicPr>
        <p:blipFill>
          <a:blip r:embed="rId1613"/>
          <a:stretch>
            <a:fillRect/>
          </a:stretch>
        </p:blipFill>
        <p:spPr>
          <a:xfrm>
            <a:off x="2756695" y="1768002"/>
            <a:ext cx="25610" cy="38354"/>
          </a:xfrm>
          <a:prstGeom prst="rect">
            <a:avLst/>
          </a:prstGeom>
        </p:spPr>
      </p:pic>
      <p:pic>
        <p:nvPicPr>
          <p:cNvPr id="1616" name="Image 1613" descr="preencoded.png">    </p:cNvPr>
          <p:cNvPicPr>
            <a:picLocks noChangeAspect="1"/>
          </p:cNvPicPr>
          <p:nvPr/>
        </p:nvPicPr>
        <p:blipFill>
          <a:blip r:embed="rId1614"/>
          <a:stretch>
            <a:fillRect/>
          </a:stretch>
        </p:blipFill>
        <p:spPr>
          <a:xfrm>
            <a:off x="4719757" y="1783569"/>
            <a:ext cx="31085" cy="34491"/>
          </a:xfrm>
          <a:prstGeom prst="rect">
            <a:avLst/>
          </a:prstGeom>
        </p:spPr>
      </p:pic>
      <p:pic>
        <p:nvPicPr>
          <p:cNvPr id="1617" name="Image 1614" descr="preencoded.png">    </p:cNvPr>
          <p:cNvPicPr>
            <a:picLocks noChangeAspect="1"/>
          </p:cNvPicPr>
          <p:nvPr/>
        </p:nvPicPr>
        <p:blipFill>
          <a:blip r:embed="rId1615"/>
          <a:stretch>
            <a:fillRect/>
          </a:stretch>
        </p:blipFill>
        <p:spPr>
          <a:xfrm>
            <a:off x="4629570" y="1713851"/>
            <a:ext cx="81485" cy="84940"/>
          </a:xfrm>
          <a:prstGeom prst="rect">
            <a:avLst/>
          </a:prstGeom>
        </p:spPr>
      </p:pic>
      <p:pic>
        <p:nvPicPr>
          <p:cNvPr id="1618" name="Image 1615" descr="preencoded.png">    </p:cNvPr>
          <p:cNvPicPr>
            <a:picLocks noChangeAspect="1"/>
          </p:cNvPicPr>
          <p:nvPr/>
        </p:nvPicPr>
        <p:blipFill>
          <a:blip r:embed="rId1616"/>
          <a:stretch>
            <a:fillRect/>
          </a:stretch>
        </p:blipFill>
        <p:spPr>
          <a:xfrm>
            <a:off x="4621820" y="1706922"/>
            <a:ext cx="94697" cy="96230"/>
          </a:xfrm>
          <a:prstGeom prst="rect">
            <a:avLst/>
          </a:prstGeom>
        </p:spPr>
      </p:pic>
      <p:pic>
        <p:nvPicPr>
          <p:cNvPr id="1619" name="Image 1616" descr="preencoded.png">    </p:cNvPr>
          <p:cNvPicPr>
            <a:picLocks noChangeAspect="1"/>
          </p:cNvPicPr>
          <p:nvPr/>
        </p:nvPicPr>
        <p:blipFill>
          <a:blip r:embed="rId1617"/>
          <a:stretch>
            <a:fillRect/>
          </a:stretch>
        </p:blipFill>
        <p:spPr>
          <a:xfrm>
            <a:off x="4440423" y="1783569"/>
            <a:ext cx="30817" cy="15329"/>
          </a:xfrm>
          <a:prstGeom prst="rect">
            <a:avLst/>
          </a:prstGeom>
        </p:spPr>
      </p:pic>
      <p:pic>
        <p:nvPicPr>
          <p:cNvPr id="1620" name="Image 1617" descr="preencoded.png">    </p:cNvPr>
          <p:cNvPicPr>
            <a:picLocks noChangeAspect="1"/>
          </p:cNvPicPr>
          <p:nvPr/>
        </p:nvPicPr>
        <p:blipFill>
          <a:blip r:embed="rId1618"/>
          <a:stretch>
            <a:fillRect/>
          </a:stretch>
        </p:blipFill>
        <p:spPr>
          <a:xfrm>
            <a:off x="4335670" y="1775904"/>
            <a:ext cx="20442" cy="22994"/>
          </a:xfrm>
          <a:prstGeom prst="rect">
            <a:avLst/>
          </a:prstGeom>
        </p:spPr>
      </p:pic>
      <p:pic>
        <p:nvPicPr>
          <p:cNvPr id="1621" name="Image 1618" descr="preencoded.png">    </p:cNvPr>
          <p:cNvPicPr>
            <a:picLocks noChangeAspect="1"/>
          </p:cNvPicPr>
          <p:nvPr/>
        </p:nvPicPr>
        <p:blipFill>
          <a:blip r:embed="rId1619"/>
          <a:stretch>
            <a:fillRect/>
          </a:stretch>
        </p:blipFill>
        <p:spPr>
          <a:xfrm>
            <a:off x="3984343" y="1770794"/>
            <a:ext cx="26860" cy="30659"/>
          </a:xfrm>
          <a:prstGeom prst="rect">
            <a:avLst/>
          </a:prstGeom>
        </p:spPr>
      </p:pic>
      <p:pic>
        <p:nvPicPr>
          <p:cNvPr id="1622" name="Image 1619" descr="preencoded.png">    </p:cNvPr>
          <p:cNvPicPr>
            <a:picLocks noChangeAspect="1"/>
          </p:cNvPicPr>
          <p:nvPr/>
        </p:nvPicPr>
        <p:blipFill>
          <a:blip r:embed="rId1620"/>
          <a:stretch>
            <a:fillRect/>
          </a:stretch>
        </p:blipFill>
        <p:spPr>
          <a:xfrm>
            <a:off x="4449856" y="1755465"/>
            <a:ext cx="92851" cy="92126"/>
          </a:xfrm>
          <a:prstGeom prst="rect">
            <a:avLst/>
          </a:prstGeom>
        </p:spPr>
      </p:pic>
      <p:pic>
        <p:nvPicPr>
          <p:cNvPr id="1623" name="Image 1620" descr="preencoded.png">    </p:cNvPr>
          <p:cNvPicPr>
            <a:picLocks noChangeAspect="1"/>
          </p:cNvPicPr>
          <p:nvPr/>
        </p:nvPicPr>
        <p:blipFill>
          <a:blip r:embed="rId1621"/>
          <a:stretch>
            <a:fillRect/>
          </a:stretch>
        </p:blipFill>
        <p:spPr>
          <a:xfrm>
            <a:off x="3116994" y="1755465"/>
            <a:ext cx="15638" cy="66427"/>
          </a:xfrm>
          <a:prstGeom prst="rect">
            <a:avLst/>
          </a:prstGeom>
        </p:spPr>
      </p:pic>
      <p:pic>
        <p:nvPicPr>
          <p:cNvPr id="1624" name="Image 1621" descr="preencoded.png">    </p:cNvPr>
          <p:cNvPicPr>
            <a:picLocks noChangeAspect="1"/>
          </p:cNvPicPr>
          <p:nvPr/>
        </p:nvPicPr>
        <p:blipFill>
          <a:blip r:embed="rId1622"/>
          <a:stretch>
            <a:fillRect/>
          </a:stretch>
        </p:blipFill>
        <p:spPr>
          <a:xfrm>
            <a:off x="2812963" y="1755465"/>
            <a:ext cx="18073" cy="63872"/>
          </a:xfrm>
          <a:prstGeom prst="rect">
            <a:avLst/>
          </a:prstGeom>
        </p:spPr>
      </p:pic>
      <p:pic>
        <p:nvPicPr>
          <p:cNvPr id="1625" name="Image 1622" descr="preencoded.png">    </p:cNvPr>
          <p:cNvPicPr>
            <a:picLocks noChangeAspect="1"/>
          </p:cNvPicPr>
          <p:nvPr/>
        </p:nvPicPr>
        <p:blipFill>
          <a:blip r:embed="rId1623"/>
          <a:stretch>
            <a:fillRect/>
          </a:stretch>
        </p:blipFill>
        <p:spPr>
          <a:xfrm>
            <a:off x="4811550" y="1738791"/>
            <a:ext cx="83355" cy="82762"/>
          </a:xfrm>
          <a:prstGeom prst="rect">
            <a:avLst/>
          </a:prstGeom>
        </p:spPr>
      </p:pic>
      <p:pic>
        <p:nvPicPr>
          <p:cNvPr id="1626" name="Image 1623" descr="preencoded.png">    </p:cNvPr>
          <p:cNvPicPr>
            <a:picLocks noChangeAspect="1"/>
          </p:cNvPicPr>
          <p:nvPr/>
        </p:nvPicPr>
        <p:blipFill>
          <a:blip r:embed="rId1624"/>
          <a:stretch>
            <a:fillRect/>
          </a:stretch>
        </p:blipFill>
        <p:spPr>
          <a:xfrm>
            <a:off x="4698467" y="1777598"/>
            <a:ext cx="35768" cy="33728"/>
          </a:xfrm>
          <a:prstGeom prst="rect">
            <a:avLst/>
          </a:prstGeom>
        </p:spPr>
      </p:pic>
      <p:pic>
        <p:nvPicPr>
          <p:cNvPr id="1627" name="Image 1624" descr="preencoded.png">    </p:cNvPr>
          <p:cNvPicPr>
            <a:picLocks noChangeAspect="1"/>
          </p:cNvPicPr>
          <p:nvPr/>
        </p:nvPicPr>
        <p:blipFill>
          <a:blip r:embed="rId1625"/>
          <a:stretch>
            <a:fillRect/>
          </a:stretch>
        </p:blipFill>
        <p:spPr>
          <a:xfrm>
            <a:off x="4391881" y="1775904"/>
            <a:ext cx="24558" cy="20439"/>
          </a:xfrm>
          <a:prstGeom prst="rect">
            <a:avLst/>
          </a:prstGeom>
        </p:spPr>
      </p:pic>
      <p:pic>
        <p:nvPicPr>
          <p:cNvPr id="1628" name="Image 1625" descr="preencoded.png">    </p:cNvPr>
          <p:cNvPicPr>
            <a:picLocks noChangeAspect="1"/>
          </p:cNvPicPr>
          <p:nvPr/>
        </p:nvPicPr>
        <p:blipFill>
          <a:blip r:embed="rId1626"/>
          <a:stretch>
            <a:fillRect/>
          </a:stretch>
        </p:blipFill>
        <p:spPr>
          <a:xfrm>
            <a:off x="3827251" y="1656423"/>
            <a:ext cx="25549" cy="157804"/>
          </a:xfrm>
          <a:prstGeom prst="rect">
            <a:avLst/>
          </a:prstGeom>
        </p:spPr>
      </p:pic>
      <p:pic>
        <p:nvPicPr>
          <p:cNvPr id="1629" name="Image 1626" descr="preencoded.png">    </p:cNvPr>
          <p:cNvPicPr>
            <a:picLocks noChangeAspect="1"/>
          </p:cNvPicPr>
          <p:nvPr/>
        </p:nvPicPr>
        <p:blipFill>
          <a:blip r:embed="rId1627"/>
          <a:stretch>
            <a:fillRect/>
          </a:stretch>
        </p:blipFill>
        <p:spPr>
          <a:xfrm>
            <a:off x="5153235" y="1755465"/>
            <a:ext cx="43433" cy="48543"/>
          </a:xfrm>
          <a:prstGeom prst="rect">
            <a:avLst/>
          </a:prstGeom>
        </p:spPr>
      </p:pic>
      <p:pic>
        <p:nvPicPr>
          <p:cNvPr id="1630" name="Image 1627" descr="preencoded.png">    </p:cNvPr>
          <p:cNvPicPr>
            <a:picLocks noChangeAspect="1"/>
          </p:cNvPicPr>
          <p:nvPr/>
        </p:nvPicPr>
        <p:blipFill>
          <a:blip r:embed="rId1628"/>
          <a:stretch>
            <a:fillRect/>
          </a:stretch>
        </p:blipFill>
        <p:spPr>
          <a:xfrm>
            <a:off x="5074034" y="1769517"/>
            <a:ext cx="66175" cy="42156"/>
          </a:xfrm>
          <a:prstGeom prst="rect">
            <a:avLst/>
          </a:prstGeom>
        </p:spPr>
      </p:pic>
      <p:pic>
        <p:nvPicPr>
          <p:cNvPr id="1631" name="Image 1628" descr="preencoded.png">    </p:cNvPr>
          <p:cNvPicPr>
            <a:picLocks noChangeAspect="1"/>
          </p:cNvPicPr>
          <p:nvPr/>
        </p:nvPicPr>
        <p:blipFill>
          <a:blip r:embed="rId1629"/>
          <a:stretch>
            <a:fillRect/>
          </a:stretch>
        </p:blipFill>
        <p:spPr>
          <a:xfrm>
            <a:off x="5038266" y="1775904"/>
            <a:ext cx="25549" cy="20439"/>
          </a:xfrm>
          <a:prstGeom prst="rect">
            <a:avLst/>
          </a:prstGeom>
        </p:spPr>
      </p:pic>
      <p:pic>
        <p:nvPicPr>
          <p:cNvPr id="1632" name="Image 1629" descr="preencoded.png">    </p:cNvPr>
          <p:cNvPicPr>
            <a:picLocks noChangeAspect="1"/>
          </p:cNvPicPr>
          <p:nvPr/>
        </p:nvPicPr>
        <p:blipFill>
          <a:blip r:embed="rId1630"/>
          <a:stretch>
            <a:fillRect/>
          </a:stretch>
        </p:blipFill>
        <p:spPr>
          <a:xfrm>
            <a:off x="4805767" y="1733044"/>
            <a:ext cx="97091" cy="96714"/>
          </a:xfrm>
          <a:prstGeom prst="rect">
            <a:avLst/>
          </a:prstGeom>
        </p:spPr>
      </p:pic>
      <p:pic>
        <p:nvPicPr>
          <p:cNvPr id="1633" name="Image 1630" descr="preencoded.png">    </p:cNvPr>
          <p:cNvPicPr>
            <a:picLocks noChangeAspect="1"/>
          </p:cNvPicPr>
          <p:nvPr/>
        </p:nvPicPr>
        <p:blipFill>
          <a:blip r:embed="rId1631"/>
          <a:stretch>
            <a:fillRect/>
          </a:stretch>
        </p:blipFill>
        <p:spPr>
          <a:xfrm>
            <a:off x="4747009" y="1778459"/>
            <a:ext cx="28356" cy="23870"/>
          </a:xfrm>
          <a:prstGeom prst="rect">
            <a:avLst/>
          </a:prstGeom>
        </p:spPr>
      </p:pic>
      <p:pic>
        <p:nvPicPr>
          <p:cNvPr id="1634" name="Image 1631" descr="preencoded.png">    </p:cNvPr>
          <p:cNvPicPr>
            <a:picLocks noChangeAspect="1"/>
          </p:cNvPicPr>
          <p:nvPr/>
        </p:nvPicPr>
        <p:blipFill>
          <a:blip r:embed="rId1632"/>
          <a:stretch>
            <a:fillRect/>
          </a:stretch>
        </p:blipFill>
        <p:spPr>
          <a:xfrm>
            <a:off x="2812963" y="1758020"/>
            <a:ext cx="15329" cy="61317"/>
          </a:xfrm>
          <a:prstGeom prst="rect">
            <a:avLst/>
          </a:prstGeom>
        </p:spPr>
      </p:pic>
      <p:pic>
        <p:nvPicPr>
          <p:cNvPr id="1635" name="Image 1632" descr="preencoded.png">    </p:cNvPr>
          <p:cNvPicPr>
            <a:picLocks noChangeAspect="1"/>
          </p:cNvPicPr>
          <p:nvPr/>
        </p:nvPicPr>
        <p:blipFill>
          <a:blip r:embed="rId1633"/>
          <a:stretch>
            <a:fillRect/>
          </a:stretch>
        </p:blipFill>
        <p:spPr>
          <a:xfrm>
            <a:off x="4948846" y="1765684"/>
            <a:ext cx="35768" cy="28104"/>
          </a:xfrm>
          <a:prstGeom prst="rect">
            <a:avLst/>
          </a:prstGeom>
        </p:spPr>
      </p:pic>
      <p:pic>
        <p:nvPicPr>
          <p:cNvPr id="1636" name="Image 1633" descr="preencoded.png">    </p:cNvPr>
          <p:cNvPicPr>
            <a:picLocks noChangeAspect="1"/>
          </p:cNvPicPr>
          <p:nvPr/>
        </p:nvPicPr>
        <p:blipFill>
          <a:blip r:embed="rId1634"/>
          <a:stretch>
            <a:fillRect/>
          </a:stretch>
        </p:blipFill>
        <p:spPr>
          <a:xfrm>
            <a:off x="4902858" y="1770602"/>
            <a:ext cx="38323" cy="25741"/>
          </a:xfrm>
          <a:prstGeom prst="rect">
            <a:avLst/>
          </a:prstGeom>
        </p:spPr>
      </p:pic>
      <p:pic>
        <p:nvPicPr>
          <p:cNvPr id="1637" name="Image 1634" descr="preencoded.png">    </p:cNvPr>
          <p:cNvPicPr>
            <a:picLocks noChangeAspect="1"/>
          </p:cNvPicPr>
          <p:nvPr/>
        </p:nvPicPr>
        <p:blipFill>
          <a:blip r:embed="rId1635"/>
          <a:stretch>
            <a:fillRect/>
          </a:stretch>
        </p:blipFill>
        <p:spPr>
          <a:xfrm>
            <a:off x="2843341" y="1729641"/>
            <a:ext cx="18165" cy="89696"/>
          </a:xfrm>
          <a:prstGeom prst="rect">
            <a:avLst/>
          </a:prstGeom>
        </p:spPr>
      </p:pic>
      <p:pic>
        <p:nvPicPr>
          <p:cNvPr id="1638" name="Image 1635" descr="preencoded.png">    </p:cNvPr>
          <p:cNvPicPr>
            <a:picLocks noChangeAspect="1"/>
          </p:cNvPicPr>
          <p:nvPr/>
        </p:nvPicPr>
        <p:blipFill>
          <a:blip r:embed="rId1636"/>
          <a:stretch>
            <a:fillRect/>
          </a:stretch>
        </p:blipFill>
        <p:spPr>
          <a:xfrm>
            <a:off x="5120022" y="1760575"/>
            <a:ext cx="28405" cy="33213"/>
          </a:xfrm>
          <a:prstGeom prst="rect">
            <a:avLst/>
          </a:prstGeom>
        </p:spPr>
      </p:pic>
      <p:pic>
        <p:nvPicPr>
          <p:cNvPr id="1639" name="Image 1636" descr="preencoded.png">    </p:cNvPr>
          <p:cNvPicPr>
            <a:picLocks noChangeAspect="1"/>
          </p:cNvPicPr>
          <p:nvPr/>
        </p:nvPicPr>
        <p:blipFill>
          <a:blip r:embed="rId1637"/>
          <a:stretch>
            <a:fillRect/>
          </a:stretch>
        </p:blipFill>
        <p:spPr>
          <a:xfrm>
            <a:off x="4997388" y="1760541"/>
            <a:ext cx="33214" cy="26016"/>
          </a:xfrm>
          <a:prstGeom prst="rect">
            <a:avLst/>
          </a:prstGeom>
        </p:spPr>
      </p:pic>
      <p:pic>
        <p:nvPicPr>
          <p:cNvPr id="1640" name="Image 1637" descr="preencoded.png">    </p:cNvPr>
          <p:cNvPicPr>
            <a:picLocks noChangeAspect="1"/>
          </p:cNvPicPr>
          <p:nvPr/>
        </p:nvPicPr>
        <p:blipFill>
          <a:blip r:embed="rId1638"/>
          <a:stretch>
            <a:fillRect/>
          </a:stretch>
        </p:blipFill>
        <p:spPr>
          <a:xfrm>
            <a:off x="3852801" y="1747801"/>
            <a:ext cx="63872" cy="84311"/>
          </a:xfrm>
          <a:prstGeom prst="rect">
            <a:avLst/>
          </a:prstGeom>
        </p:spPr>
      </p:pic>
      <p:pic>
        <p:nvPicPr>
          <p:cNvPr id="1641" name="Image 1638" descr="preencoded.png">    </p:cNvPr>
          <p:cNvPicPr>
            <a:picLocks noChangeAspect="1"/>
          </p:cNvPicPr>
          <p:nvPr/>
        </p:nvPicPr>
        <p:blipFill>
          <a:blip r:embed="rId1639"/>
          <a:stretch>
            <a:fillRect/>
          </a:stretch>
        </p:blipFill>
        <p:spPr>
          <a:xfrm>
            <a:off x="2738872" y="1732471"/>
            <a:ext cx="62320" cy="87775"/>
          </a:xfrm>
          <a:prstGeom prst="rect">
            <a:avLst/>
          </a:prstGeom>
        </p:spPr>
      </p:pic>
      <p:pic>
        <p:nvPicPr>
          <p:cNvPr id="1642" name="Image 1639" descr="preencoded.png">    </p:cNvPr>
          <p:cNvPicPr>
            <a:picLocks noChangeAspect="1"/>
          </p:cNvPicPr>
          <p:nvPr/>
        </p:nvPicPr>
        <p:blipFill>
          <a:blip r:embed="rId1640"/>
          <a:stretch>
            <a:fillRect/>
          </a:stretch>
        </p:blipFill>
        <p:spPr>
          <a:xfrm>
            <a:off x="5120022" y="1561294"/>
            <a:ext cx="25549" cy="84311"/>
          </a:xfrm>
          <a:prstGeom prst="rect">
            <a:avLst/>
          </a:prstGeom>
        </p:spPr>
      </p:pic>
      <p:pic>
        <p:nvPicPr>
          <p:cNvPr id="1643" name="Image 1640" descr="preencoded.png">    </p:cNvPr>
          <p:cNvPicPr>
            <a:picLocks noChangeAspect="1"/>
          </p:cNvPicPr>
          <p:nvPr/>
        </p:nvPicPr>
        <p:blipFill>
          <a:blip r:embed="rId1641"/>
          <a:stretch>
            <a:fillRect/>
          </a:stretch>
        </p:blipFill>
        <p:spPr>
          <a:xfrm>
            <a:off x="5145571" y="1568959"/>
            <a:ext cx="51097" cy="74168"/>
          </a:xfrm>
          <a:prstGeom prst="rect">
            <a:avLst/>
          </a:prstGeom>
        </p:spPr>
      </p:pic>
      <p:pic>
        <p:nvPicPr>
          <p:cNvPr id="1644" name="Image 1641" descr="preencoded.png">    </p:cNvPr>
          <p:cNvPicPr>
            <a:picLocks noChangeAspect="1"/>
          </p:cNvPicPr>
          <p:nvPr/>
        </p:nvPicPr>
        <p:blipFill>
          <a:blip r:embed="rId1642"/>
          <a:stretch>
            <a:fillRect/>
          </a:stretch>
        </p:blipFill>
        <p:spPr>
          <a:xfrm>
            <a:off x="5117468" y="1650414"/>
            <a:ext cx="30738" cy="23405"/>
          </a:xfrm>
          <a:prstGeom prst="rect">
            <a:avLst/>
          </a:prstGeom>
        </p:spPr>
      </p:pic>
      <p:pic>
        <p:nvPicPr>
          <p:cNvPr id="1645" name="Image 1642" descr="preencoded.png">    </p:cNvPr>
          <p:cNvPicPr>
            <a:picLocks noChangeAspect="1"/>
          </p:cNvPicPr>
          <p:nvPr/>
        </p:nvPicPr>
        <p:blipFill>
          <a:blip r:embed="rId1643"/>
          <a:stretch>
            <a:fillRect/>
          </a:stretch>
        </p:blipFill>
        <p:spPr>
          <a:xfrm>
            <a:off x="5238791" y="1673709"/>
            <a:ext cx="57519" cy="104750"/>
          </a:xfrm>
          <a:prstGeom prst="rect">
            <a:avLst/>
          </a:prstGeom>
        </p:spPr>
      </p:pic>
      <p:pic>
        <p:nvPicPr>
          <p:cNvPr id="1646" name="Image 1643" descr="preencoded.png">    </p:cNvPr>
          <p:cNvPicPr>
            <a:picLocks noChangeAspect="1"/>
          </p:cNvPicPr>
          <p:nvPr/>
        </p:nvPicPr>
        <p:blipFill>
          <a:blip r:embed="rId1644"/>
          <a:stretch>
            <a:fillRect/>
          </a:stretch>
        </p:blipFill>
        <p:spPr>
          <a:xfrm>
            <a:off x="5201779" y="1747800"/>
            <a:ext cx="40878" cy="76646"/>
          </a:xfrm>
          <a:prstGeom prst="rect">
            <a:avLst/>
          </a:prstGeom>
        </p:spPr>
      </p:pic>
      <p:pic>
        <p:nvPicPr>
          <p:cNvPr id="1647" name="Image 1644" descr="preencoded.png">    </p:cNvPr>
          <p:cNvPicPr>
            <a:picLocks noChangeAspect="1"/>
          </p:cNvPicPr>
          <p:nvPr/>
        </p:nvPicPr>
        <p:blipFill>
          <a:blip r:embed="rId1645"/>
          <a:stretch>
            <a:fillRect/>
          </a:stretch>
        </p:blipFill>
        <p:spPr>
          <a:xfrm>
            <a:off x="4971840" y="1428440"/>
            <a:ext cx="332135" cy="784349"/>
          </a:xfrm>
          <a:prstGeom prst="rect">
            <a:avLst/>
          </a:prstGeom>
        </p:spPr>
      </p:pic>
      <p:pic>
        <p:nvPicPr>
          <p:cNvPr id="1648" name="Image 1645" descr="preencoded.png">    </p:cNvPr>
          <p:cNvPicPr>
            <a:picLocks noChangeAspect="1"/>
          </p:cNvPicPr>
          <p:nvPr/>
        </p:nvPicPr>
        <p:blipFill>
          <a:blip r:embed="rId1646"/>
          <a:stretch>
            <a:fillRect/>
          </a:stretch>
        </p:blipFill>
        <p:spPr>
          <a:xfrm>
            <a:off x="4080185" y="1761846"/>
            <a:ext cx="30499" cy="42162"/>
          </a:xfrm>
          <a:prstGeom prst="rect">
            <a:avLst/>
          </a:prstGeom>
        </p:spPr>
      </p:pic>
      <p:pic>
        <p:nvPicPr>
          <p:cNvPr id="1649" name="Image 1646" descr="preencoded.png">    </p:cNvPr>
          <p:cNvPicPr>
            <a:picLocks noChangeAspect="1"/>
          </p:cNvPicPr>
          <p:nvPr/>
        </p:nvPicPr>
        <p:blipFill>
          <a:blip r:embed="rId1647"/>
          <a:stretch>
            <a:fillRect/>
          </a:stretch>
        </p:blipFill>
        <p:spPr>
          <a:xfrm>
            <a:off x="2552365" y="1729537"/>
            <a:ext cx="71648" cy="92712"/>
          </a:xfrm>
          <a:prstGeom prst="rect">
            <a:avLst/>
          </a:prstGeom>
        </p:spPr>
      </p:pic>
      <p:pic>
        <p:nvPicPr>
          <p:cNvPr id="1650" name="Image 1647" descr="preencoded.png">    </p:cNvPr>
          <p:cNvPicPr>
            <a:picLocks noChangeAspect="1"/>
          </p:cNvPicPr>
          <p:nvPr/>
        </p:nvPicPr>
        <p:blipFill>
          <a:blip r:embed="rId1648"/>
          <a:stretch>
            <a:fillRect/>
          </a:stretch>
        </p:blipFill>
        <p:spPr>
          <a:xfrm>
            <a:off x="5058705" y="1758001"/>
            <a:ext cx="28104" cy="19899"/>
          </a:xfrm>
          <a:prstGeom prst="rect">
            <a:avLst/>
          </a:prstGeom>
        </p:spPr>
      </p:pic>
      <p:pic>
        <p:nvPicPr>
          <p:cNvPr id="1651" name="Image 1648" descr="preencoded.png">    </p:cNvPr>
          <p:cNvPicPr>
            <a:picLocks noChangeAspect="1"/>
          </p:cNvPicPr>
          <p:nvPr/>
        </p:nvPicPr>
        <p:blipFill>
          <a:blip r:embed="rId1649"/>
          <a:stretch>
            <a:fillRect/>
          </a:stretch>
        </p:blipFill>
        <p:spPr>
          <a:xfrm>
            <a:off x="4913077" y="1745246"/>
            <a:ext cx="40878" cy="43433"/>
          </a:xfrm>
          <a:prstGeom prst="rect">
            <a:avLst/>
          </a:prstGeom>
        </p:spPr>
      </p:pic>
      <p:pic>
        <p:nvPicPr>
          <p:cNvPr id="1652" name="Image 1649" descr="preencoded.png">    </p:cNvPr>
          <p:cNvPicPr>
            <a:picLocks noChangeAspect="1"/>
          </p:cNvPicPr>
          <p:nvPr/>
        </p:nvPicPr>
        <p:blipFill>
          <a:blip r:embed="rId1650"/>
          <a:stretch>
            <a:fillRect/>
          </a:stretch>
        </p:blipFill>
        <p:spPr>
          <a:xfrm>
            <a:off x="4355977" y="1756742"/>
            <a:ext cx="38458" cy="30659"/>
          </a:xfrm>
          <a:prstGeom prst="rect">
            <a:avLst/>
          </a:prstGeom>
        </p:spPr>
      </p:pic>
      <p:pic>
        <p:nvPicPr>
          <p:cNvPr id="1653" name="Image 1650" descr="preencoded.png">    </p:cNvPr>
          <p:cNvPicPr>
            <a:picLocks noChangeAspect="1"/>
          </p:cNvPicPr>
          <p:nvPr/>
        </p:nvPicPr>
        <p:blipFill>
          <a:blip r:embed="rId1651"/>
          <a:stretch>
            <a:fillRect/>
          </a:stretch>
        </p:blipFill>
        <p:spPr>
          <a:xfrm>
            <a:off x="4790442" y="1737581"/>
            <a:ext cx="25549" cy="40878"/>
          </a:xfrm>
          <a:prstGeom prst="rect">
            <a:avLst/>
          </a:prstGeom>
        </p:spPr>
      </p:pic>
      <p:pic>
        <p:nvPicPr>
          <p:cNvPr id="1654" name="Image 1651" descr="preencoded.png">    </p:cNvPr>
          <p:cNvPicPr>
            <a:picLocks noChangeAspect="1"/>
          </p:cNvPicPr>
          <p:nvPr/>
        </p:nvPicPr>
        <p:blipFill>
          <a:blip r:embed="rId1652"/>
          <a:stretch>
            <a:fillRect/>
          </a:stretch>
        </p:blipFill>
        <p:spPr>
          <a:xfrm>
            <a:off x="4716350" y="1737763"/>
            <a:ext cx="15329" cy="33031"/>
          </a:xfrm>
          <a:prstGeom prst="rect">
            <a:avLst/>
          </a:prstGeom>
        </p:spPr>
      </p:pic>
      <p:pic>
        <p:nvPicPr>
          <p:cNvPr id="1655" name="Image 1652" descr="preencoded.png">    </p:cNvPr>
          <p:cNvPicPr>
            <a:picLocks noChangeAspect="1"/>
          </p:cNvPicPr>
          <p:nvPr/>
        </p:nvPicPr>
        <p:blipFill>
          <a:blip r:embed="rId1653"/>
          <a:stretch>
            <a:fillRect/>
          </a:stretch>
        </p:blipFill>
        <p:spPr>
          <a:xfrm>
            <a:off x="4897748" y="1752910"/>
            <a:ext cx="22069" cy="13684"/>
          </a:xfrm>
          <a:prstGeom prst="rect">
            <a:avLst/>
          </a:prstGeom>
        </p:spPr>
      </p:pic>
      <p:pic>
        <p:nvPicPr>
          <p:cNvPr id="1656" name="Image 1653" descr="preencoded.png">    </p:cNvPr>
          <p:cNvPicPr>
            <a:picLocks noChangeAspect="1"/>
          </p:cNvPicPr>
          <p:nvPr/>
        </p:nvPicPr>
        <p:blipFill>
          <a:blip r:embed="rId1654"/>
          <a:stretch>
            <a:fillRect/>
          </a:stretch>
        </p:blipFill>
        <p:spPr>
          <a:xfrm>
            <a:off x="4734871" y="1732361"/>
            <a:ext cx="47933" cy="43543"/>
          </a:xfrm>
          <a:prstGeom prst="rect">
            <a:avLst/>
          </a:prstGeom>
        </p:spPr>
      </p:pic>
      <p:pic>
        <p:nvPicPr>
          <p:cNvPr id="1657" name="Image 1654" descr="preencoded.png">    </p:cNvPr>
          <p:cNvPicPr>
            <a:picLocks noChangeAspect="1"/>
          </p:cNvPicPr>
          <p:nvPr/>
        </p:nvPicPr>
        <p:blipFill>
          <a:blip r:embed="rId1655"/>
          <a:stretch>
            <a:fillRect/>
          </a:stretch>
        </p:blipFill>
        <p:spPr>
          <a:xfrm>
            <a:off x="4596272" y="1755465"/>
            <a:ext cx="25549" cy="15329"/>
          </a:xfrm>
          <a:prstGeom prst="rect">
            <a:avLst/>
          </a:prstGeom>
        </p:spPr>
      </p:pic>
      <p:pic>
        <p:nvPicPr>
          <p:cNvPr id="1658" name="Image 1655" descr="preencoded.png">    </p:cNvPr>
          <p:cNvPicPr>
            <a:picLocks noChangeAspect="1"/>
          </p:cNvPicPr>
          <p:nvPr/>
        </p:nvPicPr>
        <p:blipFill>
          <a:blip r:embed="rId1656"/>
          <a:stretch>
            <a:fillRect/>
          </a:stretch>
        </p:blipFill>
        <p:spPr>
          <a:xfrm>
            <a:off x="2846177" y="1732471"/>
            <a:ext cx="15329" cy="86866"/>
          </a:xfrm>
          <a:prstGeom prst="rect">
            <a:avLst/>
          </a:prstGeom>
        </p:spPr>
      </p:pic>
      <p:pic>
        <p:nvPicPr>
          <p:cNvPr id="1659" name="Image 1656" descr="preencoded.png">    </p:cNvPr>
          <p:cNvPicPr>
            <a:picLocks noChangeAspect="1"/>
          </p:cNvPicPr>
          <p:nvPr/>
        </p:nvPicPr>
        <p:blipFill>
          <a:blip r:embed="rId1657"/>
          <a:stretch>
            <a:fillRect/>
          </a:stretch>
        </p:blipFill>
        <p:spPr>
          <a:xfrm>
            <a:off x="5094474" y="1750355"/>
            <a:ext cx="22994" cy="28129"/>
          </a:xfrm>
          <a:prstGeom prst="rect">
            <a:avLst/>
          </a:prstGeom>
        </p:spPr>
      </p:pic>
      <p:pic>
        <p:nvPicPr>
          <p:cNvPr id="1660" name="Image 1657" descr="preencoded.png">    </p:cNvPr>
          <p:cNvPicPr>
            <a:picLocks noChangeAspect="1"/>
          </p:cNvPicPr>
          <p:nvPr/>
        </p:nvPicPr>
        <p:blipFill>
          <a:blip r:embed="rId1658"/>
          <a:stretch>
            <a:fillRect/>
          </a:stretch>
        </p:blipFill>
        <p:spPr>
          <a:xfrm>
            <a:off x="4123861" y="1747800"/>
            <a:ext cx="38081" cy="35768"/>
          </a:xfrm>
          <a:prstGeom prst="rect">
            <a:avLst/>
          </a:prstGeom>
        </p:spPr>
      </p:pic>
      <p:pic>
        <p:nvPicPr>
          <p:cNvPr id="1661" name="Image 1658" descr="preencoded.png">    </p:cNvPr>
          <p:cNvPicPr>
            <a:picLocks noChangeAspect="1"/>
          </p:cNvPicPr>
          <p:nvPr/>
        </p:nvPicPr>
        <p:blipFill>
          <a:blip r:embed="rId1659"/>
          <a:stretch>
            <a:fillRect/>
          </a:stretch>
        </p:blipFill>
        <p:spPr>
          <a:xfrm>
            <a:off x="1895071" y="1580303"/>
            <a:ext cx="304720" cy="341229"/>
          </a:xfrm>
          <a:prstGeom prst="rect">
            <a:avLst/>
          </a:prstGeom>
        </p:spPr>
      </p:pic>
      <p:pic>
        <p:nvPicPr>
          <p:cNvPr id="1662" name="Image 1659" descr="preencoded.png">    </p:cNvPr>
          <p:cNvPicPr>
            <a:picLocks noChangeAspect="1"/>
          </p:cNvPicPr>
          <p:nvPr/>
        </p:nvPicPr>
        <p:blipFill>
          <a:blip r:embed="rId1660"/>
          <a:stretch>
            <a:fillRect/>
          </a:stretch>
        </p:blipFill>
        <p:spPr>
          <a:xfrm>
            <a:off x="4182381" y="1743024"/>
            <a:ext cx="53653" cy="27997"/>
          </a:xfrm>
          <a:prstGeom prst="rect">
            <a:avLst/>
          </a:prstGeom>
        </p:spPr>
      </p:pic>
      <p:pic>
        <p:nvPicPr>
          <p:cNvPr id="1663" name="Image 1660" descr="preencoded.png">    </p:cNvPr>
          <p:cNvPicPr>
            <a:picLocks noChangeAspect="1"/>
          </p:cNvPicPr>
          <p:nvPr/>
        </p:nvPicPr>
        <p:blipFill>
          <a:blip r:embed="rId1661"/>
          <a:stretch>
            <a:fillRect/>
          </a:stretch>
        </p:blipFill>
        <p:spPr>
          <a:xfrm>
            <a:off x="4961619" y="1742359"/>
            <a:ext cx="55398" cy="30990"/>
          </a:xfrm>
          <a:prstGeom prst="rect">
            <a:avLst/>
          </a:prstGeom>
        </p:spPr>
      </p:pic>
      <p:pic>
        <p:nvPicPr>
          <p:cNvPr id="1664" name="Image 1661" descr="preencoded.png">    </p:cNvPr>
          <p:cNvPicPr>
            <a:picLocks noChangeAspect="1"/>
          </p:cNvPicPr>
          <p:nvPr/>
        </p:nvPicPr>
        <p:blipFill>
          <a:blip r:embed="rId1662"/>
          <a:stretch>
            <a:fillRect/>
          </a:stretch>
        </p:blipFill>
        <p:spPr>
          <a:xfrm>
            <a:off x="4575832" y="1745349"/>
            <a:ext cx="28104" cy="15226"/>
          </a:xfrm>
          <a:prstGeom prst="rect">
            <a:avLst/>
          </a:prstGeom>
        </p:spPr>
      </p:pic>
      <p:pic>
        <p:nvPicPr>
          <p:cNvPr id="1665" name="Image 1662" descr="preencoded.png">    </p:cNvPr>
          <p:cNvPicPr>
            <a:picLocks noChangeAspect="1"/>
          </p:cNvPicPr>
          <p:nvPr/>
        </p:nvPicPr>
        <p:blipFill>
          <a:blip r:embed="rId1663"/>
          <a:stretch>
            <a:fillRect/>
          </a:stretch>
        </p:blipFill>
        <p:spPr>
          <a:xfrm>
            <a:off x="3906453" y="1704257"/>
            <a:ext cx="61317" cy="76892"/>
          </a:xfrm>
          <a:prstGeom prst="rect">
            <a:avLst/>
          </a:prstGeom>
        </p:spPr>
      </p:pic>
      <p:pic>
        <p:nvPicPr>
          <p:cNvPr id="1666" name="Image 1663" descr="preencoded.png">    </p:cNvPr>
          <p:cNvPicPr>
            <a:picLocks noChangeAspect="1"/>
          </p:cNvPicPr>
          <p:nvPr/>
        </p:nvPicPr>
        <p:blipFill>
          <a:blip r:embed="rId1664"/>
          <a:stretch>
            <a:fillRect/>
          </a:stretch>
        </p:blipFill>
        <p:spPr>
          <a:xfrm>
            <a:off x="2082267" y="1671154"/>
            <a:ext cx="306586" cy="158403"/>
          </a:xfrm>
          <a:prstGeom prst="rect">
            <a:avLst/>
          </a:prstGeom>
        </p:spPr>
      </p:pic>
      <p:pic>
        <p:nvPicPr>
          <p:cNvPr id="1667" name="Image 1664" descr="preencoded.png">    </p:cNvPr>
          <p:cNvPicPr>
            <a:picLocks noChangeAspect="1"/>
          </p:cNvPicPr>
          <p:nvPr/>
        </p:nvPicPr>
        <p:blipFill>
          <a:blip r:embed="rId1665"/>
          <a:stretch>
            <a:fillRect/>
          </a:stretch>
        </p:blipFill>
        <p:spPr>
          <a:xfrm>
            <a:off x="5033157" y="1742690"/>
            <a:ext cx="43433" cy="24271"/>
          </a:xfrm>
          <a:prstGeom prst="rect">
            <a:avLst/>
          </a:prstGeom>
        </p:spPr>
      </p:pic>
      <p:pic>
        <p:nvPicPr>
          <p:cNvPr id="1668" name="Image 1665" descr="preencoded.png">    </p:cNvPr>
          <p:cNvPicPr>
            <a:picLocks noChangeAspect="1"/>
          </p:cNvPicPr>
          <p:nvPr/>
        </p:nvPicPr>
        <p:blipFill>
          <a:blip r:embed="rId1666"/>
          <a:stretch>
            <a:fillRect/>
          </a:stretch>
        </p:blipFill>
        <p:spPr>
          <a:xfrm>
            <a:off x="4100624" y="1717142"/>
            <a:ext cx="28110" cy="36577"/>
          </a:xfrm>
          <a:prstGeom prst="rect">
            <a:avLst/>
          </a:prstGeom>
        </p:spPr>
      </p:pic>
      <p:pic>
        <p:nvPicPr>
          <p:cNvPr id="1669" name="Image 1666" descr="preencoded.png">    </p:cNvPr>
          <p:cNvPicPr>
            <a:picLocks noChangeAspect="1"/>
          </p:cNvPicPr>
          <p:nvPr/>
        </p:nvPicPr>
        <p:blipFill>
          <a:blip r:embed="rId1667"/>
          <a:stretch>
            <a:fillRect/>
          </a:stretch>
        </p:blipFill>
        <p:spPr>
          <a:xfrm>
            <a:off x="3995659" y="1681373"/>
            <a:ext cx="56585" cy="107305"/>
          </a:xfrm>
          <a:prstGeom prst="rect">
            <a:avLst/>
          </a:prstGeom>
        </p:spPr>
      </p:pic>
      <p:pic>
        <p:nvPicPr>
          <p:cNvPr id="1670" name="Image 1667" descr="preencoded.png">    </p:cNvPr>
          <p:cNvPicPr>
            <a:picLocks noChangeAspect="1"/>
          </p:cNvPicPr>
          <p:nvPr/>
        </p:nvPicPr>
        <p:blipFill>
          <a:blip r:embed="rId1668"/>
          <a:stretch>
            <a:fillRect/>
          </a:stretch>
        </p:blipFill>
        <p:spPr>
          <a:xfrm>
            <a:off x="2812963" y="1732471"/>
            <a:ext cx="15329" cy="15329"/>
          </a:xfrm>
          <a:prstGeom prst="rect">
            <a:avLst/>
          </a:prstGeom>
        </p:spPr>
      </p:pic>
      <p:pic>
        <p:nvPicPr>
          <p:cNvPr id="1671" name="Image 1668" descr="preencoded.png">    </p:cNvPr>
          <p:cNvPicPr>
            <a:picLocks noChangeAspect="1"/>
          </p:cNvPicPr>
          <p:nvPr/>
        </p:nvPicPr>
        <p:blipFill>
          <a:blip r:embed="rId1669"/>
          <a:stretch>
            <a:fillRect/>
          </a:stretch>
        </p:blipFill>
        <p:spPr>
          <a:xfrm>
            <a:off x="2782305" y="1727361"/>
            <a:ext cx="48818" cy="91976"/>
          </a:xfrm>
          <a:prstGeom prst="rect">
            <a:avLst/>
          </a:prstGeom>
        </p:spPr>
      </p:pic>
      <p:pic>
        <p:nvPicPr>
          <p:cNvPr id="1672" name="Image 1669" descr="preencoded.png">    </p:cNvPr>
          <p:cNvPicPr>
            <a:picLocks noChangeAspect="1"/>
          </p:cNvPicPr>
          <p:nvPr/>
        </p:nvPicPr>
        <p:blipFill>
          <a:blip r:embed="rId1670"/>
          <a:stretch>
            <a:fillRect/>
          </a:stretch>
        </p:blipFill>
        <p:spPr>
          <a:xfrm>
            <a:off x="4241142" y="1724621"/>
            <a:ext cx="20592" cy="30844"/>
          </a:xfrm>
          <a:prstGeom prst="rect">
            <a:avLst/>
          </a:prstGeom>
        </p:spPr>
      </p:pic>
      <p:pic>
        <p:nvPicPr>
          <p:cNvPr id="1673" name="Image 1670" descr="preencoded.png">    </p:cNvPr>
          <p:cNvPicPr>
            <a:picLocks noChangeAspect="1"/>
          </p:cNvPicPr>
          <p:nvPr/>
        </p:nvPicPr>
        <p:blipFill>
          <a:blip r:embed="rId1671"/>
          <a:stretch>
            <a:fillRect/>
          </a:stretch>
        </p:blipFill>
        <p:spPr>
          <a:xfrm>
            <a:off x="5975789" y="1461654"/>
            <a:ext cx="774255" cy="544325"/>
          </a:xfrm>
          <a:prstGeom prst="rect">
            <a:avLst/>
          </a:prstGeom>
        </p:spPr>
      </p:pic>
      <p:pic>
        <p:nvPicPr>
          <p:cNvPr id="1674" name="Image 1671" descr="preencoded.png">    </p:cNvPr>
          <p:cNvPicPr>
            <a:picLocks noChangeAspect="1"/>
          </p:cNvPicPr>
          <p:nvPr/>
        </p:nvPicPr>
        <p:blipFill>
          <a:blip r:embed="rId1672"/>
          <a:stretch>
            <a:fillRect/>
          </a:stretch>
        </p:blipFill>
        <p:spPr>
          <a:xfrm>
            <a:off x="4072520" y="1729916"/>
            <a:ext cx="33214" cy="38323"/>
          </a:xfrm>
          <a:prstGeom prst="rect">
            <a:avLst/>
          </a:prstGeom>
        </p:spPr>
      </p:pic>
      <p:pic>
        <p:nvPicPr>
          <p:cNvPr id="1675" name="Image 1672" descr="preencoded.png">    </p:cNvPr>
          <p:cNvPicPr>
            <a:picLocks noChangeAspect="1"/>
          </p:cNvPicPr>
          <p:nvPr/>
        </p:nvPicPr>
        <p:blipFill>
          <a:blip r:embed="rId1673"/>
          <a:stretch>
            <a:fillRect/>
          </a:stretch>
        </p:blipFill>
        <p:spPr>
          <a:xfrm>
            <a:off x="4063883" y="1732471"/>
            <a:ext cx="8637" cy="38051"/>
          </a:xfrm>
          <a:prstGeom prst="rect">
            <a:avLst/>
          </a:prstGeom>
        </p:spPr>
      </p:pic>
      <p:pic>
        <p:nvPicPr>
          <p:cNvPr id="1676" name="Image 1673" descr="preencoded.png">    </p:cNvPr>
          <p:cNvPicPr>
            <a:picLocks noChangeAspect="1"/>
          </p:cNvPicPr>
          <p:nvPr/>
        </p:nvPicPr>
        <p:blipFill>
          <a:blip r:embed="rId1674"/>
          <a:stretch>
            <a:fillRect/>
          </a:stretch>
        </p:blipFill>
        <p:spPr>
          <a:xfrm>
            <a:off x="3977990" y="1735026"/>
            <a:ext cx="16734" cy="33213"/>
          </a:xfrm>
          <a:prstGeom prst="rect">
            <a:avLst/>
          </a:prstGeom>
        </p:spPr>
      </p:pic>
      <p:pic>
        <p:nvPicPr>
          <p:cNvPr id="1677" name="Image 1674" descr="preencoded.png">    </p:cNvPr>
          <p:cNvPicPr>
            <a:picLocks noChangeAspect="1"/>
          </p:cNvPicPr>
          <p:nvPr/>
        </p:nvPicPr>
        <p:blipFill>
          <a:blip r:embed="rId1675"/>
          <a:stretch>
            <a:fillRect/>
          </a:stretch>
        </p:blipFill>
        <p:spPr>
          <a:xfrm>
            <a:off x="5025357" y="1732318"/>
            <a:ext cx="35904" cy="10832"/>
          </a:xfrm>
          <a:prstGeom prst="rect">
            <a:avLst/>
          </a:prstGeom>
        </p:spPr>
      </p:pic>
      <p:pic>
        <p:nvPicPr>
          <p:cNvPr id="1678" name="Image 1675" descr="preencoded.png">    </p:cNvPr>
          <p:cNvPicPr>
            <a:picLocks noChangeAspect="1"/>
          </p:cNvPicPr>
          <p:nvPr/>
        </p:nvPicPr>
        <p:blipFill>
          <a:blip r:embed="rId1676"/>
          <a:stretch>
            <a:fillRect/>
          </a:stretch>
        </p:blipFill>
        <p:spPr>
          <a:xfrm>
            <a:off x="4552838" y="1722252"/>
            <a:ext cx="35768" cy="25549"/>
          </a:xfrm>
          <a:prstGeom prst="rect">
            <a:avLst/>
          </a:prstGeom>
        </p:spPr>
      </p:pic>
      <p:pic>
        <p:nvPicPr>
          <p:cNvPr id="1679" name="Image 1676" descr="preencoded.png">    </p:cNvPr>
          <p:cNvPicPr>
            <a:picLocks noChangeAspect="1"/>
          </p:cNvPicPr>
          <p:nvPr/>
        </p:nvPicPr>
        <p:blipFill>
          <a:blip r:embed="rId1677"/>
          <a:stretch>
            <a:fillRect/>
          </a:stretch>
        </p:blipFill>
        <p:spPr>
          <a:xfrm>
            <a:off x="4144058" y="1722252"/>
            <a:ext cx="30617" cy="22994"/>
          </a:xfrm>
          <a:prstGeom prst="rect">
            <a:avLst/>
          </a:prstGeom>
        </p:spPr>
      </p:pic>
      <p:pic>
        <p:nvPicPr>
          <p:cNvPr id="1680" name="Image 1677" descr="preencoded.png">    </p:cNvPr>
          <p:cNvPicPr>
            <a:picLocks noChangeAspect="1"/>
          </p:cNvPicPr>
          <p:nvPr/>
        </p:nvPicPr>
        <p:blipFill>
          <a:blip r:embed="rId1678"/>
          <a:stretch>
            <a:fillRect/>
          </a:stretch>
        </p:blipFill>
        <p:spPr>
          <a:xfrm>
            <a:off x="1987736" y="1594507"/>
            <a:ext cx="401117" cy="179618"/>
          </a:xfrm>
          <a:prstGeom prst="rect">
            <a:avLst/>
          </a:prstGeom>
        </p:spPr>
      </p:pic>
      <p:pic>
        <p:nvPicPr>
          <p:cNvPr id="1681" name="Image 1678" descr="preencoded.png">    </p:cNvPr>
          <p:cNvPicPr>
            <a:picLocks noChangeAspect="1"/>
          </p:cNvPicPr>
          <p:nvPr/>
        </p:nvPicPr>
        <p:blipFill>
          <a:blip r:embed="rId1679"/>
          <a:stretch>
            <a:fillRect/>
          </a:stretch>
        </p:blipFill>
        <p:spPr>
          <a:xfrm>
            <a:off x="4409765" y="1719617"/>
            <a:ext cx="61317" cy="53732"/>
          </a:xfrm>
          <a:prstGeom prst="rect">
            <a:avLst/>
          </a:prstGeom>
        </p:spPr>
      </p:pic>
      <p:pic>
        <p:nvPicPr>
          <p:cNvPr id="1682" name="Image 1679" descr="preencoded.png">    </p:cNvPr>
          <p:cNvPicPr>
            <a:picLocks noChangeAspect="1"/>
          </p:cNvPicPr>
          <p:nvPr/>
        </p:nvPicPr>
        <p:blipFill>
          <a:blip r:embed="rId1680"/>
          <a:stretch>
            <a:fillRect/>
          </a:stretch>
        </p:blipFill>
        <p:spPr>
          <a:xfrm>
            <a:off x="4920742" y="1712032"/>
            <a:ext cx="47265" cy="32226"/>
          </a:xfrm>
          <a:prstGeom prst="rect">
            <a:avLst/>
          </a:prstGeom>
        </p:spPr>
      </p:pic>
      <p:pic>
        <p:nvPicPr>
          <p:cNvPr id="1683" name="Image 1680" descr="preencoded.png">    </p:cNvPr>
          <p:cNvPicPr>
            <a:picLocks noChangeAspect="1"/>
          </p:cNvPicPr>
          <p:nvPr/>
        </p:nvPicPr>
        <p:blipFill>
          <a:blip r:embed="rId1681"/>
          <a:stretch>
            <a:fillRect/>
          </a:stretch>
        </p:blipFill>
        <p:spPr>
          <a:xfrm>
            <a:off x="4969284" y="1706922"/>
            <a:ext cx="40878" cy="33140"/>
          </a:xfrm>
          <a:prstGeom prst="rect">
            <a:avLst/>
          </a:prstGeom>
        </p:spPr>
      </p:pic>
      <p:pic>
        <p:nvPicPr>
          <p:cNvPr id="1684" name="Image 1681" descr="preencoded.png">    </p:cNvPr>
          <p:cNvPicPr>
            <a:picLocks noChangeAspect="1"/>
          </p:cNvPicPr>
          <p:nvPr/>
        </p:nvPicPr>
        <p:blipFill>
          <a:blip r:embed="rId1682"/>
          <a:stretch>
            <a:fillRect/>
          </a:stretch>
        </p:blipFill>
        <p:spPr>
          <a:xfrm>
            <a:off x="4593716" y="1719696"/>
            <a:ext cx="38323" cy="24441"/>
          </a:xfrm>
          <a:prstGeom prst="rect">
            <a:avLst/>
          </a:prstGeom>
        </p:spPr>
      </p:pic>
      <p:pic>
        <p:nvPicPr>
          <p:cNvPr id="1685" name="Image 1682" descr="preencoded.png">    </p:cNvPr>
          <p:cNvPicPr>
            <a:picLocks noChangeAspect="1"/>
          </p:cNvPicPr>
          <p:nvPr/>
        </p:nvPicPr>
        <p:blipFill>
          <a:blip r:embed="rId1683"/>
          <a:stretch>
            <a:fillRect/>
          </a:stretch>
        </p:blipFill>
        <p:spPr>
          <a:xfrm>
            <a:off x="4192600" y="1716991"/>
            <a:ext cx="30422" cy="14727"/>
          </a:xfrm>
          <a:prstGeom prst="rect">
            <a:avLst/>
          </a:prstGeom>
        </p:spPr>
      </p:pic>
      <p:pic>
        <p:nvPicPr>
          <p:cNvPr id="1686" name="Image 1683" descr="preencoded.png">    </p:cNvPr>
          <p:cNvPicPr>
            <a:picLocks noChangeAspect="1"/>
          </p:cNvPicPr>
          <p:nvPr/>
        </p:nvPicPr>
        <p:blipFill>
          <a:blip r:embed="rId1684"/>
          <a:stretch>
            <a:fillRect/>
          </a:stretch>
        </p:blipFill>
        <p:spPr>
          <a:xfrm>
            <a:off x="5181340" y="1712032"/>
            <a:ext cx="47268" cy="71537"/>
          </a:xfrm>
          <a:prstGeom prst="rect">
            <a:avLst/>
          </a:prstGeom>
        </p:spPr>
      </p:pic>
      <p:pic>
        <p:nvPicPr>
          <p:cNvPr id="1687" name="Image 1684" descr="preencoded.png">    </p:cNvPr>
          <p:cNvPicPr>
            <a:picLocks noChangeAspect="1"/>
          </p:cNvPicPr>
          <p:nvPr/>
        </p:nvPicPr>
        <p:blipFill>
          <a:blip r:embed="rId1685"/>
          <a:stretch>
            <a:fillRect/>
          </a:stretch>
        </p:blipFill>
        <p:spPr>
          <a:xfrm>
            <a:off x="4192600" y="1471873"/>
            <a:ext cx="45988" cy="25139"/>
          </a:xfrm>
          <a:prstGeom prst="rect">
            <a:avLst/>
          </a:prstGeom>
        </p:spPr>
      </p:pic>
      <p:pic>
        <p:nvPicPr>
          <p:cNvPr id="1688" name="Image 1685" descr="preencoded.png">    </p:cNvPr>
          <p:cNvPicPr>
            <a:picLocks noChangeAspect="1"/>
          </p:cNvPicPr>
          <p:nvPr/>
        </p:nvPicPr>
        <p:blipFill>
          <a:blip r:embed="rId1686"/>
          <a:stretch>
            <a:fillRect/>
          </a:stretch>
        </p:blipFill>
        <p:spPr>
          <a:xfrm>
            <a:off x="4266692" y="1492312"/>
            <a:ext cx="66427" cy="33213"/>
          </a:xfrm>
          <a:prstGeom prst="rect">
            <a:avLst/>
          </a:prstGeom>
        </p:spPr>
      </p:pic>
      <p:pic>
        <p:nvPicPr>
          <p:cNvPr id="1689" name="Image 1686" descr="preencoded.png">    </p:cNvPr>
          <p:cNvPicPr>
            <a:picLocks noChangeAspect="1"/>
          </p:cNvPicPr>
          <p:nvPr/>
        </p:nvPicPr>
        <p:blipFill>
          <a:blip r:embed="rId1687"/>
          <a:stretch>
            <a:fillRect/>
          </a:stretch>
        </p:blipFill>
        <p:spPr>
          <a:xfrm>
            <a:off x="4264136" y="1525525"/>
            <a:ext cx="38514" cy="22994"/>
          </a:xfrm>
          <a:prstGeom prst="rect">
            <a:avLst/>
          </a:prstGeom>
        </p:spPr>
      </p:pic>
      <p:pic>
        <p:nvPicPr>
          <p:cNvPr id="1690" name="Image 1687" descr="preencoded.png">    </p:cNvPr>
          <p:cNvPicPr>
            <a:picLocks noChangeAspect="1"/>
          </p:cNvPicPr>
          <p:nvPr/>
        </p:nvPicPr>
        <p:blipFill>
          <a:blip r:embed="rId1688"/>
          <a:stretch>
            <a:fillRect/>
          </a:stretch>
        </p:blipFill>
        <p:spPr>
          <a:xfrm>
            <a:off x="4259027" y="1553629"/>
            <a:ext cx="40878" cy="10290"/>
          </a:xfrm>
          <a:prstGeom prst="rect">
            <a:avLst/>
          </a:prstGeom>
        </p:spPr>
      </p:pic>
      <p:pic>
        <p:nvPicPr>
          <p:cNvPr id="1691" name="Image 1688" descr="preencoded.png">    </p:cNvPr>
          <p:cNvPicPr>
            <a:picLocks noChangeAspect="1"/>
          </p:cNvPicPr>
          <p:nvPr/>
        </p:nvPicPr>
        <p:blipFill>
          <a:blip r:embed="rId1689"/>
          <a:stretch>
            <a:fillRect/>
          </a:stretch>
        </p:blipFill>
        <p:spPr>
          <a:xfrm>
            <a:off x="4256472" y="1528080"/>
            <a:ext cx="74322" cy="48839"/>
          </a:xfrm>
          <a:prstGeom prst="rect">
            <a:avLst/>
          </a:prstGeom>
        </p:spPr>
      </p:pic>
      <p:pic>
        <p:nvPicPr>
          <p:cNvPr id="1692" name="Image 1689" descr="preencoded.png">    </p:cNvPr>
          <p:cNvPicPr>
            <a:picLocks noChangeAspect="1"/>
          </p:cNvPicPr>
          <p:nvPr/>
        </p:nvPicPr>
        <p:blipFill>
          <a:blip r:embed="rId1690"/>
          <a:stretch>
            <a:fillRect/>
          </a:stretch>
        </p:blipFill>
        <p:spPr>
          <a:xfrm>
            <a:off x="4253687" y="1568646"/>
            <a:ext cx="46218" cy="13156"/>
          </a:xfrm>
          <a:prstGeom prst="rect">
            <a:avLst/>
          </a:prstGeom>
        </p:spPr>
      </p:pic>
      <p:pic>
        <p:nvPicPr>
          <p:cNvPr id="1693" name="Image 1690" descr="preencoded.png">    </p:cNvPr>
          <p:cNvPicPr>
            <a:picLocks noChangeAspect="1"/>
          </p:cNvPicPr>
          <p:nvPr/>
        </p:nvPicPr>
        <p:blipFill>
          <a:blip r:embed="rId1691"/>
          <a:stretch>
            <a:fillRect/>
          </a:stretch>
        </p:blipFill>
        <p:spPr>
          <a:xfrm>
            <a:off x="4243698" y="1583992"/>
            <a:ext cx="25549" cy="12650"/>
          </a:xfrm>
          <a:prstGeom prst="rect">
            <a:avLst/>
          </a:prstGeom>
        </p:spPr>
      </p:pic>
      <p:pic>
        <p:nvPicPr>
          <p:cNvPr id="1694" name="Image 1691" descr="preencoded.png">    </p:cNvPr>
          <p:cNvPicPr>
            <a:picLocks noChangeAspect="1"/>
          </p:cNvPicPr>
          <p:nvPr/>
        </p:nvPicPr>
        <p:blipFill>
          <a:blip r:embed="rId1692"/>
          <a:stretch>
            <a:fillRect/>
          </a:stretch>
        </p:blipFill>
        <p:spPr>
          <a:xfrm>
            <a:off x="4312680" y="1609227"/>
            <a:ext cx="19816" cy="18628"/>
          </a:xfrm>
          <a:prstGeom prst="rect">
            <a:avLst/>
          </a:prstGeom>
        </p:spPr>
      </p:pic>
      <p:pic>
        <p:nvPicPr>
          <p:cNvPr id="1695" name="Image 1692" descr="preencoded.png">    </p:cNvPr>
          <p:cNvPicPr>
            <a:picLocks noChangeAspect="1"/>
          </p:cNvPicPr>
          <p:nvPr/>
        </p:nvPicPr>
        <p:blipFill>
          <a:blip r:embed="rId1693"/>
          <a:stretch>
            <a:fillRect/>
          </a:stretch>
        </p:blipFill>
        <p:spPr>
          <a:xfrm>
            <a:off x="4261582" y="1577885"/>
            <a:ext cx="102198" cy="64130"/>
          </a:xfrm>
          <a:prstGeom prst="rect">
            <a:avLst/>
          </a:prstGeom>
        </p:spPr>
      </p:pic>
      <p:pic>
        <p:nvPicPr>
          <p:cNvPr id="1696" name="Image 1693" descr="preencoded.png">    </p:cNvPr>
          <p:cNvPicPr>
            <a:picLocks noChangeAspect="1"/>
          </p:cNvPicPr>
          <p:nvPr/>
        </p:nvPicPr>
        <p:blipFill>
          <a:blip r:embed="rId1694"/>
          <a:stretch>
            <a:fillRect/>
          </a:stretch>
        </p:blipFill>
        <p:spPr>
          <a:xfrm>
            <a:off x="4458308" y="1602172"/>
            <a:ext cx="54930" cy="48543"/>
          </a:xfrm>
          <a:prstGeom prst="rect">
            <a:avLst/>
          </a:prstGeom>
        </p:spPr>
      </p:pic>
      <p:pic>
        <p:nvPicPr>
          <p:cNvPr id="1697" name="Image 1694" descr="preencoded.png">    </p:cNvPr>
          <p:cNvPicPr>
            <a:picLocks noChangeAspect="1"/>
          </p:cNvPicPr>
          <p:nvPr/>
        </p:nvPicPr>
        <p:blipFill>
          <a:blip r:embed="rId1695"/>
          <a:stretch>
            <a:fillRect/>
          </a:stretch>
        </p:blipFill>
        <p:spPr>
          <a:xfrm>
            <a:off x="4092959" y="1602172"/>
            <a:ext cx="43433" cy="43453"/>
          </a:xfrm>
          <a:prstGeom prst="rect">
            <a:avLst/>
          </a:prstGeom>
        </p:spPr>
      </p:pic>
      <p:pic>
        <p:nvPicPr>
          <p:cNvPr id="1698" name="Image 1695" descr="preencoded.png">    </p:cNvPr>
          <p:cNvPicPr>
            <a:picLocks noChangeAspect="1"/>
          </p:cNvPicPr>
          <p:nvPr/>
        </p:nvPicPr>
        <p:blipFill>
          <a:blip r:embed="rId1696"/>
          <a:stretch>
            <a:fillRect/>
          </a:stretch>
        </p:blipFill>
        <p:spPr>
          <a:xfrm>
            <a:off x="4100624" y="1604727"/>
            <a:ext cx="43433" cy="48543"/>
          </a:xfrm>
          <a:prstGeom prst="rect">
            <a:avLst/>
          </a:prstGeom>
        </p:spPr>
      </p:pic>
      <p:pic>
        <p:nvPicPr>
          <p:cNvPr id="1699" name="Image 1696" descr="preencoded.png">    </p:cNvPr>
          <p:cNvPicPr>
            <a:picLocks noChangeAspect="1"/>
          </p:cNvPicPr>
          <p:nvPr/>
        </p:nvPicPr>
        <p:blipFill>
          <a:blip r:embed="rId1697"/>
          <a:stretch>
            <a:fillRect/>
          </a:stretch>
        </p:blipFill>
        <p:spPr>
          <a:xfrm>
            <a:off x="3906303" y="1607282"/>
            <a:ext cx="76796" cy="28104"/>
          </a:xfrm>
          <a:prstGeom prst="rect">
            <a:avLst/>
          </a:prstGeom>
        </p:spPr>
      </p:pic>
      <p:pic>
        <p:nvPicPr>
          <p:cNvPr id="1700" name="Image 1697" descr="preencoded.png">    </p:cNvPr>
          <p:cNvPicPr>
            <a:picLocks noChangeAspect="1"/>
          </p:cNvPicPr>
          <p:nvPr/>
        </p:nvPicPr>
        <p:blipFill>
          <a:blip r:embed="rId1698"/>
          <a:stretch>
            <a:fillRect/>
          </a:stretch>
        </p:blipFill>
        <p:spPr>
          <a:xfrm>
            <a:off x="3990765" y="1612391"/>
            <a:ext cx="53653" cy="43433"/>
          </a:xfrm>
          <a:prstGeom prst="rect">
            <a:avLst/>
          </a:prstGeom>
        </p:spPr>
      </p:pic>
      <p:pic>
        <p:nvPicPr>
          <p:cNvPr id="1701" name="Image 1698" descr="preencoded.png">    </p:cNvPr>
          <p:cNvPicPr>
            <a:picLocks noChangeAspect="1"/>
          </p:cNvPicPr>
          <p:nvPr/>
        </p:nvPicPr>
        <p:blipFill>
          <a:blip r:embed="rId1699"/>
          <a:stretch>
            <a:fillRect/>
          </a:stretch>
        </p:blipFill>
        <p:spPr>
          <a:xfrm>
            <a:off x="4248807" y="1614014"/>
            <a:ext cx="26933" cy="13706"/>
          </a:xfrm>
          <a:prstGeom prst="rect">
            <a:avLst/>
          </a:prstGeom>
        </p:spPr>
      </p:pic>
      <p:pic>
        <p:nvPicPr>
          <p:cNvPr id="1702" name="Image 1699" descr="preencoded.png">    </p:cNvPr>
          <p:cNvPicPr>
            <a:picLocks noChangeAspect="1"/>
          </p:cNvPicPr>
          <p:nvPr/>
        </p:nvPicPr>
        <p:blipFill>
          <a:blip r:embed="rId1700"/>
          <a:stretch>
            <a:fillRect/>
          </a:stretch>
        </p:blipFill>
        <p:spPr>
          <a:xfrm>
            <a:off x="4320344" y="1609691"/>
            <a:ext cx="37980" cy="23285"/>
          </a:xfrm>
          <a:prstGeom prst="rect">
            <a:avLst/>
          </a:prstGeom>
        </p:spPr>
      </p:pic>
      <p:pic>
        <p:nvPicPr>
          <p:cNvPr id="1703" name="Image 1700" descr="preencoded.png">    </p:cNvPr>
          <p:cNvPicPr>
            <a:picLocks noChangeAspect="1"/>
          </p:cNvPicPr>
          <p:nvPr/>
        </p:nvPicPr>
        <p:blipFill>
          <a:blip r:embed="rId1701"/>
          <a:stretch>
            <a:fillRect/>
          </a:stretch>
        </p:blipFill>
        <p:spPr>
          <a:xfrm>
            <a:off x="4054636" y="1609678"/>
            <a:ext cx="51097" cy="25708"/>
          </a:xfrm>
          <a:prstGeom prst="rect">
            <a:avLst/>
          </a:prstGeom>
        </p:spPr>
      </p:pic>
      <p:pic>
        <p:nvPicPr>
          <p:cNvPr id="1704" name="Image 1701" descr="preencoded.png">    </p:cNvPr>
          <p:cNvPicPr>
            <a:picLocks noChangeAspect="1"/>
          </p:cNvPicPr>
          <p:nvPr/>
        </p:nvPicPr>
        <p:blipFill>
          <a:blip r:embed="rId1702"/>
          <a:stretch>
            <a:fillRect/>
          </a:stretch>
        </p:blipFill>
        <p:spPr>
          <a:xfrm>
            <a:off x="4225813" y="1620056"/>
            <a:ext cx="28104" cy="20093"/>
          </a:xfrm>
          <a:prstGeom prst="rect">
            <a:avLst/>
          </a:prstGeom>
        </p:spPr>
      </p:pic>
      <p:pic>
        <p:nvPicPr>
          <p:cNvPr id="1705" name="Image 1702" descr="preencoded.png">    </p:cNvPr>
          <p:cNvPicPr>
            <a:picLocks noChangeAspect="1"/>
          </p:cNvPicPr>
          <p:nvPr/>
        </p:nvPicPr>
        <p:blipFill>
          <a:blip r:embed="rId1703"/>
          <a:stretch>
            <a:fillRect/>
          </a:stretch>
        </p:blipFill>
        <p:spPr>
          <a:xfrm>
            <a:off x="4269246" y="1620056"/>
            <a:ext cx="33214" cy="20439"/>
          </a:xfrm>
          <a:prstGeom prst="rect">
            <a:avLst/>
          </a:prstGeom>
        </p:spPr>
      </p:pic>
      <p:pic>
        <p:nvPicPr>
          <p:cNvPr id="1706" name="Image 1703" descr="preencoded.png">    </p:cNvPr>
          <p:cNvPicPr>
            <a:picLocks noChangeAspect="1"/>
          </p:cNvPicPr>
          <p:nvPr/>
        </p:nvPicPr>
        <p:blipFill>
          <a:blip r:embed="rId1704"/>
          <a:stretch>
            <a:fillRect/>
          </a:stretch>
        </p:blipFill>
        <p:spPr>
          <a:xfrm>
            <a:off x="4335674" y="1617501"/>
            <a:ext cx="39298" cy="28104"/>
          </a:xfrm>
          <a:prstGeom prst="rect">
            <a:avLst/>
          </a:prstGeom>
        </p:spPr>
      </p:pic>
      <p:pic>
        <p:nvPicPr>
          <p:cNvPr id="1707" name="Image 1704" descr="preencoded.png">    </p:cNvPr>
          <p:cNvPicPr>
            <a:picLocks noChangeAspect="1"/>
          </p:cNvPicPr>
          <p:nvPr/>
        </p:nvPicPr>
        <p:blipFill>
          <a:blip r:embed="rId1705"/>
          <a:stretch>
            <a:fillRect/>
          </a:stretch>
        </p:blipFill>
        <p:spPr>
          <a:xfrm>
            <a:off x="3903898" y="1620056"/>
            <a:ext cx="61317" cy="33213"/>
          </a:xfrm>
          <a:prstGeom prst="rect">
            <a:avLst/>
          </a:prstGeom>
        </p:spPr>
      </p:pic>
      <p:pic>
        <p:nvPicPr>
          <p:cNvPr id="1708" name="Image 1705" descr="preencoded.png">    </p:cNvPr>
          <p:cNvPicPr>
            <a:picLocks noChangeAspect="1"/>
          </p:cNvPicPr>
          <p:nvPr/>
        </p:nvPicPr>
        <p:blipFill>
          <a:blip r:embed="rId1706"/>
          <a:stretch>
            <a:fillRect/>
          </a:stretch>
        </p:blipFill>
        <p:spPr>
          <a:xfrm>
            <a:off x="4146453" y="1617501"/>
            <a:ext cx="30435" cy="28108"/>
          </a:xfrm>
          <a:prstGeom prst="rect">
            <a:avLst/>
          </a:prstGeom>
        </p:spPr>
      </p:pic>
      <p:pic>
        <p:nvPicPr>
          <p:cNvPr id="1709" name="Image 1706" descr="preencoded.png">    </p:cNvPr>
          <p:cNvPicPr>
            <a:picLocks noChangeAspect="1"/>
          </p:cNvPicPr>
          <p:nvPr/>
        </p:nvPicPr>
        <p:blipFill>
          <a:blip r:embed="rId1707"/>
          <a:stretch>
            <a:fillRect/>
          </a:stretch>
        </p:blipFill>
        <p:spPr>
          <a:xfrm>
            <a:off x="4108289" y="1609837"/>
            <a:ext cx="40878" cy="43433"/>
          </a:xfrm>
          <a:prstGeom prst="rect">
            <a:avLst/>
          </a:prstGeom>
        </p:spPr>
      </p:pic>
      <p:pic>
        <p:nvPicPr>
          <p:cNvPr id="1710" name="Image 1707" descr="preencoded.png">    </p:cNvPr>
          <p:cNvPicPr>
            <a:picLocks noChangeAspect="1"/>
          </p:cNvPicPr>
          <p:nvPr/>
        </p:nvPicPr>
        <p:blipFill>
          <a:blip r:embed="rId1708"/>
          <a:stretch>
            <a:fillRect/>
          </a:stretch>
        </p:blipFill>
        <p:spPr>
          <a:xfrm>
            <a:off x="4425094" y="1637940"/>
            <a:ext cx="30659" cy="28221"/>
          </a:xfrm>
          <a:prstGeom prst="rect">
            <a:avLst/>
          </a:prstGeom>
        </p:spPr>
      </p:pic>
      <p:pic>
        <p:nvPicPr>
          <p:cNvPr id="1711" name="Image 1708" descr="preencoded.png">    </p:cNvPr>
          <p:cNvPicPr>
            <a:picLocks noChangeAspect="1"/>
          </p:cNvPicPr>
          <p:nvPr/>
        </p:nvPicPr>
        <p:blipFill>
          <a:blip r:embed="rId1709"/>
          <a:stretch>
            <a:fillRect/>
          </a:stretch>
        </p:blipFill>
        <p:spPr>
          <a:xfrm>
            <a:off x="4241142" y="1635385"/>
            <a:ext cx="51097" cy="29407"/>
          </a:xfrm>
          <a:prstGeom prst="rect">
            <a:avLst/>
          </a:prstGeom>
        </p:spPr>
      </p:pic>
      <p:pic>
        <p:nvPicPr>
          <p:cNvPr id="1712" name="Image 1709" descr="preencoded.png">    </p:cNvPr>
          <p:cNvPicPr>
            <a:picLocks noChangeAspect="1"/>
          </p:cNvPicPr>
          <p:nvPr/>
        </p:nvPicPr>
        <p:blipFill>
          <a:blip r:embed="rId1710"/>
          <a:stretch>
            <a:fillRect/>
          </a:stretch>
        </p:blipFill>
        <p:spPr>
          <a:xfrm>
            <a:off x="4368887" y="1607282"/>
            <a:ext cx="81756" cy="110190"/>
          </a:xfrm>
          <a:prstGeom prst="rect">
            <a:avLst/>
          </a:prstGeom>
        </p:spPr>
      </p:pic>
      <p:pic>
        <p:nvPicPr>
          <p:cNvPr id="1713" name="Image 1710" descr="preencoded.png">    </p:cNvPr>
          <p:cNvPicPr>
            <a:picLocks noChangeAspect="1"/>
          </p:cNvPicPr>
          <p:nvPr/>
        </p:nvPicPr>
        <p:blipFill>
          <a:blip r:embed="rId1711"/>
          <a:stretch>
            <a:fillRect/>
          </a:stretch>
        </p:blipFill>
        <p:spPr>
          <a:xfrm>
            <a:off x="3966253" y="1643050"/>
            <a:ext cx="21803" cy="25549"/>
          </a:xfrm>
          <a:prstGeom prst="rect">
            <a:avLst/>
          </a:prstGeom>
        </p:spPr>
      </p:pic>
      <p:pic>
        <p:nvPicPr>
          <p:cNvPr id="1714" name="Image 1711" descr="preencoded.png">    </p:cNvPr>
          <p:cNvPicPr>
            <a:picLocks noChangeAspect="1"/>
          </p:cNvPicPr>
          <p:nvPr/>
        </p:nvPicPr>
        <p:blipFill>
          <a:blip r:embed="rId1712"/>
          <a:stretch>
            <a:fillRect/>
          </a:stretch>
        </p:blipFill>
        <p:spPr>
          <a:xfrm>
            <a:off x="4215594" y="1637940"/>
            <a:ext cx="33214" cy="35270"/>
          </a:xfrm>
          <a:prstGeom prst="rect">
            <a:avLst/>
          </a:prstGeom>
        </p:spPr>
      </p:pic>
      <p:pic>
        <p:nvPicPr>
          <p:cNvPr id="1715" name="Image 1712" descr="preencoded.png">    </p:cNvPr>
          <p:cNvPicPr>
            <a:picLocks noChangeAspect="1"/>
          </p:cNvPicPr>
          <p:nvPr/>
        </p:nvPicPr>
        <p:blipFill>
          <a:blip r:embed="rId1713"/>
          <a:stretch>
            <a:fillRect/>
          </a:stretch>
        </p:blipFill>
        <p:spPr>
          <a:xfrm>
            <a:off x="4269246" y="1650715"/>
            <a:ext cx="35516" cy="25443"/>
          </a:xfrm>
          <a:prstGeom prst="rect">
            <a:avLst/>
          </a:prstGeom>
        </p:spPr>
      </p:pic>
      <p:pic>
        <p:nvPicPr>
          <p:cNvPr id="1716" name="Image 1713" descr="preencoded.png">    </p:cNvPr>
          <p:cNvPicPr>
            <a:picLocks noChangeAspect="1"/>
          </p:cNvPicPr>
          <p:nvPr/>
        </p:nvPicPr>
        <p:blipFill>
          <a:blip r:embed="rId1714"/>
          <a:stretch>
            <a:fillRect/>
          </a:stretch>
        </p:blipFill>
        <p:spPr>
          <a:xfrm>
            <a:off x="4315085" y="1645605"/>
            <a:ext cx="33362" cy="20439"/>
          </a:xfrm>
          <a:prstGeom prst="rect">
            <a:avLst/>
          </a:prstGeom>
        </p:spPr>
      </p:pic>
      <p:pic>
        <p:nvPicPr>
          <p:cNvPr id="1717" name="Image 1714" descr="preencoded.png">    </p:cNvPr>
          <p:cNvPicPr>
            <a:picLocks noChangeAspect="1"/>
          </p:cNvPicPr>
          <p:nvPr/>
        </p:nvPicPr>
        <p:blipFill>
          <a:blip r:embed="rId1715"/>
          <a:stretch>
            <a:fillRect/>
          </a:stretch>
        </p:blipFill>
        <p:spPr>
          <a:xfrm>
            <a:off x="4027779" y="1641578"/>
            <a:ext cx="82478" cy="67899"/>
          </a:xfrm>
          <a:prstGeom prst="rect">
            <a:avLst/>
          </a:prstGeom>
        </p:spPr>
      </p:pic>
      <p:pic>
        <p:nvPicPr>
          <p:cNvPr id="1718" name="Image 1715" descr="preencoded.png">    </p:cNvPr>
          <p:cNvPicPr>
            <a:picLocks noChangeAspect="1"/>
          </p:cNvPicPr>
          <p:nvPr/>
        </p:nvPicPr>
        <p:blipFill>
          <a:blip r:embed="rId1716"/>
          <a:stretch>
            <a:fillRect/>
          </a:stretch>
        </p:blipFill>
        <p:spPr>
          <a:xfrm>
            <a:off x="4031236" y="1645605"/>
            <a:ext cx="77052" cy="79257"/>
          </a:xfrm>
          <a:prstGeom prst="rect">
            <a:avLst/>
          </a:prstGeom>
        </p:spPr>
      </p:pic>
      <p:pic>
        <p:nvPicPr>
          <p:cNvPr id="1719" name="Image 1716" descr="preencoded.png">    </p:cNvPr>
          <p:cNvPicPr>
            <a:picLocks noChangeAspect="1"/>
          </p:cNvPicPr>
          <p:nvPr/>
        </p:nvPicPr>
        <p:blipFill>
          <a:blip r:embed="rId1717"/>
          <a:stretch>
            <a:fillRect/>
          </a:stretch>
        </p:blipFill>
        <p:spPr>
          <a:xfrm>
            <a:off x="4021423" y="1635073"/>
            <a:ext cx="96757" cy="97398"/>
          </a:xfrm>
          <a:prstGeom prst="rect">
            <a:avLst/>
          </a:prstGeom>
        </p:spPr>
      </p:pic>
      <p:pic>
        <p:nvPicPr>
          <p:cNvPr id="1720" name="Image 1717" descr="preencoded.png">    </p:cNvPr>
          <p:cNvPicPr>
            <a:picLocks noChangeAspect="1"/>
          </p:cNvPicPr>
          <p:nvPr/>
        </p:nvPicPr>
        <p:blipFill>
          <a:blip r:embed="rId1718"/>
          <a:stretch>
            <a:fillRect/>
          </a:stretch>
        </p:blipFill>
        <p:spPr>
          <a:xfrm>
            <a:off x="3993156" y="1648160"/>
            <a:ext cx="30822" cy="38323"/>
          </a:xfrm>
          <a:prstGeom prst="rect">
            <a:avLst/>
          </a:prstGeom>
        </p:spPr>
      </p:pic>
      <p:pic>
        <p:nvPicPr>
          <p:cNvPr id="1721" name="Image 1718" descr="preencoded.png">    </p:cNvPr>
          <p:cNvPicPr>
            <a:picLocks noChangeAspect="1"/>
          </p:cNvPicPr>
          <p:nvPr/>
        </p:nvPicPr>
        <p:blipFill>
          <a:blip r:embed="rId1719"/>
          <a:stretch>
            <a:fillRect/>
          </a:stretch>
        </p:blipFill>
        <p:spPr>
          <a:xfrm>
            <a:off x="4366436" y="1673345"/>
            <a:ext cx="30555" cy="23358"/>
          </a:xfrm>
          <a:prstGeom prst="rect">
            <a:avLst/>
          </a:prstGeom>
        </p:spPr>
      </p:pic>
      <p:pic>
        <p:nvPicPr>
          <p:cNvPr id="1722" name="Image 1719" descr="preencoded.png">    </p:cNvPr>
          <p:cNvPicPr>
            <a:picLocks noChangeAspect="1"/>
          </p:cNvPicPr>
          <p:nvPr/>
        </p:nvPicPr>
        <p:blipFill>
          <a:blip r:embed="rId1720"/>
          <a:stretch>
            <a:fillRect/>
          </a:stretch>
        </p:blipFill>
        <p:spPr>
          <a:xfrm>
            <a:off x="3934556" y="1660934"/>
            <a:ext cx="56214" cy="79201"/>
          </a:xfrm>
          <a:prstGeom prst="rect">
            <a:avLst/>
          </a:prstGeom>
        </p:spPr>
      </p:pic>
      <p:pic>
        <p:nvPicPr>
          <p:cNvPr id="1723" name="Image 1720" descr="preencoded.png">    </p:cNvPr>
          <p:cNvPicPr>
            <a:picLocks noChangeAspect="1"/>
          </p:cNvPicPr>
          <p:nvPr/>
        </p:nvPicPr>
        <p:blipFill>
          <a:blip r:embed="rId1721"/>
          <a:stretch>
            <a:fillRect/>
          </a:stretch>
        </p:blipFill>
        <p:spPr>
          <a:xfrm>
            <a:off x="4338228" y="1658379"/>
            <a:ext cx="40593" cy="43433"/>
          </a:xfrm>
          <a:prstGeom prst="rect">
            <a:avLst/>
          </a:prstGeom>
        </p:spPr>
      </p:pic>
      <p:pic>
        <p:nvPicPr>
          <p:cNvPr id="1724" name="Image 1721" descr="preencoded.png">    </p:cNvPr>
          <p:cNvPicPr>
            <a:picLocks noChangeAspect="1"/>
          </p:cNvPicPr>
          <p:nvPr/>
        </p:nvPicPr>
        <p:blipFill>
          <a:blip r:embed="rId1722"/>
          <a:stretch>
            <a:fillRect/>
          </a:stretch>
        </p:blipFill>
        <p:spPr>
          <a:xfrm>
            <a:off x="4108289" y="1612390"/>
            <a:ext cx="76646" cy="118910"/>
          </a:xfrm>
          <a:prstGeom prst="rect">
            <a:avLst/>
          </a:prstGeom>
        </p:spPr>
      </p:pic>
      <p:pic>
        <p:nvPicPr>
          <p:cNvPr id="1725" name="Image 1722" descr="preencoded.png">    </p:cNvPr>
          <p:cNvPicPr>
            <a:picLocks noChangeAspect="1"/>
          </p:cNvPicPr>
          <p:nvPr/>
        </p:nvPicPr>
        <p:blipFill>
          <a:blip r:embed="rId1723"/>
          <a:stretch>
            <a:fillRect/>
          </a:stretch>
        </p:blipFill>
        <p:spPr>
          <a:xfrm>
            <a:off x="4131283" y="1645605"/>
            <a:ext cx="120079" cy="81756"/>
          </a:xfrm>
          <a:prstGeom prst="rect">
            <a:avLst/>
          </a:prstGeom>
        </p:spPr>
      </p:pic>
      <p:pic>
        <p:nvPicPr>
          <p:cNvPr id="1726" name="Image 1723" descr="preencoded.png">    </p:cNvPr>
          <p:cNvPicPr>
            <a:picLocks noChangeAspect="1"/>
          </p:cNvPicPr>
          <p:nvPr/>
        </p:nvPicPr>
        <p:blipFill>
          <a:blip r:embed="rId1724"/>
          <a:stretch>
            <a:fillRect/>
          </a:stretch>
        </p:blipFill>
        <p:spPr>
          <a:xfrm>
            <a:off x="4243698" y="1700756"/>
            <a:ext cx="25698" cy="14337"/>
          </a:xfrm>
          <a:prstGeom prst="rect">
            <a:avLst/>
          </a:prstGeom>
        </p:spPr>
      </p:pic>
      <p:pic>
        <p:nvPicPr>
          <p:cNvPr id="1727" name="Image 1724" descr="preencoded.png">    </p:cNvPr>
          <p:cNvPicPr>
            <a:picLocks noChangeAspect="1"/>
          </p:cNvPicPr>
          <p:nvPr/>
        </p:nvPicPr>
        <p:blipFill>
          <a:blip r:embed="rId1725"/>
          <a:stretch>
            <a:fillRect/>
          </a:stretch>
        </p:blipFill>
        <p:spPr>
          <a:xfrm>
            <a:off x="4269151" y="1696686"/>
            <a:ext cx="83214" cy="83098"/>
          </a:xfrm>
          <a:prstGeom prst="rect">
            <a:avLst/>
          </a:prstGeom>
        </p:spPr>
      </p:pic>
      <p:pic>
        <p:nvPicPr>
          <p:cNvPr id="1728" name="Image 1725" descr="preencoded.png">    </p:cNvPr>
          <p:cNvPicPr>
            <a:picLocks noChangeAspect="1"/>
          </p:cNvPicPr>
          <p:nvPr/>
        </p:nvPicPr>
        <p:blipFill>
          <a:blip r:embed="rId1726"/>
          <a:stretch>
            <a:fillRect/>
          </a:stretch>
        </p:blipFill>
        <p:spPr>
          <a:xfrm>
            <a:off x="4264306" y="1691344"/>
            <a:ext cx="96916" cy="97455"/>
          </a:xfrm>
          <a:prstGeom prst="rect">
            <a:avLst/>
          </a:prstGeom>
        </p:spPr>
      </p:pic>
      <p:pic>
        <p:nvPicPr>
          <p:cNvPr id="1729" name="Image 1726" descr="preencoded.png">    </p:cNvPr>
          <p:cNvPicPr>
            <a:picLocks noChangeAspect="1"/>
          </p:cNvPicPr>
          <p:nvPr/>
        </p:nvPicPr>
        <p:blipFill>
          <a:blip r:embed="rId1727"/>
          <a:stretch>
            <a:fillRect/>
          </a:stretch>
        </p:blipFill>
        <p:spPr>
          <a:xfrm>
            <a:off x="4358668" y="1691593"/>
            <a:ext cx="48460" cy="74092"/>
          </a:xfrm>
          <a:prstGeom prst="rect">
            <a:avLst/>
          </a:prstGeom>
        </p:spPr>
      </p:pic>
      <p:pic>
        <p:nvPicPr>
          <p:cNvPr id="1730" name="Image 1727" descr="preencoded.png">    </p:cNvPr>
          <p:cNvPicPr>
            <a:picLocks noChangeAspect="1"/>
          </p:cNvPicPr>
          <p:nvPr/>
        </p:nvPicPr>
        <p:blipFill>
          <a:blip r:embed="rId1728"/>
          <a:stretch>
            <a:fillRect/>
          </a:stretch>
        </p:blipFill>
        <p:spPr>
          <a:xfrm>
            <a:off x="3837472" y="1436104"/>
            <a:ext cx="792014" cy="917203"/>
          </a:xfrm>
          <a:prstGeom prst="rect">
            <a:avLst/>
          </a:prstGeom>
        </p:spPr>
      </p:pic>
      <p:pic>
        <p:nvPicPr>
          <p:cNvPr id="1731" name="Image 1728" descr="preencoded.png">    </p:cNvPr>
          <p:cNvPicPr>
            <a:picLocks noChangeAspect="1"/>
          </p:cNvPicPr>
          <p:nvPr/>
        </p:nvPicPr>
        <p:blipFill>
          <a:blip r:embed="rId1729"/>
          <a:stretch>
            <a:fillRect/>
          </a:stretch>
        </p:blipFill>
        <p:spPr>
          <a:xfrm>
            <a:off x="4874754" y="1689038"/>
            <a:ext cx="68982" cy="48543"/>
          </a:xfrm>
          <a:prstGeom prst="rect">
            <a:avLst/>
          </a:prstGeom>
        </p:spPr>
      </p:pic>
      <p:pic>
        <p:nvPicPr>
          <p:cNvPr id="1732" name="Image 1729" descr="preencoded.png">    </p:cNvPr>
          <p:cNvPicPr>
            <a:picLocks noChangeAspect="1"/>
          </p:cNvPicPr>
          <p:nvPr/>
        </p:nvPicPr>
        <p:blipFill>
          <a:blip r:embed="rId1730"/>
          <a:stretch>
            <a:fillRect/>
          </a:stretch>
        </p:blipFill>
        <p:spPr>
          <a:xfrm>
            <a:off x="4560503" y="1706911"/>
            <a:ext cx="51097" cy="25560"/>
          </a:xfrm>
          <a:prstGeom prst="rect">
            <a:avLst/>
          </a:prstGeom>
        </p:spPr>
      </p:pic>
      <p:pic>
        <p:nvPicPr>
          <p:cNvPr id="1733" name="Image 1730" descr="preencoded.png">    </p:cNvPr>
          <p:cNvPicPr>
            <a:picLocks noChangeAspect="1"/>
          </p:cNvPicPr>
          <p:nvPr/>
        </p:nvPicPr>
        <p:blipFill>
          <a:blip r:embed="rId1731"/>
          <a:stretch>
            <a:fillRect/>
          </a:stretch>
        </p:blipFill>
        <p:spPr>
          <a:xfrm>
            <a:off x="5017827" y="1696703"/>
            <a:ext cx="38323" cy="35768"/>
          </a:xfrm>
          <a:prstGeom prst="rect">
            <a:avLst/>
          </a:prstGeom>
        </p:spPr>
      </p:pic>
      <p:pic>
        <p:nvPicPr>
          <p:cNvPr id="1734" name="Image 1731" descr="preencoded.png">    </p:cNvPr>
          <p:cNvPicPr>
            <a:picLocks noChangeAspect="1"/>
          </p:cNvPicPr>
          <p:nvPr/>
        </p:nvPicPr>
        <p:blipFill>
          <a:blip r:embed="rId1732"/>
          <a:stretch>
            <a:fillRect/>
          </a:stretch>
        </p:blipFill>
        <p:spPr>
          <a:xfrm>
            <a:off x="4953955" y="1696703"/>
            <a:ext cx="23017" cy="24995"/>
          </a:xfrm>
          <a:prstGeom prst="rect">
            <a:avLst/>
          </a:prstGeom>
        </p:spPr>
      </p:pic>
      <p:pic>
        <p:nvPicPr>
          <p:cNvPr id="1735" name="Image 1732" descr="preencoded.png">    </p:cNvPr>
          <p:cNvPicPr>
            <a:picLocks noChangeAspect="1"/>
          </p:cNvPicPr>
          <p:nvPr/>
        </p:nvPicPr>
        <p:blipFill>
          <a:blip r:embed="rId1733"/>
          <a:stretch>
            <a:fillRect/>
          </a:stretch>
        </p:blipFill>
        <p:spPr>
          <a:xfrm>
            <a:off x="4974394" y="925128"/>
            <a:ext cx="764225" cy="1831851"/>
          </a:xfrm>
          <a:prstGeom prst="rect">
            <a:avLst/>
          </a:prstGeom>
        </p:spPr>
      </p:pic>
      <p:pic>
        <p:nvPicPr>
          <p:cNvPr id="1736" name="Image 1733" descr="preencoded.png">    </p:cNvPr>
          <p:cNvPicPr>
            <a:picLocks noChangeAspect="1"/>
          </p:cNvPicPr>
          <p:nvPr/>
        </p:nvPicPr>
        <p:blipFill>
          <a:blip r:embed="rId1734"/>
          <a:stretch>
            <a:fillRect/>
          </a:stretch>
        </p:blipFill>
        <p:spPr>
          <a:xfrm>
            <a:off x="5189004" y="1678818"/>
            <a:ext cx="29381" cy="45988"/>
          </a:xfrm>
          <a:prstGeom prst="rect">
            <a:avLst/>
          </a:prstGeom>
        </p:spPr>
      </p:pic>
      <p:pic>
        <p:nvPicPr>
          <p:cNvPr id="1737" name="Image 1734" descr="preencoded.png">    </p:cNvPr>
          <p:cNvPicPr>
            <a:picLocks noChangeAspect="1"/>
          </p:cNvPicPr>
          <p:nvPr/>
        </p:nvPicPr>
        <p:blipFill>
          <a:blip r:embed="rId1735"/>
          <a:stretch>
            <a:fillRect/>
          </a:stretch>
        </p:blipFill>
        <p:spPr>
          <a:xfrm>
            <a:off x="4472924" y="1657990"/>
            <a:ext cx="81962" cy="82860"/>
          </a:xfrm>
          <a:prstGeom prst="rect">
            <a:avLst/>
          </a:prstGeom>
        </p:spPr>
      </p:pic>
      <p:pic>
        <p:nvPicPr>
          <p:cNvPr id="1738" name="Image 1735" descr="preencoded.png">    </p:cNvPr>
          <p:cNvPicPr>
            <a:picLocks noChangeAspect="1"/>
          </p:cNvPicPr>
          <p:nvPr/>
        </p:nvPicPr>
        <p:blipFill>
          <a:blip r:embed="rId1736"/>
          <a:stretch>
            <a:fillRect/>
          </a:stretch>
        </p:blipFill>
        <p:spPr>
          <a:xfrm>
            <a:off x="4466144" y="1650120"/>
            <a:ext cx="96914" cy="97889"/>
          </a:xfrm>
          <a:prstGeom prst="rect">
            <a:avLst/>
          </a:prstGeom>
        </p:spPr>
      </p:pic>
      <p:pic>
        <p:nvPicPr>
          <p:cNvPr id="1739" name="Image 1736" descr="preencoded.png">    </p:cNvPr>
          <p:cNvPicPr>
            <a:picLocks noChangeAspect="1"/>
          </p:cNvPicPr>
          <p:nvPr/>
        </p:nvPicPr>
        <p:blipFill>
          <a:blip r:embed="rId1737"/>
          <a:stretch>
            <a:fillRect/>
          </a:stretch>
        </p:blipFill>
        <p:spPr>
          <a:xfrm>
            <a:off x="5105314" y="1673707"/>
            <a:ext cx="82457" cy="84327"/>
          </a:xfrm>
          <a:prstGeom prst="rect">
            <a:avLst/>
          </a:prstGeom>
        </p:spPr>
      </p:pic>
      <p:pic>
        <p:nvPicPr>
          <p:cNvPr id="1740" name="Image 1737" descr="preencoded.png">    </p:cNvPr>
          <p:cNvPicPr>
            <a:picLocks noChangeAspect="1"/>
          </p:cNvPicPr>
          <p:nvPr/>
        </p:nvPicPr>
        <p:blipFill>
          <a:blip r:embed="rId1738"/>
          <a:stretch>
            <a:fillRect/>
          </a:stretch>
        </p:blipFill>
        <p:spPr>
          <a:xfrm>
            <a:off x="4741900" y="1699099"/>
            <a:ext cx="33214" cy="18043"/>
          </a:xfrm>
          <a:prstGeom prst="rect">
            <a:avLst/>
          </a:prstGeom>
        </p:spPr>
      </p:pic>
      <p:pic>
        <p:nvPicPr>
          <p:cNvPr id="1741" name="Image 1738" descr="preencoded.png">    </p:cNvPr>
          <p:cNvPicPr>
            <a:picLocks noChangeAspect="1"/>
          </p:cNvPicPr>
          <p:nvPr/>
        </p:nvPicPr>
        <p:blipFill>
          <a:blip r:embed="rId1739"/>
          <a:stretch>
            <a:fillRect/>
          </a:stretch>
        </p:blipFill>
        <p:spPr>
          <a:xfrm>
            <a:off x="4706131" y="1676264"/>
            <a:ext cx="204390" cy="76646"/>
          </a:xfrm>
          <a:prstGeom prst="rect">
            <a:avLst/>
          </a:prstGeom>
        </p:spPr>
      </p:pic>
      <p:pic>
        <p:nvPicPr>
          <p:cNvPr id="1742" name="Image 1739" descr="preencoded.png">    </p:cNvPr>
          <p:cNvPicPr>
            <a:picLocks noChangeAspect="1"/>
          </p:cNvPicPr>
          <p:nvPr/>
        </p:nvPicPr>
        <p:blipFill>
          <a:blip r:embed="rId1740"/>
          <a:stretch>
            <a:fillRect/>
          </a:stretch>
        </p:blipFill>
        <p:spPr>
          <a:xfrm>
            <a:off x="5030601" y="1686483"/>
            <a:ext cx="68982" cy="39601"/>
          </a:xfrm>
          <a:prstGeom prst="rect">
            <a:avLst/>
          </a:prstGeom>
        </p:spPr>
      </p:pic>
      <p:pic>
        <p:nvPicPr>
          <p:cNvPr id="1743" name="Image 1740" descr="preencoded.png">    </p:cNvPr>
          <p:cNvPicPr>
            <a:picLocks noChangeAspect="1"/>
          </p:cNvPicPr>
          <p:nvPr/>
        </p:nvPicPr>
        <p:blipFill>
          <a:blip r:embed="rId1741"/>
          <a:stretch>
            <a:fillRect/>
          </a:stretch>
        </p:blipFill>
        <p:spPr>
          <a:xfrm>
            <a:off x="5097028" y="1666044"/>
            <a:ext cx="97216" cy="99721"/>
          </a:xfrm>
          <a:prstGeom prst="rect">
            <a:avLst/>
          </a:prstGeom>
        </p:spPr>
      </p:pic>
      <p:pic>
        <p:nvPicPr>
          <p:cNvPr id="1744" name="Image 1741" descr="preencoded.png">    </p:cNvPr>
          <p:cNvPicPr>
            <a:picLocks noChangeAspect="1"/>
          </p:cNvPicPr>
          <p:nvPr/>
        </p:nvPicPr>
        <p:blipFill>
          <a:blip r:embed="rId1742"/>
          <a:stretch>
            <a:fillRect/>
          </a:stretch>
        </p:blipFill>
        <p:spPr>
          <a:xfrm>
            <a:off x="4575832" y="1690368"/>
            <a:ext cx="48543" cy="21664"/>
          </a:xfrm>
          <a:prstGeom prst="rect">
            <a:avLst/>
          </a:prstGeom>
        </p:spPr>
      </p:pic>
      <p:pic>
        <p:nvPicPr>
          <p:cNvPr id="1745" name="Image 1742" descr="preencoded.png">    </p:cNvPr>
          <p:cNvPicPr>
            <a:picLocks noChangeAspect="1"/>
          </p:cNvPicPr>
          <p:nvPr/>
        </p:nvPicPr>
        <p:blipFill>
          <a:blip r:embed="rId1743"/>
          <a:stretch>
            <a:fillRect/>
          </a:stretch>
        </p:blipFill>
        <p:spPr>
          <a:xfrm>
            <a:off x="4545174" y="1660934"/>
            <a:ext cx="116364" cy="101304"/>
          </a:xfrm>
          <a:prstGeom prst="rect">
            <a:avLst/>
          </a:prstGeom>
        </p:spPr>
      </p:pic>
      <p:pic>
        <p:nvPicPr>
          <p:cNvPr id="1746" name="Image 1743" descr="preencoded.png">    </p:cNvPr>
          <p:cNvPicPr>
            <a:picLocks noChangeAspect="1"/>
          </p:cNvPicPr>
          <p:nvPr/>
        </p:nvPicPr>
        <p:blipFill>
          <a:blip r:embed="rId1744"/>
          <a:stretch>
            <a:fillRect/>
          </a:stretch>
        </p:blipFill>
        <p:spPr>
          <a:xfrm>
            <a:off x="5035711" y="1668599"/>
            <a:ext cx="71537" cy="28104"/>
          </a:xfrm>
          <a:prstGeom prst="rect">
            <a:avLst/>
          </a:prstGeom>
        </p:spPr>
      </p:pic>
      <p:pic>
        <p:nvPicPr>
          <p:cNvPr id="1747" name="Image 1744" descr="preencoded.png">    </p:cNvPr>
          <p:cNvPicPr>
            <a:picLocks noChangeAspect="1"/>
          </p:cNvPicPr>
          <p:nvPr/>
        </p:nvPicPr>
        <p:blipFill>
          <a:blip r:embed="rId1745"/>
          <a:stretch>
            <a:fillRect/>
          </a:stretch>
        </p:blipFill>
        <p:spPr>
          <a:xfrm>
            <a:off x="4665254" y="1686330"/>
            <a:ext cx="35754" cy="25702"/>
          </a:xfrm>
          <a:prstGeom prst="rect">
            <a:avLst/>
          </a:prstGeom>
        </p:spPr>
      </p:pic>
      <p:pic>
        <p:nvPicPr>
          <p:cNvPr id="1748" name="Image 1745" descr="preencoded.png">    </p:cNvPr>
          <p:cNvPicPr>
            <a:picLocks noChangeAspect="1"/>
          </p:cNvPicPr>
          <p:nvPr/>
        </p:nvPicPr>
        <p:blipFill>
          <a:blip r:embed="rId1746"/>
          <a:stretch>
            <a:fillRect/>
          </a:stretch>
        </p:blipFill>
        <p:spPr>
          <a:xfrm>
            <a:off x="4924852" y="1683928"/>
            <a:ext cx="36768" cy="20439"/>
          </a:xfrm>
          <a:prstGeom prst="rect">
            <a:avLst/>
          </a:prstGeom>
        </p:spPr>
      </p:pic>
      <p:pic>
        <p:nvPicPr>
          <p:cNvPr id="1749" name="Image 1746" descr="preencoded.png">    </p:cNvPr>
          <p:cNvPicPr>
            <a:picLocks noChangeAspect="1"/>
          </p:cNvPicPr>
          <p:nvPr/>
        </p:nvPicPr>
        <p:blipFill>
          <a:blip r:embed="rId1747"/>
          <a:stretch>
            <a:fillRect/>
          </a:stretch>
        </p:blipFill>
        <p:spPr>
          <a:xfrm>
            <a:off x="4731680" y="1676264"/>
            <a:ext cx="40878" cy="20439"/>
          </a:xfrm>
          <a:prstGeom prst="rect">
            <a:avLst/>
          </a:prstGeom>
        </p:spPr>
      </p:pic>
      <p:pic>
        <p:nvPicPr>
          <p:cNvPr id="1750" name="Image 1747" descr="preencoded.png">    </p:cNvPr>
          <p:cNvPicPr>
            <a:picLocks noChangeAspect="1"/>
          </p:cNvPicPr>
          <p:nvPr/>
        </p:nvPicPr>
        <p:blipFill>
          <a:blip r:embed="rId1748"/>
          <a:stretch>
            <a:fillRect/>
          </a:stretch>
        </p:blipFill>
        <p:spPr>
          <a:xfrm>
            <a:off x="4879111" y="1668599"/>
            <a:ext cx="31411" cy="22994"/>
          </a:xfrm>
          <a:prstGeom prst="rect">
            <a:avLst/>
          </a:prstGeom>
        </p:spPr>
      </p:pic>
      <p:pic>
        <p:nvPicPr>
          <p:cNvPr id="1751" name="Image 1748" descr="preencoded.png">    </p:cNvPr>
          <p:cNvPicPr>
            <a:picLocks noChangeAspect="1"/>
          </p:cNvPicPr>
          <p:nvPr/>
        </p:nvPicPr>
        <p:blipFill>
          <a:blip r:embed="rId1749"/>
          <a:stretch>
            <a:fillRect/>
          </a:stretch>
        </p:blipFill>
        <p:spPr>
          <a:xfrm>
            <a:off x="4828766" y="1671154"/>
            <a:ext cx="45988" cy="22994"/>
          </a:xfrm>
          <a:prstGeom prst="rect">
            <a:avLst/>
          </a:prstGeom>
        </p:spPr>
      </p:pic>
      <p:pic>
        <p:nvPicPr>
          <p:cNvPr id="1752" name="Image 1749" descr="preencoded.png">    </p:cNvPr>
          <p:cNvPicPr>
            <a:picLocks noChangeAspect="1"/>
          </p:cNvPicPr>
          <p:nvPr/>
        </p:nvPicPr>
        <p:blipFill>
          <a:blip r:embed="rId1750"/>
          <a:stretch>
            <a:fillRect/>
          </a:stretch>
        </p:blipFill>
        <p:spPr>
          <a:xfrm>
            <a:off x="5228552" y="1663489"/>
            <a:ext cx="57537" cy="76646"/>
          </a:xfrm>
          <a:prstGeom prst="rect">
            <a:avLst/>
          </a:prstGeom>
        </p:spPr>
      </p:pic>
      <p:pic>
        <p:nvPicPr>
          <p:cNvPr id="1753" name="Image 1750" descr="preencoded.png">    </p:cNvPr>
          <p:cNvPicPr>
            <a:picLocks noChangeAspect="1"/>
          </p:cNvPicPr>
          <p:nvPr/>
        </p:nvPicPr>
        <p:blipFill>
          <a:blip r:embed="rId1751"/>
          <a:stretch>
            <a:fillRect/>
          </a:stretch>
        </p:blipFill>
        <p:spPr>
          <a:xfrm>
            <a:off x="4892637" y="1660934"/>
            <a:ext cx="53653" cy="20439"/>
          </a:xfrm>
          <a:prstGeom prst="rect">
            <a:avLst/>
          </a:prstGeom>
        </p:spPr>
      </p:pic>
      <p:pic>
        <p:nvPicPr>
          <p:cNvPr id="1754" name="Image 1751" descr="preencoded.png">    </p:cNvPr>
          <p:cNvPicPr>
            <a:picLocks noChangeAspect="1"/>
          </p:cNvPicPr>
          <p:nvPr/>
        </p:nvPicPr>
        <p:blipFill>
          <a:blip r:embed="rId1752"/>
          <a:stretch>
            <a:fillRect/>
          </a:stretch>
        </p:blipFill>
        <p:spPr>
          <a:xfrm>
            <a:off x="3891124" y="1630276"/>
            <a:ext cx="63872" cy="62595"/>
          </a:xfrm>
          <a:prstGeom prst="rect">
            <a:avLst/>
          </a:prstGeom>
        </p:spPr>
      </p:pic>
      <p:pic>
        <p:nvPicPr>
          <p:cNvPr id="1755" name="Image 1752" descr="preencoded.png">    </p:cNvPr>
          <p:cNvPicPr>
            <a:picLocks noChangeAspect="1"/>
          </p:cNvPicPr>
          <p:nvPr/>
        </p:nvPicPr>
        <p:blipFill>
          <a:blip r:embed="rId1753"/>
          <a:stretch>
            <a:fillRect/>
          </a:stretch>
        </p:blipFill>
        <p:spPr>
          <a:xfrm>
            <a:off x="3875795" y="1645571"/>
            <a:ext cx="51097" cy="89455"/>
          </a:xfrm>
          <a:prstGeom prst="rect">
            <a:avLst/>
          </a:prstGeom>
        </p:spPr>
      </p:pic>
      <p:pic>
        <p:nvPicPr>
          <p:cNvPr id="1756" name="Image 1753" descr="preencoded.png">    </p:cNvPr>
          <p:cNvPicPr>
            <a:picLocks noChangeAspect="1"/>
          </p:cNvPicPr>
          <p:nvPr/>
        </p:nvPicPr>
        <p:blipFill>
          <a:blip r:embed="rId1754"/>
          <a:stretch>
            <a:fillRect/>
          </a:stretch>
        </p:blipFill>
        <p:spPr>
          <a:xfrm>
            <a:off x="5217108" y="1653270"/>
            <a:ext cx="61428" cy="48543"/>
          </a:xfrm>
          <a:prstGeom prst="rect">
            <a:avLst/>
          </a:prstGeom>
        </p:spPr>
      </p:pic>
      <p:pic>
        <p:nvPicPr>
          <p:cNvPr id="1757" name="Image 1754" descr="preencoded.png">    </p:cNvPr>
          <p:cNvPicPr>
            <a:picLocks noChangeAspect="1"/>
          </p:cNvPicPr>
          <p:nvPr/>
        </p:nvPicPr>
        <p:blipFill>
          <a:blip r:embed="rId1755"/>
          <a:stretch>
            <a:fillRect/>
          </a:stretch>
        </p:blipFill>
        <p:spPr>
          <a:xfrm>
            <a:off x="4785332" y="1643050"/>
            <a:ext cx="17884" cy="35929"/>
          </a:xfrm>
          <a:prstGeom prst="rect">
            <a:avLst/>
          </a:prstGeom>
        </p:spPr>
      </p:pic>
      <p:pic>
        <p:nvPicPr>
          <p:cNvPr id="1758" name="Image 1755" descr="preencoded.png">    </p:cNvPr>
          <p:cNvPicPr>
            <a:picLocks noChangeAspect="1"/>
          </p:cNvPicPr>
          <p:nvPr/>
        </p:nvPicPr>
        <p:blipFill>
          <a:blip r:embed="rId1756"/>
          <a:stretch>
            <a:fillRect/>
          </a:stretch>
        </p:blipFill>
        <p:spPr>
          <a:xfrm>
            <a:off x="4695912" y="1632831"/>
            <a:ext cx="45988" cy="55761"/>
          </a:xfrm>
          <a:prstGeom prst="rect">
            <a:avLst/>
          </a:prstGeom>
        </p:spPr>
      </p:pic>
      <p:pic>
        <p:nvPicPr>
          <p:cNvPr id="1759" name="Image 1756" descr="preencoded.png">    </p:cNvPr>
          <p:cNvPicPr>
            <a:picLocks noChangeAspect="1"/>
          </p:cNvPicPr>
          <p:nvPr/>
        </p:nvPicPr>
        <p:blipFill>
          <a:blip r:embed="rId1757"/>
          <a:stretch>
            <a:fillRect/>
          </a:stretch>
        </p:blipFill>
        <p:spPr>
          <a:xfrm>
            <a:off x="5040821" y="1653270"/>
            <a:ext cx="74091" cy="35768"/>
          </a:xfrm>
          <a:prstGeom prst="rect">
            <a:avLst/>
          </a:prstGeom>
        </p:spPr>
      </p:pic>
      <p:pic>
        <p:nvPicPr>
          <p:cNvPr id="1760" name="Image 1757" descr="preencoded.png">    </p:cNvPr>
          <p:cNvPicPr>
            <a:picLocks noChangeAspect="1"/>
          </p:cNvPicPr>
          <p:nvPr/>
        </p:nvPicPr>
        <p:blipFill>
          <a:blip r:embed="rId1758"/>
          <a:stretch>
            <a:fillRect/>
          </a:stretch>
        </p:blipFill>
        <p:spPr>
          <a:xfrm>
            <a:off x="4818547" y="1640495"/>
            <a:ext cx="56208" cy="34491"/>
          </a:xfrm>
          <a:prstGeom prst="rect">
            <a:avLst/>
          </a:prstGeom>
        </p:spPr>
      </p:pic>
      <p:pic>
        <p:nvPicPr>
          <p:cNvPr id="1761" name="Image 1758" descr="preencoded.png">    </p:cNvPr>
          <p:cNvPicPr>
            <a:picLocks noChangeAspect="1"/>
          </p:cNvPicPr>
          <p:nvPr/>
        </p:nvPicPr>
        <p:blipFill>
          <a:blip r:embed="rId1759"/>
          <a:stretch>
            <a:fillRect/>
          </a:stretch>
        </p:blipFill>
        <p:spPr>
          <a:xfrm>
            <a:off x="4772256" y="1645558"/>
            <a:ext cx="14353" cy="33260"/>
          </a:xfrm>
          <a:prstGeom prst="rect">
            <a:avLst/>
          </a:prstGeom>
        </p:spPr>
      </p:pic>
      <p:pic>
        <p:nvPicPr>
          <p:cNvPr id="1762" name="Image 1759" descr="preencoded.png">    </p:cNvPr>
          <p:cNvPicPr>
            <a:picLocks noChangeAspect="1"/>
          </p:cNvPicPr>
          <p:nvPr/>
        </p:nvPicPr>
        <p:blipFill>
          <a:blip r:embed="rId1760"/>
          <a:stretch>
            <a:fillRect/>
          </a:stretch>
        </p:blipFill>
        <p:spPr>
          <a:xfrm>
            <a:off x="4887528" y="1625166"/>
            <a:ext cx="61317" cy="33213"/>
          </a:xfrm>
          <a:prstGeom prst="rect">
            <a:avLst/>
          </a:prstGeom>
        </p:spPr>
      </p:pic>
      <p:pic>
        <p:nvPicPr>
          <p:cNvPr id="1763" name="Image 1760" descr="preencoded.png">    </p:cNvPr>
          <p:cNvPicPr>
            <a:picLocks noChangeAspect="1"/>
          </p:cNvPicPr>
          <p:nvPr/>
        </p:nvPicPr>
        <p:blipFill>
          <a:blip r:embed="rId1761"/>
          <a:stretch>
            <a:fillRect/>
          </a:stretch>
        </p:blipFill>
        <p:spPr>
          <a:xfrm>
            <a:off x="4744455" y="1643050"/>
            <a:ext cx="23296" cy="28104"/>
          </a:xfrm>
          <a:prstGeom prst="rect">
            <a:avLst/>
          </a:prstGeom>
        </p:spPr>
      </p:pic>
      <p:pic>
        <p:nvPicPr>
          <p:cNvPr id="1764" name="Image 1761" descr="preencoded.png">    </p:cNvPr>
          <p:cNvPicPr>
            <a:picLocks noChangeAspect="1"/>
          </p:cNvPicPr>
          <p:nvPr/>
        </p:nvPicPr>
        <p:blipFill>
          <a:blip r:embed="rId1762"/>
          <a:stretch>
            <a:fillRect/>
          </a:stretch>
        </p:blipFill>
        <p:spPr>
          <a:xfrm>
            <a:off x="4453198" y="1635385"/>
            <a:ext cx="35768" cy="48543"/>
          </a:xfrm>
          <a:prstGeom prst="rect">
            <a:avLst/>
          </a:prstGeom>
        </p:spPr>
      </p:pic>
      <p:pic>
        <p:nvPicPr>
          <p:cNvPr id="1765" name="Image 1762" descr="preencoded.png">    </p:cNvPr>
          <p:cNvPicPr>
            <a:picLocks noChangeAspect="1"/>
          </p:cNvPicPr>
          <p:nvPr/>
        </p:nvPicPr>
        <p:blipFill>
          <a:blip r:embed="rId1763"/>
          <a:stretch>
            <a:fillRect/>
          </a:stretch>
        </p:blipFill>
        <p:spPr>
          <a:xfrm>
            <a:off x="5150681" y="1647027"/>
            <a:ext cx="58762" cy="36901"/>
          </a:xfrm>
          <a:prstGeom prst="rect">
            <a:avLst/>
          </a:prstGeom>
        </p:spPr>
      </p:pic>
      <p:pic>
        <p:nvPicPr>
          <p:cNvPr id="1766" name="Image 1763" descr="preencoded.png">    </p:cNvPr>
          <p:cNvPicPr>
            <a:picLocks noChangeAspect="1"/>
          </p:cNvPicPr>
          <p:nvPr/>
        </p:nvPicPr>
        <p:blipFill>
          <a:blip r:embed="rId1764"/>
          <a:stretch>
            <a:fillRect/>
          </a:stretch>
        </p:blipFill>
        <p:spPr>
          <a:xfrm>
            <a:off x="4854314" y="1607282"/>
            <a:ext cx="33214" cy="20439"/>
          </a:xfrm>
          <a:prstGeom prst="rect">
            <a:avLst/>
          </a:prstGeom>
        </p:spPr>
      </p:pic>
      <p:pic>
        <p:nvPicPr>
          <p:cNvPr id="1767" name="Image 1764" descr="preencoded.png">    </p:cNvPr>
          <p:cNvPicPr>
            <a:picLocks noChangeAspect="1"/>
          </p:cNvPicPr>
          <p:nvPr/>
        </p:nvPicPr>
        <p:blipFill>
          <a:blip r:embed="rId1765"/>
          <a:stretch>
            <a:fillRect/>
          </a:stretch>
        </p:blipFill>
        <p:spPr>
          <a:xfrm>
            <a:off x="4810882" y="1612391"/>
            <a:ext cx="33214" cy="20439"/>
          </a:xfrm>
          <a:prstGeom prst="rect">
            <a:avLst/>
          </a:prstGeom>
        </p:spPr>
      </p:pic>
      <p:pic>
        <p:nvPicPr>
          <p:cNvPr id="1768" name="Image 1765" descr="preencoded.png">    </p:cNvPr>
          <p:cNvPicPr>
            <a:picLocks noChangeAspect="1"/>
          </p:cNvPicPr>
          <p:nvPr/>
        </p:nvPicPr>
        <p:blipFill>
          <a:blip r:embed="rId1766"/>
          <a:stretch>
            <a:fillRect/>
          </a:stretch>
        </p:blipFill>
        <p:spPr>
          <a:xfrm>
            <a:off x="4795553" y="1627721"/>
            <a:ext cx="35768" cy="34491"/>
          </a:xfrm>
          <a:prstGeom prst="rect">
            <a:avLst/>
          </a:prstGeom>
        </p:spPr>
      </p:pic>
      <p:pic>
        <p:nvPicPr>
          <p:cNvPr id="1769" name="Image 1766" descr="preencoded.png">    </p:cNvPr>
          <p:cNvPicPr>
            <a:picLocks noChangeAspect="1"/>
          </p:cNvPicPr>
          <p:nvPr/>
        </p:nvPicPr>
        <p:blipFill>
          <a:blip r:embed="rId1767"/>
          <a:stretch>
            <a:fillRect/>
          </a:stretch>
        </p:blipFill>
        <p:spPr>
          <a:xfrm>
            <a:off x="4841541" y="1625166"/>
            <a:ext cx="42079" cy="30659"/>
          </a:xfrm>
          <a:prstGeom prst="rect">
            <a:avLst/>
          </a:prstGeom>
        </p:spPr>
      </p:pic>
      <p:pic>
        <p:nvPicPr>
          <p:cNvPr id="1770" name="Image 1767" descr="preencoded.png">    </p:cNvPr>
          <p:cNvPicPr>
            <a:picLocks noChangeAspect="1"/>
          </p:cNvPicPr>
          <p:nvPr/>
        </p:nvPicPr>
        <p:blipFill>
          <a:blip r:embed="rId1768"/>
          <a:stretch>
            <a:fillRect/>
          </a:stretch>
        </p:blipFill>
        <p:spPr>
          <a:xfrm>
            <a:off x="4680583" y="1622611"/>
            <a:ext cx="48543" cy="38323"/>
          </a:xfrm>
          <a:prstGeom prst="rect">
            <a:avLst/>
          </a:prstGeom>
        </p:spPr>
      </p:pic>
      <p:pic>
        <p:nvPicPr>
          <p:cNvPr id="1771" name="Image 1768" descr="preencoded.png">    </p:cNvPr>
          <p:cNvPicPr>
            <a:picLocks noChangeAspect="1"/>
          </p:cNvPicPr>
          <p:nvPr/>
        </p:nvPicPr>
        <p:blipFill>
          <a:blip r:embed="rId1769"/>
          <a:stretch>
            <a:fillRect/>
          </a:stretch>
        </p:blipFill>
        <p:spPr>
          <a:xfrm>
            <a:off x="4509375" y="1576623"/>
            <a:ext cx="651525" cy="781794"/>
          </a:xfrm>
          <a:prstGeom prst="rect">
            <a:avLst/>
          </a:prstGeom>
        </p:spPr>
      </p:pic>
      <p:pic>
        <p:nvPicPr>
          <p:cNvPr id="1772" name="Image 1769" descr="preencoded.png">    </p:cNvPr>
          <p:cNvPicPr>
            <a:picLocks noChangeAspect="1"/>
          </p:cNvPicPr>
          <p:nvPr/>
        </p:nvPicPr>
        <p:blipFill>
          <a:blip r:embed="rId1770"/>
          <a:stretch>
            <a:fillRect/>
          </a:stretch>
        </p:blipFill>
        <p:spPr>
          <a:xfrm>
            <a:off x="4575832" y="1645605"/>
            <a:ext cx="28015" cy="15329"/>
          </a:xfrm>
          <a:prstGeom prst="rect">
            <a:avLst/>
          </a:prstGeom>
        </p:spPr>
      </p:pic>
      <p:pic>
        <p:nvPicPr>
          <p:cNvPr id="1773" name="Image 1770" descr="preencoded.png">    </p:cNvPr>
          <p:cNvPicPr>
            <a:picLocks noChangeAspect="1"/>
          </p:cNvPicPr>
          <p:nvPr/>
        </p:nvPicPr>
        <p:blipFill>
          <a:blip r:embed="rId1771"/>
          <a:stretch>
            <a:fillRect/>
          </a:stretch>
        </p:blipFill>
        <p:spPr>
          <a:xfrm>
            <a:off x="4552802" y="1637940"/>
            <a:ext cx="17608" cy="20439"/>
          </a:xfrm>
          <a:prstGeom prst="rect">
            <a:avLst/>
          </a:prstGeom>
        </p:spPr>
      </p:pic>
      <p:pic>
        <p:nvPicPr>
          <p:cNvPr id="1774" name="Image 1771" descr="preencoded.png">    </p:cNvPr>
          <p:cNvPicPr>
            <a:picLocks noChangeAspect="1"/>
          </p:cNvPicPr>
          <p:nvPr/>
        </p:nvPicPr>
        <p:blipFill>
          <a:blip r:embed="rId1772"/>
          <a:stretch>
            <a:fillRect/>
          </a:stretch>
        </p:blipFill>
        <p:spPr>
          <a:xfrm>
            <a:off x="4639704" y="1632831"/>
            <a:ext cx="45988" cy="38546"/>
          </a:xfrm>
          <a:prstGeom prst="rect">
            <a:avLst/>
          </a:prstGeom>
        </p:spPr>
      </p:pic>
      <p:pic>
        <p:nvPicPr>
          <p:cNvPr id="1775" name="Image 1772" descr="preencoded.png">    </p:cNvPr>
          <p:cNvPicPr>
            <a:picLocks noChangeAspect="1"/>
          </p:cNvPicPr>
          <p:nvPr/>
        </p:nvPicPr>
        <p:blipFill>
          <a:blip r:embed="rId1773"/>
          <a:stretch>
            <a:fillRect/>
          </a:stretch>
        </p:blipFill>
        <p:spPr>
          <a:xfrm>
            <a:off x="5206888" y="1637940"/>
            <a:ext cx="66427" cy="33213"/>
          </a:xfrm>
          <a:prstGeom prst="rect">
            <a:avLst/>
          </a:prstGeom>
        </p:spPr>
      </p:pic>
      <p:pic>
        <p:nvPicPr>
          <p:cNvPr id="1776" name="Image 1773" descr="preencoded.png">    </p:cNvPr>
          <p:cNvPicPr>
            <a:picLocks noChangeAspect="1"/>
          </p:cNvPicPr>
          <p:nvPr/>
        </p:nvPicPr>
        <p:blipFill>
          <a:blip r:embed="rId1774"/>
          <a:stretch>
            <a:fillRect/>
          </a:stretch>
        </p:blipFill>
        <p:spPr>
          <a:xfrm>
            <a:off x="4954353" y="1617501"/>
            <a:ext cx="81431" cy="83677"/>
          </a:xfrm>
          <a:prstGeom prst="rect">
            <a:avLst/>
          </a:prstGeom>
        </p:spPr>
      </p:pic>
      <p:pic>
        <p:nvPicPr>
          <p:cNvPr id="1777" name="Image 1774" descr="preencoded.png">    </p:cNvPr>
          <p:cNvPicPr>
            <a:picLocks noChangeAspect="1"/>
          </p:cNvPicPr>
          <p:nvPr/>
        </p:nvPicPr>
        <p:blipFill>
          <a:blip r:embed="rId1775"/>
          <a:stretch>
            <a:fillRect/>
          </a:stretch>
        </p:blipFill>
        <p:spPr>
          <a:xfrm>
            <a:off x="4946290" y="1609837"/>
            <a:ext cx="97098" cy="97086"/>
          </a:xfrm>
          <a:prstGeom prst="rect">
            <a:avLst/>
          </a:prstGeom>
        </p:spPr>
      </p:pic>
      <p:pic>
        <p:nvPicPr>
          <p:cNvPr id="1778" name="Image 1775" descr="preencoded.png">    </p:cNvPr>
          <p:cNvPicPr>
            <a:picLocks noChangeAspect="1"/>
          </p:cNvPicPr>
          <p:nvPr/>
        </p:nvPicPr>
        <p:blipFill>
          <a:blip r:embed="rId1776"/>
          <a:stretch>
            <a:fillRect/>
          </a:stretch>
        </p:blipFill>
        <p:spPr>
          <a:xfrm>
            <a:off x="4626930" y="1614788"/>
            <a:ext cx="35768" cy="20598"/>
          </a:xfrm>
          <a:prstGeom prst="rect">
            <a:avLst/>
          </a:prstGeom>
        </p:spPr>
      </p:pic>
      <p:pic>
        <p:nvPicPr>
          <p:cNvPr id="1779" name="Image 1776" descr="preencoded.png">    </p:cNvPr>
          <p:cNvPicPr>
            <a:picLocks noChangeAspect="1"/>
          </p:cNvPicPr>
          <p:nvPr/>
        </p:nvPicPr>
        <p:blipFill>
          <a:blip r:embed="rId1777"/>
          <a:stretch>
            <a:fillRect/>
          </a:stretch>
        </p:blipFill>
        <p:spPr>
          <a:xfrm>
            <a:off x="1911090" y="1569294"/>
            <a:ext cx="383232" cy="155512"/>
          </a:xfrm>
          <a:prstGeom prst="rect">
            <a:avLst/>
          </a:prstGeom>
        </p:spPr>
      </p:pic>
      <p:pic>
        <p:nvPicPr>
          <p:cNvPr id="1780" name="Image 1777" descr="preencoded.png">    </p:cNvPr>
          <p:cNvPicPr>
            <a:picLocks noChangeAspect="1"/>
          </p:cNvPicPr>
          <p:nvPr/>
        </p:nvPicPr>
        <p:blipFill>
          <a:blip r:embed="rId1778"/>
          <a:stretch>
            <a:fillRect/>
          </a:stretch>
        </p:blipFill>
        <p:spPr>
          <a:xfrm>
            <a:off x="5278530" y="1591908"/>
            <a:ext cx="82064" cy="81619"/>
          </a:xfrm>
          <a:prstGeom prst="rect">
            <a:avLst/>
          </a:prstGeom>
        </p:spPr>
      </p:pic>
      <p:pic>
        <p:nvPicPr>
          <p:cNvPr id="1781" name="Image 1778" descr="preencoded.png">    </p:cNvPr>
          <p:cNvPicPr>
            <a:picLocks noChangeAspect="1"/>
          </p:cNvPicPr>
          <p:nvPr/>
        </p:nvPicPr>
        <p:blipFill>
          <a:blip r:embed="rId1779"/>
          <a:stretch>
            <a:fillRect/>
          </a:stretch>
        </p:blipFill>
        <p:spPr>
          <a:xfrm>
            <a:off x="4911799" y="1579178"/>
            <a:ext cx="47265" cy="58762"/>
          </a:xfrm>
          <a:prstGeom prst="rect">
            <a:avLst/>
          </a:prstGeom>
        </p:spPr>
      </p:pic>
      <p:pic>
        <p:nvPicPr>
          <p:cNvPr id="1782" name="Image 1779" descr="preencoded.png">    </p:cNvPr>
          <p:cNvPicPr>
            <a:picLocks noChangeAspect="1"/>
          </p:cNvPicPr>
          <p:nvPr/>
        </p:nvPicPr>
        <p:blipFill>
          <a:blip r:embed="rId1780"/>
          <a:stretch>
            <a:fillRect/>
          </a:stretch>
        </p:blipFill>
        <p:spPr>
          <a:xfrm>
            <a:off x="4558802" y="1581716"/>
            <a:ext cx="70683" cy="67612"/>
          </a:xfrm>
          <a:prstGeom prst="rect">
            <a:avLst/>
          </a:prstGeom>
        </p:spPr>
      </p:pic>
      <p:pic>
        <p:nvPicPr>
          <p:cNvPr id="1783" name="Image 1780" descr="preencoded.png">    </p:cNvPr>
          <p:cNvPicPr>
            <a:picLocks noChangeAspect="1"/>
          </p:cNvPicPr>
          <p:nvPr/>
        </p:nvPicPr>
        <p:blipFill>
          <a:blip r:embed="rId1781"/>
          <a:stretch>
            <a:fillRect/>
          </a:stretch>
        </p:blipFill>
        <p:spPr>
          <a:xfrm>
            <a:off x="4725964" y="1553629"/>
            <a:ext cx="81510" cy="84091"/>
          </a:xfrm>
          <a:prstGeom prst="rect">
            <a:avLst/>
          </a:prstGeom>
        </p:spPr>
      </p:pic>
      <p:pic>
        <p:nvPicPr>
          <p:cNvPr id="1784" name="Image 1781" descr="preencoded.png">    </p:cNvPr>
          <p:cNvPicPr>
            <a:picLocks noChangeAspect="1"/>
          </p:cNvPicPr>
          <p:nvPr/>
        </p:nvPicPr>
        <p:blipFill>
          <a:blip r:embed="rId1782"/>
          <a:stretch>
            <a:fillRect/>
          </a:stretch>
        </p:blipFill>
        <p:spPr>
          <a:xfrm>
            <a:off x="4718835" y="1548519"/>
            <a:ext cx="97156" cy="94531"/>
          </a:xfrm>
          <a:prstGeom prst="rect">
            <a:avLst/>
          </a:prstGeom>
        </p:spPr>
      </p:pic>
      <p:pic>
        <p:nvPicPr>
          <p:cNvPr id="1785" name="Image 1782" descr="preencoded.png">    </p:cNvPr>
          <p:cNvPicPr>
            <a:picLocks noChangeAspect="1"/>
          </p:cNvPicPr>
          <p:nvPr/>
        </p:nvPicPr>
        <p:blipFill>
          <a:blip r:embed="rId1783"/>
          <a:stretch>
            <a:fillRect/>
          </a:stretch>
        </p:blipFill>
        <p:spPr>
          <a:xfrm>
            <a:off x="4657589" y="1552996"/>
            <a:ext cx="30760" cy="15963"/>
          </a:xfrm>
          <a:prstGeom prst="rect">
            <a:avLst/>
          </a:prstGeom>
        </p:spPr>
      </p:pic>
      <p:pic>
        <p:nvPicPr>
          <p:cNvPr id="1786" name="Image 1783" descr="preencoded.png">    </p:cNvPr>
          <p:cNvPicPr>
            <a:picLocks noChangeAspect="1"/>
          </p:cNvPicPr>
          <p:nvPr/>
        </p:nvPicPr>
        <p:blipFill>
          <a:blip r:embed="rId1784"/>
          <a:stretch>
            <a:fillRect/>
          </a:stretch>
        </p:blipFill>
        <p:spPr>
          <a:xfrm>
            <a:off x="4616710" y="1568642"/>
            <a:ext cx="20439" cy="15646"/>
          </a:xfrm>
          <a:prstGeom prst="rect">
            <a:avLst/>
          </a:prstGeom>
        </p:spPr>
      </p:pic>
      <p:pic>
        <p:nvPicPr>
          <p:cNvPr id="1787" name="Image 1784" descr="preencoded.png">    </p:cNvPr>
          <p:cNvPicPr>
            <a:picLocks noChangeAspect="1"/>
          </p:cNvPicPr>
          <p:nvPr/>
        </p:nvPicPr>
        <p:blipFill>
          <a:blip r:embed="rId1785"/>
          <a:stretch>
            <a:fillRect/>
          </a:stretch>
        </p:blipFill>
        <p:spPr>
          <a:xfrm>
            <a:off x="4634595" y="1563849"/>
            <a:ext cx="51219" cy="23928"/>
          </a:xfrm>
          <a:prstGeom prst="rect">
            <a:avLst/>
          </a:prstGeom>
        </p:spPr>
      </p:pic>
      <p:pic>
        <p:nvPicPr>
          <p:cNvPr id="1788" name="Image 1785" descr="preencoded.png">    </p:cNvPr>
          <p:cNvPicPr>
            <a:picLocks noChangeAspect="1"/>
          </p:cNvPicPr>
          <p:nvPr/>
        </p:nvPicPr>
        <p:blipFill>
          <a:blip r:embed="rId1786"/>
          <a:stretch>
            <a:fillRect/>
          </a:stretch>
        </p:blipFill>
        <p:spPr>
          <a:xfrm>
            <a:off x="4606466" y="1584178"/>
            <a:ext cx="12799" cy="23293"/>
          </a:xfrm>
          <a:prstGeom prst="rect">
            <a:avLst/>
          </a:prstGeom>
        </p:spPr>
      </p:pic>
      <p:pic>
        <p:nvPicPr>
          <p:cNvPr id="1789" name="Image 1786" descr="preencoded.png">    </p:cNvPr>
          <p:cNvPicPr>
            <a:picLocks noChangeAspect="1"/>
          </p:cNvPicPr>
          <p:nvPr/>
        </p:nvPicPr>
        <p:blipFill>
          <a:blip r:embed="rId1787"/>
          <a:stretch>
            <a:fillRect/>
          </a:stretch>
        </p:blipFill>
        <p:spPr>
          <a:xfrm>
            <a:off x="4619266" y="1588720"/>
            <a:ext cx="30659" cy="15739"/>
          </a:xfrm>
          <a:prstGeom prst="rect">
            <a:avLst/>
          </a:prstGeom>
        </p:spPr>
      </p:pic>
      <p:pic>
        <p:nvPicPr>
          <p:cNvPr id="1790" name="Image 1787" descr="preencoded.png">    </p:cNvPr>
          <p:cNvPicPr>
            <a:picLocks noChangeAspect="1"/>
          </p:cNvPicPr>
          <p:nvPr/>
        </p:nvPicPr>
        <p:blipFill>
          <a:blip r:embed="rId1788"/>
          <a:stretch>
            <a:fillRect/>
          </a:stretch>
        </p:blipFill>
        <p:spPr>
          <a:xfrm>
            <a:off x="4580942" y="1584288"/>
            <a:ext cx="20439" cy="13065"/>
          </a:xfrm>
          <a:prstGeom prst="rect">
            <a:avLst/>
          </a:prstGeom>
        </p:spPr>
      </p:pic>
      <p:pic>
        <p:nvPicPr>
          <p:cNvPr id="1791" name="Image 1788" descr="preencoded.png">    </p:cNvPr>
          <p:cNvPicPr>
            <a:picLocks noChangeAspect="1"/>
          </p:cNvPicPr>
          <p:nvPr/>
        </p:nvPicPr>
        <p:blipFill>
          <a:blip r:embed="rId1789"/>
          <a:stretch>
            <a:fillRect/>
          </a:stretch>
        </p:blipFill>
        <p:spPr>
          <a:xfrm>
            <a:off x="4649924" y="1591953"/>
            <a:ext cx="30659" cy="11584"/>
          </a:xfrm>
          <a:prstGeom prst="rect">
            <a:avLst/>
          </a:prstGeom>
        </p:spPr>
      </p:pic>
      <p:pic>
        <p:nvPicPr>
          <p:cNvPr id="1792" name="Image 1789" descr="preencoded.png">    </p:cNvPr>
          <p:cNvPicPr>
            <a:picLocks noChangeAspect="1"/>
          </p:cNvPicPr>
          <p:nvPr/>
        </p:nvPicPr>
        <p:blipFill>
          <a:blip r:embed="rId1790"/>
          <a:stretch>
            <a:fillRect/>
          </a:stretch>
        </p:blipFill>
        <p:spPr>
          <a:xfrm>
            <a:off x="4504296" y="1489757"/>
            <a:ext cx="232495" cy="217165"/>
          </a:xfrm>
          <a:prstGeom prst="rect">
            <a:avLst/>
          </a:prstGeom>
        </p:spPr>
      </p:pic>
      <p:pic>
        <p:nvPicPr>
          <p:cNvPr id="1793" name="Image 1790" descr="preencoded.png">    </p:cNvPr>
          <p:cNvPicPr>
            <a:picLocks noChangeAspect="1"/>
          </p:cNvPicPr>
          <p:nvPr/>
        </p:nvPicPr>
        <p:blipFill>
          <a:blip r:embed="rId1791"/>
          <a:stretch>
            <a:fillRect/>
          </a:stretch>
        </p:blipFill>
        <p:spPr>
          <a:xfrm>
            <a:off x="3990668" y="1487202"/>
            <a:ext cx="30755" cy="89458"/>
          </a:xfrm>
          <a:prstGeom prst="rect">
            <a:avLst/>
          </a:prstGeom>
        </p:spPr>
      </p:pic>
      <p:pic>
        <p:nvPicPr>
          <p:cNvPr id="1794" name="Image 1791" descr="preencoded.png">    </p:cNvPr>
          <p:cNvPicPr>
            <a:picLocks noChangeAspect="1"/>
          </p:cNvPicPr>
          <p:nvPr/>
        </p:nvPicPr>
        <p:blipFill>
          <a:blip r:embed="rId1792"/>
          <a:stretch>
            <a:fillRect/>
          </a:stretch>
        </p:blipFill>
        <p:spPr>
          <a:xfrm>
            <a:off x="3993319" y="1578957"/>
            <a:ext cx="38323" cy="23215"/>
          </a:xfrm>
          <a:prstGeom prst="rect">
            <a:avLst/>
          </a:prstGeom>
        </p:spPr>
      </p:pic>
      <p:pic>
        <p:nvPicPr>
          <p:cNvPr id="1795" name="Image 1792" descr="preencoded.png">    </p:cNvPr>
          <p:cNvPicPr>
            <a:picLocks noChangeAspect="1"/>
          </p:cNvPicPr>
          <p:nvPr/>
        </p:nvPicPr>
        <p:blipFill>
          <a:blip r:embed="rId1793"/>
          <a:stretch>
            <a:fillRect/>
          </a:stretch>
        </p:blipFill>
        <p:spPr>
          <a:xfrm>
            <a:off x="3906453" y="1584288"/>
            <a:ext cx="79485" cy="17884"/>
          </a:xfrm>
          <a:prstGeom prst="rect">
            <a:avLst/>
          </a:prstGeom>
        </p:spPr>
      </p:pic>
      <p:pic>
        <p:nvPicPr>
          <p:cNvPr id="1796" name="Image 1793" descr="preencoded.png">    </p:cNvPr>
          <p:cNvPicPr>
            <a:picLocks noChangeAspect="1"/>
          </p:cNvPicPr>
          <p:nvPr/>
        </p:nvPicPr>
        <p:blipFill>
          <a:blip r:embed="rId1794"/>
          <a:stretch>
            <a:fillRect/>
          </a:stretch>
        </p:blipFill>
        <p:spPr>
          <a:xfrm>
            <a:off x="4046972" y="1586833"/>
            <a:ext cx="67991" cy="15498"/>
          </a:xfrm>
          <a:prstGeom prst="rect">
            <a:avLst/>
          </a:prstGeom>
        </p:spPr>
      </p:pic>
      <p:pic>
        <p:nvPicPr>
          <p:cNvPr id="1797" name="Image 1794" descr="preencoded.png">    </p:cNvPr>
          <p:cNvPicPr>
            <a:picLocks noChangeAspect="1"/>
          </p:cNvPicPr>
          <p:nvPr/>
        </p:nvPicPr>
        <p:blipFill>
          <a:blip r:embed="rId1795"/>
          <a:stretch>
            <a:fillRect/>
          </a:stretch>
        </p:blipFill>
        <p:spPr>
          <a:xfrm>
            <a:off x="3903898" y="1482092"/>
            <a:ext cx="227384" cy="158403"/>
          </a:xfrm>
          <a:prstGeom prst="rect">
            <a:avLst/>
          </a:prstGeom>
        </p:spPr>
      </p:pic>
      <p:pic>
        <p:nvPicPr>
          <p:cNvPr id="1798" name="Image 1795" descr="preencoded.png">    </p:cNvPr>
          <p:cNvPicPr>
            <a:picLocks noChangeAspect="1"/>
          </p:cNvPicPr>
          <p:nvPr/>
        </p:nvPicPr>
        <p:blipFill>
          <a:blip r:embed="rId1796"/>
          <a:stretch>
            <a:fillRect/>
          </a:stretch>
        </p:blipFill>
        <p:spPr>
          <a:xfrm>
            <a:off x="4815991" y="1543410"/>
            <a:ext cx="80479" cy="74092"/>
          </a:xfrm>
          <a:prstGeom prst="rect">
            <a:avLst/>
          </a:prstGeom>
        </p:spPr>
      </p:pic>
      <p:pic>
        <p:nvPicPr>
          <p:cNvPr id="1799" name="Image 1796" descr="preencoded.png">    </p:cNvPr>
          <p:cNvPicPr>
            <a:picLocks noChangeAspect="1"/>
          </p:cNvPicPr>
          <p:nvPr/>
        </p:nvPicPr>
        <p:blipFill>
          <a:blip r:embed="rId1797"/>
          <a:stretch>
            <a:fillRect/>
          </a:stretch>
        </p:blipFill>
        <p:spPr>
          <a:xfrm>
            <a:off x="5187726" y="1581733"/>
            <a:ext cx="85588" cy="54049"/>
          </a:xfrm>
          <a:prstGeom prst="rect">
            <a:avLst/>
          </a:prstGeom>
        </p:spPr>
      </p:pic>
      <p:pic>
        <p:nvPicPr>
          <p:cNvPr id="1800" name="Image 1797" descr="preencoded.png">    </p:cNvPr>
          <p:cNvPicPr>
            <a:picLocks noChangeAspect="1"/>
          </p:cNvPicPr>
          <p:nvPr/>
        </p:nvPicPr>
        <p:blipFill>
          <a:blip r:embed="rId1798"/>
          <a:stretch>
            <a:fillRect/>
          </a:stretch>
        </p:blipFill>
        <p:spPr>
          <a:xfrm>
            <a:off x="1962187" y="1573818"/>
            <a:ext cx="347464" cy="87116"/>
          </a:xfrm>
          <a:prstGeom prst="rect">
            <a:avLst/>
          </a:prstGeom>
        </p:spPr>
      </p:pic>
      <p:pic>
        <p:nvPicPr>
          <p:cNvPr id="1801" name="Image 1798" descr="preencoded.png">    </p:cNvPr>
          <p:cNvPicPr>
            <a:picLocks noChangeAspect="1"/>
          </p:cNvPicPr>
          <p:nvPr/>
        </p:nvPicPr>
        <p:blipFill>
          <a:blip r:embed="rId1799"/>
          <a:stretch>
            <a:fillRect/>
          </a:stretch>
        </p:blipFill>
        <p:spPr>
          <a:xfrm>
            <a:off x="5139939" y="1443769"/>
            <a:ext cx="146151" cy="168622"/>
          </a:xfrm>
          <a:prstGeom prst="rect">
            <a:avLst/>
          </a:prstGeom>
        </p:spPr>
      </p:pic>
      <p:pic>
        <p:nvPicPr>
          <p:cNvPr id="1802" name="Image 1799" descr="preencoded.png">    </p:cNvPr>
          <p:cNvPicPr>
            <a:picLocks noChangeAspect="1"/>
          </p:cNvPicPr>
          <p:nvPr/>
        </p:nvPicPr>
        <p:blipFill>
          <a:blip r:embed="rId1800"/>
          <a:stretch>
            <a:fillRect/>
          </a:stretch>
        </p:blipFill>
        <p:spPr>
          <a:xfrm>
            <a:off x="4895301" y="1566404"/>
            <a:ext cx="22886" cy="51172"/>
          </a:xfrm>
          <a:prstGeom prst="rect">
            <a:avLst/>
          </a:prstGeom>
        </p:spPr>
      </p:pic>
      <p:pic>
        <p:nvPicPr>
          <p:cNvPr id="1803" name="Image 1800" descr="preencoded.png">    </p:cNvPr>
          <p:cNvPicPr>
            <a:picLocks noChangeAspect="1"/>
          </p:cNvPicPr>
          <p:nvPr/>
        </p:nvPicPr>
        <p:blipFill>
          <a:blip r:embed="rId1801"/>
          <a:stretch>
            <a:fillRect/>
          </a:stretch>
        </p:blipFill>
        <p:spPr>
          <a:xfrm>
            <a:off x="4368908" y="1583327"/>
            <a:ext cx="28083" cy="21400"/>
          </a:xfrm>
          <a:prstGeom prst="rect">
            <a:avLst/>
          </a:prstGeom>
        </p:spPr>
      </p:pic>
      <p:pic>
        <p:nvPicPr>
          <p:cNvPr id="1804" name="Image 1801" descr="preencoded.png">    </p:cNvPr>
          <p:cNvPicPr>
            <a:picLocks noChangeAspect="1"/>
          </p:cNvPicPr>
          <p:nvPr/>
        </p:nvPicPr>
        <p:blipFill>
          <a:blip r:embed="rId1802"/>
          <a:stretch>
            <a:fillRect/>
          </a:stretch>
        </p:blipFill>
        <p:spPr>
          <a:xfrm>
            <a:off x="5273315" y="1584330"/>
            <a:ext cx="97066" cy="97043"/>
          </a:xfrm>
          <a:prstGeom prst="rect">
            <a:avLst/>
          </a:prstGeom>
        </p:spPr>
      </p:pic>
      <p:pic>
        <p:nvPicPr>
          <p:cNvPr id="1805" name="Image 1802" descr="preencoded.png">    </p:cNvPr>
          <p:cNvPicPr>
            <a:picLocks noChangeAspect="1"/>
          </p:cNvPicPr>
          <p:nvPr/>
        </p:nvPicPr>
        <p:blipFill>
          <a:blip r:embed="rId1803"/>
          <a:stretch>
            <a:fillRect/>
          </a:stretch>
        </p:blipFill>
        <p:spPr>
          <a:xfrm>
            <a:off x="4864534" y="1553629"/>
            <a:ext cx="40878" cy="58762"/>
          </a:xfrm>
          <a:prstGeom prst="rect">
            <a:avLst/>
          </a:prstGeom>
        </p:spPr>
      </p:pic>
      <p:pic>
        <p:nvPicPr>
          <p:cNvPr id="1806" name="Image 1803" descr="preencoded.png">    </p:cNvPr>
          <p:cNvPicPr>
            <a:picLocks noChangeAspect="1"/>
          </p:cNvPicPr>
          <p:nvPr/>
        </p:nvPicPr>
        <p:blipFill>
          <a:blip r:embed="rId1804"/>
          <a:stretch>
            <a:fillRect/>
          </a:stretch>
        </p:blipFill>
        <p:spPr>
          <a:xfrm>
            <a:off x="4129707" y="1525525"/>
            <a:ext cx="65834" cy="71537"/>
          </a:xfrm>
          <a:prstGeom prst="rect">
            <a:avLst/>
          </a:prstGeom>
        </p:spPr>
      </p:pic>
      <p:pic>
        <p:nvPicPr>
          <p:cNvPr id="1807" name="Image 1804" descr="preencoded.png">    </p:cNvPr>
          <p:cNvPicPr>
            <a:picLocks noChangeAspect="1"/>
          </p:cNvPicPr>
          <p:nvPr/>
        </p:nvPicPr>
        <p:blipFill>
          <a:blip r:embed="rId1805"/>
          <a:stretch>
            <a:fillRect/>
          </a:stretch>
        </p:blipFill>
        <p:spPr>
          <a:xfrm>
            <a:off x="4118029" y="1520591"/>
            <a:ext cx="80967" cy="83487"/>
          </a:xfrm>
          <a:prstGeom prst="rect">
            <a:avLst/>
          </a:prstGeom>
        </p:spPr>
      </p:pic>
      <p:pic>
        <p:nvPicPr>
          <p:cNvPr id="1808" name="Image 1805" descr="preencoded.png">    </p:cNvPr>
          <p:cNvPicPr>
            <a:picLocks noChangeAspect="1"/>
          </p:cNvPicPr>
          <p:nvPr/>
        </p:nvPicPr>
        <p:blipFill>
          <a:blip r:embed="rId1806"/>
          <a:stretch>
            <a:fillRect/>
          </a:stretch>
        </p:blipFill>
        <p:spPr>
          <a:xfrm>
            <a:off x="4478746" y="1584288"/>
            <a:ext cx="47474" cy="23195"/>
          </a:xfrm>
          <a:prstGeom prst="rect">
            <a:avLst/>
          </a:prstGeom>
        </p:spPr>
      </p:pic>
      <p:pic>
        <p:nvPicPr>
          <p:cNvPr id="1809" name="Image 1806" descr="preencoded.png">    </p:cNvPr>
          <p:cNvPicPr>
            <a:picLocks noChangeAspect="1"/>
          </p:cNvPicPr>
          <p:nvPr/>
        </p:nvPicPr>
        <p:blipFill>
          <a:blip r:embed="rId1807"/>
          <a:stretch>
            <a:fillRect/>
          </a:stretch>
        </p:blipFill>
        <p:spPr>
          <a:xfrm>
            <a:off x="1918754" y="1584288"/>
            <a:ext cx="341992" cy="191616"/>
          </a:xfrm>
          <a:prstGeom prst="rect">
            <a:avLst/>
          </a:prstGeom>
        </p:spPr>
      </p:pic>
      <p:pic>
        <p:nvPicPr>
          <p:cNvPr id="1810" name="Image 1807" descr="preencoded.png">    </p:cNvPr>
          <p:cNvPicPr>
            <a:picLocks noChangeAspect="1"/>
          </p:cNvPicPr>
          <p:nvPr/>
        </p:nvPicPr>
        <p:blipFill>
          <a:blip r:embed="rId1808"/>
          <a:stretch>
            <a:fillRect/>
          </a:stretch>
        </p:blipFill>
        <p:spPr>
          <a:xfrm>
            <a:off x="4190045" y="1543410"/>
            <a:ext cx="51097" cy="76026"/>
          </a:xfrm>
          <a:prstGeom prst="rect">
            <a:avLst/>
          </a:prstGeom>
        </p:spPr>
      </p:pic>
      <p:pic>
        <p:nvPicPr>
          <p:cNvPr id="1811" name="Image 1808" descr="preencoded.png">    </p:cNvPr>
          <p:cNvPicPr>
            <a:picLocks noChangeAspect="1"/>
          </p:cNvPicPr>
          <p:nvPr/>
        </p:nvPicPr>
        <p:blipFill>
          <a:blip r:embed="rId1809"/>
          <a:stretch>
            <a:fillRect/>
          </a:stretch>
        </p:blipFill>
        <p:spPr>
          <a:xfrm>
            <a:off x="4924053" y="1525525"/>
            <a:ext cx="65670" cy="97086"/>
          </a:xfrm>
          <a:prstGeom prst="rect">
            <a:avLst/>
          </a:prstGeom>
        </p:spPr>
      </p:pic>
      <p:pic>
        <p:nvPicPr>
          <p:cNvPr id="1812" name="Image 1809" descr="preencoded.png">    </p:cNvPr>
          <p:cNvPicPr>
            <a:picLocks noChangeAspect="1"/>
          </p:cNvPicPr>
          <p:nvPr/>
        </p:nvPicPr>
        <p:blipFill>
          <a:blip r:embed="rId1810"/>
          <a:stretch>
            <a:fillRect/>
          </a:stretch>
        </p:blipFill>
        <p:spPr>
          <a:xfrm>
            <a:off x="4218148" y="1578907"/>
            <a:ext cx="25044" cy="13045"/>
          </a:xfrm>
          <a:prstGeom prst="rect">
            <a:avLst/>
          </a:prstGeom>
        </p:spPr>
      </p:pic>
      <p:pic>
        <p:nvPicPr>
          <p:cNvPr id="1813" name="Image 1810" descr="preencoded.png">    </p:cNvPr>
          <p:cNvPicPr>
            <a:picLocks noChangeAspect="1"/>
          </p:cNvPicPr>
          <p:nvPr/>
        </p:nvPicPr>
        <p:blipFill>
          <a:blip r:embed="rId1811"/>
          <a:stretch>
            <a:fillRect/>
          </a:stretch>
        </p:blipFill>
        <p:spPr>
          <a:xfrm>
            <a:off x="4688248" y="1576542"/>
            <a:ext cx="30659" cy="15410"/>
          </a:xfrm>
          <a:prstGeom prst="rect">
            <a:avLst/>
          </a:prstGeom>
        </p:spPr>
      </p:pic>
      <p:pic>
        <p:nvPicPr>
          <p:cNvPr id="1814" name="Image 1811" descr="preencoded.png">    </p:cNvPr>
          <p:cNvPicPr>
            <a:picLocks noChangeAspect="1"/>
          </p:cNvPicPr>
          <p:nvPr/>
        </p:nvPicPr>
        <p:blipFill>
          <a:blip r:embed="rId1812"/>
          <a:stretch>
            <a:fillRect/>
          </a:stretch>
        </p:blipFill>
        <p:spPr>
          <a:xfrm>
            <a:off x="4468527" y="1566404"/>
            <a:ext cx="61317" cy="33213"/>
          </a:xfrm>
          <a:prstGeom prst="rect">
            <a:avLst/>
          </a:prstGeom>
        </p:spPr>
      </p:pic>
      <p:pic>
        <p:nvPicPr>
          <p:cNvPr id="1815" name="Image 1812" descr="preencoded.png">    </p:cNvPr>
          <p:cNvPicPr>
            <a:picLocks noChangeAspect="1"/>
          </p:cNvPicPr>
          <p:nvPr/>
        </p:nvPicPr>
        <p:blipFill>
          <a:blip r:embed="rId1813"/>
          <a:stretch>
            <a:fillRect/>
          </a:stretch>
        </p:blipFill>
        <p:spPr>
          <a:xfrm>
            <a:off x="3814622" y="1560965"/>
            <a:ext cx="83097" cy="84034"/>
          </a:xfrm>
          <a:prstGeom prst="rect">
            <a:avLst/>
          </a:prstGeom>
        </p:spPr>
      </p:pic>
      <p:pic>
        <p:nvPicPr>
          <p:cNvPr id="1816" name="Image 1813" descr="preencoded.png">    </p:cNvPr>
          <p:cNvPicPr>
            <a:picLocks noChangeAspect="1"/>
          </p:cNvPicPr>
          <p:nvPr/>
        </p:nvPicPr>
        <p:blipFill>
          <a:blip r:embed="rId1814"/>
          <a:stretch>
            <a:fillRect/>
          </a:stretch>
        </p:blipFill>
        <p:spPr>
          <a:xfrm>
            <a:off x="4516471" y="1574068"/>
            <a:ext cx="26148" cy="17884"/>
          </a:xfrm>
          <a:prstGeom prst="rect">
            <a:avLst/>
          </a:prstGeom>
        </p:spPr>
      </p:pic>
      <p:pic>
        <p:nvPicPr>
          <p:cNvPr id="1817" name="Image 1814" descr="preencoded.png">    </p:cNvPr>
          <p:cNvPicPr>
            <a:picLocks noChangeAspect="1"/>
          </p:cNvPicPr>
          <p:nvPr/>
        </p:nvPicPr>
        <p:blipFill>
          <a:blip r:embed="rId1815"/>
          <a:stretch>
            <a:fillRect/>
          </a:stretch>
        </p:blipFill>
        <p:spPr>
          <a:xfrm>
            <a:off x="5252876" y="1551074"/>
            <a:ext cx="38323" cy="45988"/>
          </a:xfrm>
          <a:prstGeom prst="rect">
            <a:avLst/>
          </a:prstGeom>
        </p:spPr>
      </p:pic>
      <p:pic>
        <p:nvPicPr>
          <p:cNvPr id="1818" name="Image 1815" descr="preencoded.png">    </p:cNvPr>
          <p:cNvPicPr>
            <a:picLocks noChangeAspect="1"/>
          </p:cNvPicPr>
          <p:nvPr/>
        </p:nvPicPr>
        <p:blipFill>
          <a:blip r:embed="rId1816"/>
          <a:stretch>
            <a:fillRect/>
          </a:stretch>
        </p:blipFill>
        <p:spPr>
          <a:xfrm>
            <a:off x="5022936" y="1538300"/>
            <a:ext cx="97085" cy="114970"/>
          </a:xfrm>
          <a:prstGeom prst="rect">
            <a:avLst/>
          </a:prstGeom>
        </p:spPr>
      </p:pic>
      <p:pic>
        <p:nvPicPr>
          <p:cNvPr id="1819" name="Image 1816" descr="preencoded.png">    </p:cNvPr>
          <p:cNvPicPr>
            <a:picLocks noChangeAspect="1"/>
          </p:cNvPicPr>
          <p:nvPr/>
        </p:nvPicPr>
        <p:blipFill>
          <a:blip r:embed="rId1817"/>
          <a:stretch>
            <a:fillRect/>
          </a:stretch>
        </p:blipFill>
        <p:spPr>
          <a:xfrm>
            <a:off x="3809311" y="1555443"/>
            <a:ext cx="94588" cy="97826"/>
          </a:xfrm>
          <a:prstGeom prst="rect">
            <a:avLst/>
          </a:prstGeom>
        </p:spPr>
      </p:pic>
      <p:pic>
        <p:nvPicPr>
          <p:cNvPr id="1820" name="Image 1817" descr="preencoded.png">    </p:cNvPr>
          <p:cNvPicPr>
            <a:picLocks noChangeAspect="1"/>
          </p:cNvPicPr>
          <p:nvPr/>
        </p:nvPicPr>
        <p:blipFill>
          <a:blip r:embed="rId1818"/>
          <a:stretch>
            <a:fillRect/>
          </a:stretch>
        </p:blipFill>
        <p:spPr>
          <a:xfrm>
            <a:off x="4041861" y="1563849"/>
            <a:ext cx="71537" cy="25549"/>
          </a:xfrm>
          <a:prstGeom prst="rect">
            <a:avLst/>
          </a:prstGeom>
        </p:spPr>
      </p:pic>
      <p:pic>
        <p:nvPicPr>
          <p:cNvPr id="1821" name="Image 1818" descr="preencoded.png">    </p:cNvPr>
          <p:cNvPicPr>
            <a:picLocks noChangeAspect="1"/>
          </p:cNvPicPr>
          <p:nvPr/>
        </p:nvPicPr>
        <p:blipFill>
          <a:blip r:embed="rId1819"/>
          <a:stretch>
            <a:fillRect/>
          </a:stretch>
        </p:blipFill>
        <p:spPr>
          <a:xfrm>
            <a:off x="4465973" y="1484647"/>
            <a:ext cx="145628" cy="87797"/>
          </a:xfrm>
          <a:prstGeom prst="rect">
            <a:avLst/>
          </a:prstGeom>
        </p:spPr>
      </p:pic>
      <p:pic>
        <p:nvPicPr>
          <p:cNvPr id="1822" name="Image 1819" descr="preencoded.png">    </p:cNvPr>
          <p:cNvPicPr>
            <a:picLocks noChangeAspect="1"/>
          </p:cNvPicPr>
          <p:nvPr/>
        </p:nvPicPr>
        <p:blipFill>
          <a:blip r:embed="rId1820"/>
          <a:stretch>
            <a:fillRect/>
          </a:stretch>
        </p:blipFill>
        <p:spPr>
          <a:xfrm>
            <a:off x="4387117" y="1520250"/>
            <a:ext cx="79312" cy="84311"/>
          </a:xfrm>
          <a:prstGeom prst="rect">
            <a:avLst/>
          </a:prstGeom>
        </p:spPr>
      </p:pic>
      <p:pic>
        <p:nvPicPr>
          <p:cNvPr id="1823" name="Image 1820" descr="preencoded.png">    </p:cNvPr>
          <p:cNvPicPr>
            <a:picLocks noChangeAspect="1"/>
          </p:cNvPicPr>
          <p:nvPr/>
        </p:nvPicPr>
        <p:blipFill>
          <a:blip r:embed="rId1821"/>
          <a:stretch>
            <a:fillRect/>
          </a:stretch>
        </p:blipFill>
        <p:spPr>
          <a:xfrm>
            <a:off x="4379103" y="1513313"/>
            <a:ext cx="94534" cy="96680"/>
          </a:xfrm>
          <a:prstGeom prst="rect">
            <a:avLst/>
          </a:prstGeom>
        </p:spPr>
      </p:pic>
      <p:pic>
        <p:nvPicPr>
          <p:cNvPr id="1824" name="Image 1821" descr="preencoded.png">    </p:cNvPr>
          <p:cNvPicPr>
            <a:picLocks noChangeAspect="1"/>
          </p:cNvPicPr>
          <p:nvPr/>
        </p:nvPicPr>
        <p:blipFill>
          <a:blip r:embed="rId1822"/>
          <a:stretch>
            <a:fillRect/>
          </a:stretch>
        </p:blipFill>
        <p:spPr>
          <a:xfrm>
            <a:off x="4207929" y="1524248"/>
            <a:ext cx="61317" cy="52542"/>
          </a:xfrm>
          <a:prstGeom prst="rect">
            <a:avLst/>
          </a:prstGeom>
        </p:spPr>
      </p:pic>
      <p:pic>
        <p:nvPicPr>
          <p:cNvPr id="1825" name="Image 1822" descr="preencoded.png">    </p:cNvPr>
          <p:cNvPicPr>
            <a:picLocks noChangeAspect="1"/>
          </p:cNvPicPr>
          <p:nvPr/>
        </p:nvPicPr>
        <p:blipFill>
          <a:blip r:embed="rId1823"/>
          <a:stretch>
            <a:fillRect/>
          </a:stretch>
        </p:blipFill>
        <p:spPr>
          <a:xfrm>
            <a:off x="4333118" y="1556345"/>
            <a:ext cx="46096" cy="17724"/>
          </a:xfrm>
          <a:prstGeom prst="rect">
            <a:avLst/>
          </a:prstGeom>
        </p:spPr>
      </p:pic>
      <p:pic>
        <p:nvPicPr>
          <p:cNvPr id="1826" name="Image 1823" descr="preencoded.png">    </p:cNvPr>
          <p:cNvPicPr>
            <a:picLocks noChangeAspect="1"/>
          </p:cNvPicPr>
          <p:nvPr/>
        </p:nvPicPr>
        <p:blipFill>
          <a:blip r:embed="rId1824"/>
          <a:stretch>
            <a:fillRect/>
          </a:stretch>
        </p:blipFill>
        <p:spPr>
          <a:xfrm>
            <a:off x="1995401" y="1505086"/>
            <a:ext cx="33213" cy="74092"/>
          </a:xfrm>
          <a:prstGeom prst="rect">
            <a:avLst/>
          </a:prstGeom>
        </p:spPr>
      </p:pic>
      <p:pic>
        <p:nvPicPr>
          <p:cNvPr id="1827" name="Image 1824" descr="preencoded.png">    </p:cNvPr>
          <p:cNvPicPr>
            <a:picLocks noChangeAspect="1"/>
          </p:cNvPicPr>
          <p:nvPr/>
        </p:nvPicPr>
        <p:blipFill>
          <a:blip r:embed="rId1825"/>
          <a:stretch>
            <a:fillRect/>
          </a:stretch>
        </p:blipFill>
        <p:spPr>
          <a:xfrm>
            <a:off x="6573641" y="1489757"/>
            <a:ext cx="173843" cy="10380"/>
          </a:xfrm>
          <a:prstGeom prst="rect">
            <a:avLst/>
          </a:prstGeom>
        </p:spPr>
      </p:pic>
      <p:pic>
        <p:nvPicPr>
          <p:cNvPr id="1828" name="Image 1825" descr="preencoded.png">    </p:cNvPr>
          <p:cNvPicPr>
            <a:picLocks noChangeAspect="1"/>
          </p:cNvPicPr>
          <p:nvPr/>
        </p:nvPicPr>
        <p:blipFill>
          <a:blip r:embed="rId1826"/>
          <a:stretch>
            <a:fillRect/>
          </a:stretch>
        </p:blipFill>
        <p:spPr>
          <a:xfrm>
            <a:off x="6550593" y="1459098"/>
            <a:ext cx="219889" cy="176287"/>
          </a:xfrm>
          <a:prstGeom prst="rect">
            <a:avLst/>
          </a:prstGeom>
        </p:spPr>
      </p:pic>
      <p:pic>
        <p:nvPicPr>
          <p:cNvPr id="1829" name="Image 1826" descr="preencoded.png">    </p:cNvPr>
          <p:cNvPicPr>
            <a:picLocks noChangeAspect="1"/>
          </p:cNvPicPr>
          <p:nvPr/>
        </p:nvPicPr>
        <p:blipFill>
          <a:blip r:embed="rId1827"/>
          <a:stretch>
            <a:fillRect/>
          </a:stretch>
        </p:blipFill>
        <p:spPr>
          <a:xfrm>
            <a:off x="4693083" y="1556184"/>
            <a:ext cx="31043" cy="20439"/>
          </a:xfrm>
          <a:prstGeom prst="rect">
            <a:avLst/>
          </a:prstGeom>
        </p:spPr>
      </p:pic>
      <p:pic>
        <p:nvPicPr>
          <p:cNvPr id="1830" name="Image 1827" descr="preencoded.png">    </p:cNvPr>
          <p:cNvPicPr>
            <a:picLocks noChangeAspect="1"/>
          </p:cNvPicPr>
          <p:nvPr/>
        </p:nvPicPr>
        <p:blipFill>
          <a:blip r:embed="rId1828"/>
          <a:stretch>
            <a:fillRect/>
          </a:stretch>
        </p:blipFill>
        <p:spPr>
          <a:xfrm>
            <a:off x="4008648" y="1474428"/>
            <a:ext cx="102196" cy="93253"/>
          </a:xfrm>
          <a:prstGeom prst="rect">
            <a:avLst/>
          </a:prstGeom>
        </p:spPr>
      </p:pic>
      <p:pic>
        <p:nvPicPr>
          <p:cNvPr id="1831" name="Image 1828" descr="preencoded.png">    </p:cNvPr>
          <p:cNvPicPr>
            <a:picLocks noChangeAspect="1"/>
          </p:cNvPicPr>
          <p:nvPr/>
        </p:nvPicPr>
        <p:blipFill>
          <a:blip r:embed="rId1829"/>
          <a:stretch>
            <a:fillRect/>
          </a:stretch>
        </p:blipFill>
        <p:spPr>
          <a:xfrm>
            <a:off x="1880431" y="1520416"/>
            <a:ext cx="153723" cy="76646"/>
          </a:xfrm>
          <a:prstGeom prst="rect">
            <a:avLst/>
          </a:prstGeom>
        </p:spPr>
      </p:pic>
      <p:pic>
        <p:nvPicPr>
          <p:cNvPr id="1832" name="Image 1829" descr="preencoded.png">    </p:cNvPr>
          <p:cNvPicPr>
            <a:picLocks noChangeAspect="1"/>
          </p:cNvPicPr>
          <p:nvPr/>
        </p:nvPicPr>
        <p:blipFill>
          <a:blip r:embed="rId1830"/>
          <a:stretch>
            <a:fillRect/>
          </a:stretch>
        </p:blipFill>
        <p:spPr>
          <a:xfrm>
            <a:off x="4476023" y="1528080"/>
            <a:ext cx="64040" cy="48544"/>
          </a:xfrm>
          <a:prstGeom prst="rect">
            <a:avLst/>
          </a:prstGeom>
        </p:spPr>
      </p:pic>
      <p:pic>
        <p:nvPicPr>
          <p:cNvPr id="1833" name="Image 1830" descr="preencoded.png">    </p:cNvPr>
          <p:cNvPicPr>
            <a:picLocks noChangeAspect="1"/>
          </p:cNvPicPr>
          <p:nvPr/>
        </p:nvPicPr>
        <p:blipFill>
          <a:blip r:embed="rId1831"/>
          <a:stretch>
            <a:fillRect/>
          </a:stretch>
        </p:blipFill>
        <p:spPr>
          <a:xfrm>
            <a:off x="3886014" y="1474428"/>
            <a:ext cx="71537" cy="94531"/>
          </a:xfrm>
          <a:prstGeom prst="rect">
            <a:avLst/>
          </a:prstGeom>
        </p:spPr>
      </p:pic>
      <p:pic>
        <p:nvPicPr>
          <p:cNvPr id="1834" name="Image 1831" descr="preencoded.png">    </p:cNvPr>
          <p:cNvPicPr>
            <a:picLocks noChangeAspect="1"/>
          </p:cNvPicPr>
          <p:nvPr/>
        </p:nvPicPr>
        <p:blipFill>
          <a:blip r:embed="rId1832"/>
          <a:stretch>
            <a:fillRect/>
          </a:stretch>
        </p:blipFill>
        <p:spPr>
          <a:xfrm>
            <a:off x="4614156" y="1530634"/>
            <a:ext cx="58762" cy="28104"/>
          </a:xfrm>
          <a:prstGeom prst="rect">
            <a:avLst/>
          </a:prstGeom>
        </p:spPr>
      </p:pic>
      <p:pic>
        <p:nvPicPr>
          <p:cNvPr id="1835" name="Image 1832" descr="preencoded.png">    </p:cNvPr>
          <p:cNvPicPr>
            <a:picLocks noChangeAspect="1"/>
          </p:cNvPicPr>
          <p:nvPr/>
        </p:nvPicPr>
        <p:blipFill>
          <a:blip r:embed="rId1833"/>
          <a:stretch>
            <a:fillRect/>
          </a:stretch>
        </p:blipFill>
        <p:spPr>
          <a:xfrm>
            <a:off x="4948846" y="1505086"/>
            <a:ext cx="45988" cy="104750"/>
          </a:xfrm>
          <a:prstGeom prst="rect">
            <a:avLst/>
          </a:prstGeom>
        </p:spPr>
      </p:pic>
      <p:pic>
        <p:nvPicPr>
          <p:cNvPr id="1836" name="Image 1833" descr="preencoded.png">    </p:cNvPr>
          <p:cNvPicPr>
            <a:picLocks noChangeAspect="1"/>
          </p:cNvPicPr>
          <p:nvPr/>
        </p:nvPicPr>
        <p:blipFill>
          <a:blip r:embed="rId1834"/>
          <a:stretch>
            <a:fillRect/>
          </a:stretch>
        </p:blipFill>
        <p:spPr>
          <a:xfrm>
            <a:off x="4805772" y="1517861"/>
            <a:ext cx="82638" cy="56207"/>
          </a:xfrm>
          <a:prstGeom prst="rect">
            <a:avLst/>
          </a:prstGeom>
        </p:spPr>
      </p:pic>
      <p:pic>
        <p:nvPicPr>
          <p:cNvPr id="1837" name="Image 1834" descr="preencoded.png">    </p:cNvPr>
          <p:cNvPicPr>
            <a:picLocks noChangeAspect="1"/>
          </p:cNvPicPr>
          <p:nvPr/>
        </p:nvPicPr>
        <p:blipFill>
          <a:blip r:embed="rId1835"/>
          <a:stretch>
            <a:fillRect/>
          </a:stretch>
        </p:blipFill>
        <p:spPr>
          <a:xfrm>
            <a:off x="4708686" y="1530635"/>
            <a:ext cx="51242" cy="30659"/>
          </a:xfrm>
          <a:prstGeom prst="rect">
            <a:avLst/>
          </a:prstGeom>
        </p:spPr>
      </p:pic>
      <p:pic>
        <p:nvPicPr>
          <p:cNvPr id="1838" name="Image 1835" descr="preencoded.png">    </p:cNvPr>
          <p:cNvPicPr>
            <a:picLocks noChangeAspect="1"/>
          </p:cNvPicPr>
          <p:nvPr/>
        </p:nvPicPr>
        <p:blipFill>
          <a:blip r:embed="rId1836"/>
          <a:stretch>
            <a:fillRect/>
          </a:stretch>
        </p:blipFill>
        <p:spPr>
          <a:xfrm>
            <a:off x="3891124" y="1479538"/>
            <a:ext cx="94818" cy="109860"/>
          </a:xfrm>
          <a:prstGeom prst="rect">
            <a:avLst/>
          </a:prstGeom>
        </p:spPr>
      </p:pic>
      <p:pic>
        <p:nvPicPr>
          <p:cNvPr id="1839" name="Image 1836" descr="preencoded.png">    </p:cNvPr>
          <p:cNvPicPr>
            <a:picLocks noChangeAspect="1"/>
          </p:cNvPicPr>
          <p:nvPr/>
        </p:nvPicPr>
        <p:blipFill>
          <a:blip r:embed="rId1837"/>
          <a:stretch>
            <a:fillRect/>
          </a:stretch>
        </p:blipFill>
        <p:spPr>
          <a:xfrm>
            <a:off x="7120496" y="1469318"/>
            <a:ext cx="89295" cy="72587"/>
          </a:xfrm>
          <a:prstGeom prst="rect">
            <a:avLst/>
          </a:prstGeom>
        </p:spPr>
      </p:pic>
      <p:pic>
        <p:nvPicPr>
          <p:cNvPr id="1840" name="Image 1837" descr="preencoded.png">    </p:cNvPr>
          <p:cNvPicPr>
            <a:picLocks noChangeAspect="1"/>
          </p:cNvPicPr>
          <p:nvPr/>
        </p:nvPicPr>
        <p:blipFill>
          <a:blip r:embed="rId1838"/>
          <a:stretch>
            <a:fillRect/>
          </a:stretch>
        </p:blipFill>
        <p:spPr>
          <a:xfrm>
            <a:off x="4900302" y="1520402"/>
            <a:ext cx="56208" cy="46002"/>
          </a:xfrm>
          <a:prstGeom prst="rect">
            <a:avLst/>
          </a:prstGeom>
        </p:spPr>
      </p:pic>
      <p:pic>
        <p:nvPicPr>
          <p:cNvPr id="1841" name="Image 1838" descr="preencoded.png">    </p:cNvPr>
          <p:cNvPicPr>
            <a:picLocks noChangeAspect="1"/>
          </p:cNvPicPr>
          <p:nvPr/>
        </p:nvPicPr>
        <p:blipFill>
          <a:blip r:embed="rId1839"/>
          <a:stretch>
            <a:fillRect/>
          </a:stretch>
        </p:blipFill>
        <p:spPr>
          <a:xfrm>
            <a:off x="4959065" y="1505086"/>
            <a:ext cx="99640" cy="109860"/>
          </a:xfrm>
          <a:prstGeom prst="rect">
            <a:avLst/>
          </a:prstGeom>
        </p:spPr>
      </p:pic>
      <p:pic>
        <p:nvPicPr>
          <p:cNvPr id="1842" name="Image 1839" descr="preencoded.png">    </p:cNvPr>
          <p:cNvPicPr>
            <a:picLocks noChangeAspect="1"/>
          </p:cNvPicPr>
          <p:nvPr/>
        </p:nvPicPr>
        <p:blipFill>
          <a:blip r:embed="rId1840"/>
          <a:stretch>
            <a:fillRect/>
          </a:stretch>
        </p:blipFill>
        <p:spPr>
          <a:xfrm>
            <a:off x="4764661" y="1499977"/>
            <a:ext cx="107538" cy="61317"/>
          </a:xfrm>
          <a:prstGeom prst="rect">
            <a:avLst/>
          </a:prstGeom>
        </p:spPr>
      </p:pic>
      <p:pic>
        <p:nvPicPr>
          <p:cNvPr id="1843" name="Image 1840" descr="preencoded.png">    </p:cNvPr>
          <p:cNvPicPr>
            <a:picLocks noChangeAspect="1"/>
          </p:cNvPicPr>
          <p:nvPr/>
        </p:nvPicPr>
        <p:blipFill>
          <a:blip r:embed="rId1841"/>
          <a:stretch>
            <a:fillRect/>
          </a:stretch>
        </p:blipFill>
        <p:spPr>
          <a:xfrm>
            <a:off x="4698407" y="1515306"/>
            <a:ext cx="38599" cy="25549"/>
          </a:xfrm>
          <a:prstGeom prst="rect">
            <a:avLst/>
          </a:prstGeom>
        </p:spPr>
      </p:pic>
      <p:pic>
        <p:nvPicPr>
          <p:cNvPr id="1844" name="Image 1841" descr="preencoded.png">    </p:cNvPr>
          <p:cNvPicPr>
            <a:picLocks noChangeAspect="1"/>
          </p:cNvPicPr>
          <p:nvPr/>
        </p:nvPicPr>
        <p:blipFill>
          <a:blip r:embed="rId1842"/>
          <a:stretch>
            <a:fillRect/>
          </a:stretch>
        </p:blipFill>
        <p:spPr>
          <a:xfrm>
            <a:off x="4632039" y="1505086"/>
            <a:ext cx="58762" cy="38526"/>
          </a:xfrm>
          <a:prstGeom prst="rect">
            <a:avLst/>
          </a:prstGeom>
        </p:spPr>
      </p:pic>
      <p:pic>
        <p:nvPicPr>
          <p:cNvPr id="1845" name="Image 1842" descr="preencoded.png">    </p:cNvPr>
          <p:cNvPicPr>
            <a:picLocks noChangeAspect="1"/>
          </p:cNvPicPr>
          <p:nvPr/>
        </p:nvPicPr>
        <p:blipFill>
          <a:blip r:embed="rId1843"/>
          <a:stretch>
            <a:fillRect/>
          </a:stretch>
        </p:blipFill>
        <p:spPr>
          <a:xfrm>
            <a:off x="4021423" y="1466763"/>
            <a:ext cx="89421" cy="81756"/>
          </a:xfrm>
          <a:prstGeom prst="rect">
            <a:avLst/>
          </a:prstGeom>
        </p:spPr>
      </p:pic>
      <p:pic>
        <p:nvPicPr>
          <p:cNvPr id="1846" name="Image 1843" descr="preencoded.png">    </p:cNvPr>
          <p:cNvPicPr>
            <a:picLocks noChangeAspect="1"/>
          </p:cNvPicPr>
          <p:nvPr/>
        </p:nvPicPr>
        <p:blipFill>
          <a:blip r:embed="rId1844"/>
          <a:stretch>
            <a:fillRect/>
          </a:stretch>
        </p:blipFill>
        <p:spPr>
          <a:xfrm>
            <a:off x="7179258" y="968561"/>
            <a:ext cx="20755" cy="109860"/>
          </a:xfrm>
          <a:prstGeom prst="rect">
            <a:avLst/>
          </a:prstGeom>
        </p:spPr>
      </p:pic>
      <p:pic>
        <p:nvPicPr>
          <p:cNvPr id="1847" name="Image 1844" descr="preencoded.png">    </p:cNvPr>
          <p:cNvPicPr>
            <a:picLocks noChangeAspect="1"/>
          </p:cNvPicPr>
          <p:nvPr/>
        </p:nvPicPr>
        <p:blipFill>
          <a:blip r:embed="rId1845"/>
          <a:stretch>
            <a:fillRect/>
          </a:stretch>
        </p:blipFill>
        <p:spPr>
          <a:xfrm>
            <a:off x="7483289" y="968561"/>
            <a:ext cx="20439" cy="17884"/>
          </a:xfrm>
          <a:prstGeom prst="rect">
            <a:avLst/>
          </a:prstGeom>
        </p:spPr>
      </p:pic>
      <p:pic>
        <p:nvPicPr>
          <p:cNvPr id="1848" name="Image 1845" descr="preencoded.png">    </p:cNvPr>
          <p:cNvPicPr>
            <a:picLocks noChangeAspect="1"/>
          </p:cNvPicPr>
          <p:nvPr/>
        </p:nvPicPr>
        <p:blipFill>
          <a:blip r:embed="rId1846"/>
          <a:stretch>
            <a:fillRect/>
          </a:stretch>
        </p:blipFill>
        <p:spPr>
          <a:xfrm>
            <a:off x="6719379" y="968561"/>
            <a:ext cx="17884" cy="17884"/>
          </a:xfrm>
          <a:prstGeom prst="rect">
            <a:avLst/>
          </a:prstGeom>
        </p:spPr>
      </p:pic>
      <p:pic>
        <p:nvPicPr>
          <p:cNvPr id="1849" name="Image 1846" descr="preencoded.png">    </p:cNvPr>
          <p:cNvPicPr>
            <a:picLocks noChangeAspect="1"/>
          </p:cNvPicPr>
          <p:nvPr/>
        </p:nvPicPr>
        <p:blipFill>
          <a:blip r:embed="rId1847"/>
          <a:stretch>
            <a:fillRect/>
          </a:stretch>
        </p:blipFill>
        <p:spPr>
          <a:xfrm>
            <a:off x="7220136" y="968561"/>
            <a:ext cx="20439" cy="17884"/>
          </a:xfrm>
          <a:prstGeom prst="rect">
            <a:avLst/>
          </a:prstGeom>
        </p:spPr>
      </p:pic>
      <p:pic>
        <p:nvPicPr>
          <p:cNvPr id="1850" name="Image 1847" descr="preencoded.png">    </p:cNvPr>
          <p:cNvPicPr>
            <a:picLocks noChangeAspect="1"/>
          </p:cNvPicPr>
          <p:nvPr/>
        </p:nvPicPr>
        <p:blipFill>
          <a:blip r:embed="rId1848"/>
          <a:stretch>
            <a:fillRect/>
          </a:stretch>
        </p:blipFill>
        <p:spPr>
          <a:xfrm>
            <a:off x="6619739" y="968561"/>
            <a:ext cx="20439" cy="17884"/>
          </a:xfrm>
          <a:prstGeom prst="rect">
            <a:avLst/>
          </a:prstGeom>
        </p:spPr>
      </p:pic>
      <p:pic>
        <p:nvPicPr>
          <p:cNvPr id="1851" name="Image 1848" descr="preencoded.png">    </p:cNvPr>
          <p:cNvPicPr>
            <a:picLocks noChangeAspect="1"/>
          </p:cNvPicPr>
          <p:nvPr/>
        </p:nvPicPr>
        <p:blipFill>
          <a:blip r:embed="rId1849"/>
          <a:stretch>
            <a:fillRect/>
          </a:stretch>
        </p:blipFill>
        <p:spPr>
          <a:xfrm>
            <a:off x="7217298" y="968561"/>
            <a:ext cx="23278" cy="20439"/>
          </a:xfrm>
          <a:prstGeom prst="rect">
            <a:avLst/>
          </a:prstGeom>
        </p:spPr>
      </p:pic>
      <p:pic>
        <p:nvPicPr>
          <p:cNvPr id="1852" name="Image 1849" descr="preencoded.png">    </p:cNvPr>
          <p:cNvPicPr>
            <a:picLocks noChangeAspect="1"/>
          </p:cNvPicPr>
          <p:nvPr/>
        </p:nvPicPr>
        <p:blipFill>
          <a:blip r:embed="rId1850"/>
          <a:stretch>
            <a:fillRect/>
          </a:stretch>
        </p:blipFill>
        <p:spPr>
          <a:xfrm>
            <a:off x="7220136" y="999220"/>
            <a:ext cx="20439" cy="79201"/>
          </a:xfrm>
          <a:prstGeom prst="rect">
            <a:avLst/>
          </a:prstGeom>
        </p:spPr>
      </p:pic>
      <p:pic>
        <p:nvPicPr>
          <p:cNvPr id="1853" name="Image 1850" descr="preencoded.png">    </p:cNvPr>
          <p:cNvPicPr>
            <a:picLocks noChangeAspect="1"/>
          </p:cNvPicPr>
          <p:nvPr/>
        </p:nvPicPr>
        <p:blipFill>
          <a:blip r:embed="rId1851"/>
          <a:stretch>
            <a:fillRect/>
          </a:stretch>
        </p:blipFill>
        <p:spPr>
          <a:xfrm>
            <a:off x="7217269" y="996665"/>
            <a:ext cx="25855" cy="81756"/>
          </a:xfrm>
          <a:prstGeom prst="rect">
            <a:avLst/>
          </a:prstGeom>
        </p:spPr>
      </p:pic>
      <p:pic>
        <p:nvPicPr>
          <p:cNvPr id="1854" name="Image 1851" descr="preencoded.png">    </p:cNvPr>
          <p:cNvPicPr>
            <a:picLocks noChangeAspect="1"/>
          </p:cNvPicPr>
          <p:nvPr/>
        </p:nvPicPr>
        <p:blipFill>
          <a:blip r:embed="rId1852"/>
          <a:stretch>
            <a:fillRect/>
          </a:stretch>
        </p:blipFill>
        <p:spPr>
          <a:xfrm>
            <a:off x="7179258" y="1009439"/>
            <a:ext cx="18048" cy="68982"/>
          </a:xfrm>
          <a:prstGeom prst="rect">
            <a:avLst/>
          </a:prstGeom>
        </p:spPr>
      </p:pic>
      <p:pic>
        <p:nvPicPr>
          <p:cNvPr id="1855" name="Image 1852" descr="preencoded.png">    </p:cNvPr>
          <p:cNvPicPr>
            <a:picLocks noChangeAspect="1"/>
          </p:cNvPicPr>
          <p:nvPr/>
        </p:nvPicPr>
        <p:blipFill>
          <a:blip r:embed="rId1853"/>
          <a:stretch>
            <a:fillRect/>
          </a:stretch>
        </p:blipFill>
        <p:spPr>
          <a:xfrm>
            <a:off x="7112972" y="1042653"/>
            <a:ext cx="25545" cy="20433"/>
          </a:xfrm>
          <a:prstGeom prst="rect">
            <a:avLst/>
          </a:prstGeom>
        </p:spPr>
      </p:pic>
      <p:pic>
        <p:nvPicPr>
          <p:cNvPr id="1856" name="Image 1853" descr="preencoded.png">    </p:cNvPr>
          <p:cNvPicPr>
            <a:picLocks noChangeAspect="1"/>
          </p:cNvPicPr>
          <p:nvPr/>
        </p:nvPicPr>
        <p:blipFill>
          <a:blip r:embed="rId1854"/>
          <a:stretch>
            <a:fillRect/>
          </a:stretch>
        </p:blipFill>
        <p:spPr>
          <a:xfrm>
            <a:off x="6957214" y="950677"/>
            <a:ext cx="375338" cy="143073"/>
          </a:xfrm>
          <a:prstGeom prst="rect">
            <a:avLst/>
          </a:prstGeom>
        </p:spPr>
      </p:pic>
      <p:pic>
        <p:nvPicPr>
          <p:cNvPr id="1857" name="Image 1854" descr="preencoded.png">    </p:cNvPr>
          <p:cNvPicPr>
            <a:picLocks noChangeAspect="1"/>
          </p:cNvPicPr>
          <p:nvPr/>
        </p:nvPicPr>
        <p:blipFill>
          <a:blip r:embed="rId1855"/>
          <a:stretch>
            <a:fillRect/>
          </a:stretch>
        </p:blipFill>
        <p:spPr>
          <a:xfrm>
            <a:off x="6619739" y="968561"/>
            <a:ext cx="23278" cy="20725"/>
          </a:xfrm>
          <a:prstGeom prst="rect">
            <a:avLst/>
          </a:prstGeom>
        </p:spPr>
      </p:pic>
      <p:pic>
        <p:nvPicPr>
          <p:cNvPr id="1858" name="Image 1855" descr="preencoded.png">    </p:cNvPr>
          <p:cNvPicPr>
            <a:picLocks noChangeAspect="1"/>
          </p:cNvPicPr>
          <p:nvPr/>
        </p:nvPicPr>
        <p:blipFill>
          <a:blip r:embed="rId1856"/>
          <a:stretch>
            <a:fillRect/>
          </a:stretch>
        </p:blipFill>
        <p:spPr>
          <a:xfrm>
            <a:off x="6716824" y="968561"/>
            <a:ext cx="23278" cy="20439"/>
          </a:xfrm>
          <a:prstGeom prst="rect">
            <a:avLst/>
          </a:prstGeom>
        </p:spPr>
      </p:pic>
      <p:pic>
        <p:nvPicPr>
          <p:cNvPr id="1859" name="Image 1856" descr="preencoded.png">    </p:cNvPr>
          <p:cNvPicPr>
            <a:picLocks noChangeAspect="1"/>
          </p:cNvPicPr>
          <p:nvPr/>
        </p:nvPicPr>
        <p:blipFill>
          <a:blip r:embed="rId1857"/>
          <a:stretch>
            <a:fillRect/>
          </a:stretch>
        </p:blipFill>
        <p:spPr>
          <a:xfrm>
            <a:off x="7480450" y="968561"/>
            <a:ext cx="23278" cy="20725"/>
          </a:xfrm>
          <a:prstGeom prst="rect">
            <a:avLst/>
          </a:prstGeom>
        </p:spPr>
      </p:pic>
      <p:pic>
        <p:nvPicPr>
          <p:cNvPr id="1860" name="Image 1857" descr="preencoded.png">    </p:cNvPr>
          <p:cNvPicPr>
            <a:picLocks noChangeAspect="1"/>
          </p:cNvPicPr>
          <p:nvPr/>
        </p:nvPicPr>
        <p:blipFill>
          <a:blip r:embed="rId1858"/>
          <a:stretch>
            <a:fillRect/>
          </a:stretch>
        </p:blipFill>
        <p:spPr>
          <a:xfrm>
            <a:off x="7424527" y="971116"/>
            <a:ext cx="46272" cy="109102"/>
          </a:xfrm>
          <a:prstGeom prst="rect">
            <a:avLst/>
          </a:prstGeom>
        </p:spPr>
      </p:pic>
      <p:pic>
        <p:nvPicPr>
          <p:cNvPr id="1861" name="Image 1858" descr="preencoded.png">    </p:cNvPr>
          <p:cNvPicPr>
            <a:picLocks noChangeAspect="1"/>
          </p:cNvPicPr>
          <p:nvPr/>
        </p:nvPicPr>
        <p:blipFill>
          <a:blip r:embed="rId1859"/>
          <a:stretch>
            <a:fillRect/>
          </a:stretch>
        </p:blipFill>
        <p:spPr>
          <a:xfrm>
            <a:off x="6923769" y="968561"/>
            <a:ext cx="20439" cy="109860"/>
          </a:xfrm>
          <a:prstGeom prst="rect">
            <a:avLst/>
          </a:prstGeom>
        </p:spPr>
      </p:pic>
      <p:pic>
        <p:nvPicPr>
          <p:cNvPr id="1862" name="Image 1859" descr="preencoded.png">    </p:cNvPr>
          <p:cNvPicPr>
            <a:picLocks noChangeAspect="1"/>
          </p:cNvPicPr>
          <p:nvPr/>
        </p:nvPicPr>
        <p:blipFill>
          <a:blip r:embed="rId1860"/>
          <a:stretch>
            <a:fillRect/>
          </a:stretch>
        </p:blipFill>
        <p:spPr>
          <a:xfrm>
            <a:off x="6550691" y="1013781"/>
            <a:ext cx="33509" cy="49009"/>
          </a:xfrm>
          <a:prstGeom prst="rect">
            <a:avLst/>
          </a:prstGeom>
        </p:spPr>
      </p:pic>
      <p:pic>
        <p:nvPicPr>
          <p:cNvPr id="1863" name="Image 1860" descr="preencoded.png">    </p:cNvPr>
          <p:cNvPicPr>
            <a:picLocks noChangeAspect="1"/>
          </p:cNvPicPr>
          <p:nvPr/>
        </p:nvPicPr>
        <p:blipFill>
          <a:blip r:embed="rId1861"/>
          <a:stretch>
            <a:fillRect/>
          </a:stretch>
        </p:blipFill>
        <p:spPr>
          <a:xfrm>
            <a:off x="6527447" y="997163"/>
            <a:ext cx="76611" cy="109362"/>
          </a:xfrm>
          <a:prstGeom prst="rect">
            <a:avLst/>
          </a:prstGeom>
        </p:spPr>
      </p:pic>
      <p:pic>
        <p:nvPicPr>
          <p:cNvPr id="1864" name="Image 1861" descr="preencoded.png">    </p:cNvPr>
          <p:cNvPicPr>
            <a:picLocks noChangeAspect="1"/>
          </p:cNvPicPr>
          <p:nvPr/>
        </p:nvPicPr>
        <p:blipFill>
          <a:blip r:embed="rId1862"/>
          <a:stretch>
            <a:fillRect/>
          </a:stretch>
        </p:blipFill>
        <p:spPr>
          <a:xfrm>
            <a:off x="7090726" y="996732"/>
            <a:ext cx="73302" cy="84152"/>
          </a:xfrm>
          <a:prstGeom prst="rect">
            <a:avLst/>
          </a:prstGeom>
        </p:spPr>
      </p:pic>
      <p:pic>
        <p:nvPicPr>
          <p:cNvPr id="1865" name="Image 1862" descr="preencoded.png">    </p:cNvPr>
          <p:cNvPicPr>
            <a:picLocks noChangeAspect="1"/>
          </p:cNvPicPr>
          <p:nvPr/>
        </p:nvPicPr>
        <p:blipFill>
          <a:blip r:embed="rId1863"/>
          <a:stretch>
            <a:fillRect/>
          </a:stretch>
        </p:blipFill>
        <p:spPr>
          <a:xfrm>
            <a:off x="6719379" y="999220"/>
            <a:ext cx="17884" cy="79201"/>
          </a:xfrm>
          <a:prstGeom prst="rect">
            <a:avLst/>
          </a:prstGeom>
        </p:spPr>
      </p:pic>
      <p:pic>
        <p:nvPicPr>
          <p:cNvPr id="1866" name="Image 1863" descr="preencoded.png">    </p:cNvPr>
          <p:cNvPicPr>
            <a:picLocks noChangeAspect="1"/>
          </p:cNvPicPr>
          <p:nvPr/>
        </p:nvPicPr>
        <p:blipFill>
          <a:blip r:embed="rId1864"/>
          <a:stretch>
            <a:fillRect/>
          </a:stretch>
        </p:blipFill>
        <p:spPr>
          <a:xfrm>
            <a:off x="6752523" y="996603"/>
            <a:ext cx="74161" cy="84340"/>
          </a:xfrm>
          <a:prstGeom prst="rect">
            <a:avLst/>
          </a:prstGeom>
        </p:spPr>
      </p:pic>
      <p:pic>
        <p:nvPicPr>
          <p:cNvPr id="1867" name="Image 1864" descr="preencoded.png">    </p:cNvPr>
          <p:cNvPicPr>
            <a:picLocks noChangeAspect="1"/>
          </p:cNvPicPr>
          <p:nvPr/>
        </p:nvPicPr>
        <p:blipFill>
          <a:blip r:embed="rId1865"/>
          <a:stretch>
            <a:fillRect/>
          </a:stretch>
        </p:blipFill>
        <p:spPr>
          <a:xfrm>
            <a:off x="7289118" y="968561"/>
            <a:ext cx="23306" cy="45988"/>
          </a:xfrm>
          <a:prstGeom prst="rect">
            <a:avLst/>
          </a:prstGeom>
        </p:spPr>
      </p:pic>
      <p:pic>
        <p:nvPicPr>
          <p:cNvPr id="1868" name="Image 1865" descr="preencoded.png">    </p:cNvPr>
          <p:cNvPicPr>
            <a:picLocks noChangeAspect="1"/>
          </p:cNvPicPr>
          <p:nvPr/>
        </p:nvPicPr>
        <p:blipFill>
          <a:blip r:embed="rId1866"/>
          <a:stretch>
            <a:fillRect/>
          </a:stretch>
        </p:blipFill>
        <p:spPr>
          <a:xfrm>
            <a:off x="7455186" y="996665"/>
            <a:ext cx="15603" cy="17884"/>
          </a:xfrm>
          <a:prstGeom prst="rect">
            <a:avLst/>
          </a:prstGeom>
        </p:spPr>
      </p:pic>
      <p:pic>
        <p:nvPicPr>
          <p:cNvPr id="1869" name="Image 1866" descr="preencoded.png">    </p:cNvPr>
          <p:cNvPicPr>
            <a:picLocks noChangeAspect="1"/>
          </p:cNvPicPr>
          <p:nvPr/>
        </p:nvPicPr>
        <p:blipFill>
          <a:blip r:embed="rId1867"/>
          <a:stretch>
            <a:fillRect/>
          </a:stretch>
        </p:blipFill>
        <p:spPr>
          <a:xfrm>
            <a:off x="6660617" y="996890"/>
            <a:ext cx="47892" cy="81531"/>
          </a:xfrm>
          <a:prstGeom prst="rect">
            <a:avLst/>
          </a:prstGeom>
        </p:spPr>
      </p:pic>
      <p:pic>
        <p:nvPicPr>
          <p:cNvPr id="1870" name="Image 1867" descr="preencoded.png">    </p:cNvPr>
          <p:cNvPicPr>
            <a:picLocks noChangeAspect="1"/>
          </p:cNvPicPr>
          <p:nvPr/>
        </p:nvPicPr>
        <p:blipFill>
          <a:blip r:embed="rId1868"/>
          <a:stretch>
            <a:fillRect/>
          </a:stretch>
        </p:blipFill>
        <p:spPr>
          <a:xfrm>
            <a:off x="6619739" y="999220"/>
            <a:ext cx="20439" cy="79201"/>
          </a:xfrm>
          <a:prstGeom prst="rect">
            <a:avLst/>
          </a:prstGeom>
        </p:spPr>
      </p:pic>
      <p:pic>
        <p:nvPicPr>
          <p:cNvPr id="1871" name="Image 1868" descr="preencoded.png">    </p:cNvPr>
          <p:cNvPicPr>
            <a:picLocks noChangeAspect="1"/>
          </p:cNvPicPr>
          <p:nvPr/>
        </p:nvPicPr>
        <p:blipFill>
          <a:blip r:embed="rId1869"/>
          <a:stretch>
            <a:fillRect/>
          </a:stretch>
        </p:blipFill>
        <p:spPr>
          <a:xfrm>
            <a:off x="6619739" y="996384"/>
            <a:ext cx="20439" cy="74372"/>
          </a:xfrm>
          <a:prstGeom prst="rect">
            <a:avLst/>
          </a:prstGeom>
        </p:spPr>
      </p:pic>
      <p:pic>
        <p:nvPicPr>
          <p:cNvPr id="1872" name="Image 1869" descr="preencoded.png">    </p:cNvPr>
          <p:cNvPicPr>
            <a:picLocks noChangeAspect="1"/>
          </p:cNvPicPr>
          <p:nvPr/>
        </p:nvPicPr>
        <p:blipFill>
          <a:blip r:embed="rId1870"/>
          <a:stretch>
            <a:fillRect/>
          </a:stretch>
        </p:blipFill>
        <p:spPr>
          <a:xfrm>
            <a:off x="6719379" y="996384"/>
            <a:ext cx="20751" cy="82037"/>
          </a:xfrm>
          <a:prstGeom prst="rect">
            <a:avLst/>
          </a:prstGeom>
        </p:spPr>
      </p:pic>
      <p:pic>
        <p:nvPicPr>
          <p:cNvPr id="1873" name="Image 1870" descr="preencoded.png">    </p:cNvPr>
          <p:cNvPicPr>
            <a:picLocks noChangeAspect="1"/>
          </p:cNvPicPr>
          <p:nvPr/>
        </p:nvPicPr>
        <p:blipFill>
          <a:blip r:embed="rId1871"/>
          <a:stretch>
            <a:fillRect/>
          </a:stretch>
        </p:blipFill>
        <p:spPr>
          <a:xfrm>
            <a:off x="6530318" y="950677"/>
            <a:ext cx="352866" cy="145628"/>
          </a:xfrm>
          <a:prstGeom prst="rect">
            <a:avLst/>
          </a:prstGeom>
        </p:spPr>
      </p:pic>
      <p:pic>
        <p:nvPicPr>
          <p:cNvPr id="1874" name="Image 1871" descr="preencoded.png">    </p:cNvPr>
          <p:cNvPicPr>
            <a:picLocks noChangeAspect="1"/>
          </p:cNvPicPr>
          <p:nvPr/>
        </p:nvPicPr>
        <p:blipFill>
          <a:blip r:embed="rId1872"/>
          <a:stretch>
            <a:fillRect/>
          </a:stretch>
        </p:blipFill>
        <p:spPr>
          <a:xfrm>
            <a:off x="7539653" y="1013979"/>
            <a:ext cx="35619" cy="48801"/>
          </a:xfrm>
          <a:prstGeom prst="rect">
            <a:avLst/>
          </a:prstGeom>
        </p:spPr>
      </p:pic>
      <p:pic>
        <p:nvPicPr>
          <p:cNvPr id="1875" name="Image 1872" descr="preencoded.png">    </p:cNvPr>
          <p:cNvPicPr>
            <a:picLocks noChangeAspect="1"/>
          </p:cNvPicPr>
          <p:nvPr/>
        </p:nvPicPr>
        <p:blipFill>
          <a:blip r:embed="rId1873"/>
          <a:stretch>
            <a:fillRect/>
          </a:stretch>
        </p:blipFill>
        <p:spPr>
          <a:xfrm>
            <a:off x="7276504" y="1014515"/>
            <a:ext cx="35691" cy="47866"/>
          </a:xfrm>
          <a:prstGeom prst="rect">
            <a:avLst/>
          </a:prstGeom>
        </p:spPr>
      </p:pic>
      <p:pic>
        <p:nvPicPr>
          <p:cNvPr id="1876" name="Image 1873" descr="preencoded.png">    </p:cNvPr>
          <p:cNvPicPr>
            <a:picLocks noChangeAspect="1"/>
          </p:cNvPicPr>
          <p:nvPr/>
        </p:nvPicPr>
        <p:blipFill>
          <a:blip r:embed="rId1874"/>
          <a:stretch>
            <a:fillRect/>
          </a:stretch>
        </p:blipFill>
        <p:spPr>
          <a:xfrm>
            <a:off x="7254627" y="968103"/>
            <a:ext cx="77924" cy="111252"/>
          </a:xfrm>
          <a:prstGeom prst="rect">
            <a:avLst/>
          </a:prstGeom>
        </p:spPr>
      </p:pic>
      <p:pic>
        <p:nvPicPr>
          <p:cNvPr id="1877" name="Image 1874" descr="preencoded.png">    </p:cNvPr>
          <p:cNvPicPr>
            <a:picLocks noChangeAspect="1"/>
          </p:cNvPicPr>
          <p:nvPr/>
        </p:nvPicPr>
        <p:blipFill>
          <a:blip r:embed="rId1875"/>
          <a:stretch>
            <a:fillRect/>
          </a:stretch>
        </p:blipFill>
        <p:spPr>
          <a:xfrm>
            <a:off x="6857343" y="1042653"/>
            <a:ext cx="25562" cy="19461"/>
          </a:xfrm>
          <a:prstGeom prst="rect">
            <a:avLst/>
          </a:prstGeom>
        </p:spPr>
      </p:pic>
      <p:pic>
        <p:nvPicPr>
          <p:cNvPr id="1878" name="Image 1875" descr="preencoded.png">    </p:cNvPr>
          <p:cNvPicPr>
            <a:picLocks noChangeAspect="1"/>
          </p:cNvPicPr>
          <p:nvPr/>
        </p:nvPicPr>
        <p:blipFill>
          <a:blip r:embed="rId1876"/>
          <a:stretch>
            <a:fillRect/>
          </a:stretch>
        </p:blipFill>
        <p:spPr>
          <a:xfrm>
            <a:off x="6834335" y="996664"/>
            <a:ext cx="74105" cy="84164"/>
          </a:xfrm>
          <a:prstGeom prst="rect">
            <a:avLst/>
          </a:prstGeom>
        </p:spPr>
      </p:pic>
      <p:pic>
        <p:nvPicPr>
          <p:cNvPr id="1879" name="Image 1876" descr="preencoded.png">    </p:cNvPr>
          <p:cNvPicPr>
            <a:picLocks noChangeAspect="1"/>
          </p:cNvPicPr>
          <p:nvPr/>
        </p:nvPicPr>
        <p:blipFill>
          <a:blip r:embed="rId1877"/>
          <a:stretch>
            <a:fillRect/>
          </a:stretch>
        </p:blipFill>
        <p:spPr>
          <a:xfrm>
            <a:off x="7483289" y="999220"/>
            <a:ext cx="20439" cy="79201"/>
          </a:xfrm>
          <a:prstGeom prst="rect">
            <a:avLst/>
          </a:prstGeom>
        </p:spPr>
      </p:pic>
      <p:pic>
        <p:nvPicPr>
          <p:cNvPr id="1880" name="Image 1877" descr="preencoded.png">    </p:cNvPr>
          <p:cNvPicPr>
            <a:picLocks noChangeAspect="1"/>
          </p:cNvPicPr>
          <p:nvPr/>
        </p:nvPicPr>
        <p:blipFill>
          <a:blip r:embed="rId1878"/>
          <a:stretch>
            <a:fillRect/>
          </a:stretch>
        </p:blipFill>
        <p:spPr>
          <a:xfrm>
            <a:off x="7480624" y="996378"/>
            <a:ext cx="23104" cy="82043"/>
          </a:xfrm>
          <a:prstGeom prst="rect">
            <a:avLst/>
          </a:prstGeom>
        </p:spPr>
      </p:pic>
      <p:pic>
        <p:nvPicPr>
          <p:cNvPr id="1881" name="Image 1878" descr="preencoded.png">    </p:cNvPr>
          <p:cNvPicPr>
            <a:picLocks noChangeAspect="1"/>
          </p:cNvPicPr>
          <p:nvPr/>
        </p:nvPicPr>
        <p:blipFill>
          <a:blip r:embed="rId1879"/>
          <a:stretch>
            <a:fillRect/>
          </a:stretch>
        </p:blipFill>
        <p:spPr>
          <a:xfrm>
            <a:off x="7398977" y="953232"/>
            <a:ext cx="293812" cy="143073"/>
          </a:xfrm>
          <a:prstGeom prst="rect">
            <a:avLst/>
          </a:prstGeom>
        </p:spPr>
      </p:pic>
      <p:pic>
        <p:nvPicPr>
          <p:cNvPr id="1882" name="Image 1879" descr="preencoded.png">    </p:cNvPr>
          <p:cNvPicPr>
            <a:picLocks noChangeAspect="1"/>
          </p:cNvPicPr>
          <p:nvPr/>
        </p:nvPicPr>
        <p:blipFill>
          <a:blip r:embed="rId1880"/>
          <a:stretch>
            <a:fillRect/>
          </a:stretch>
        </p:blipFill>
        <p:spPr>
          <a:xfrm>
            <a:off x="6992751" y="968311"/>
            <a:ext cx="99640" cy="110411"/>
          </a:xfrm>
          <a:prstGeom prst="rect">
            <a:avLst/>
          </a:prstGeom>
        </p:spPr>
      </p:pic>
      <p:pic>
        <p:nvPicPr>
          <p:cNvPr id="1883" name="Image 1880" descr="preencoded.png">    </p:cNvPr>
          <p:cNvPicPr>
            <a:picLocks noChangeAspect="1"/>
          </p:cNvPicPr>
          <p:nvPr/>
        </p:nvPicPr>
        <p:blipFill>
          <a:blip r:embed="rId1881"/>
          <a:stretch>
            <a:fillRect/>
          </a:stretch>
        </p:blipFill>
        <p:spPr>
          <a:xfrm>
            <a:off x="7366224" y="1042653"/>
            <a:ext cx="27670" cy="19949"/>
          </a:xfrm>
          <a:prstGeom prst="rect">
            <a:avLst/>
          </a:prstGeom>
        </p:spPr>
      </p:pic>
      <p:pic>
        <p:nvPicPr>
          <p:cNvPr id="1884" name="Image 1881" descr="preencoded.png">    </p:cNvPr>
          <p:cNvPicPr>
            <a:picLocks noChangeAspect="1"/>
          </p:cNvPicPr>
          <p:nvPr/>
        </p:nvPicPr>
        <p:blipFill>
          <a:blip r:embed="rId1882"/>
          <a:stretch>
            <a:fillRect/>
          </a:stretch>
        </p:blipFill>
        <p:spPr>
          <a:xfrm>
            <a:off x="7613588" y="996604"/>
            <a:ext cx="71537" cy="81817"/>
          </a:xfrm>
          <a:prstGeom prst="rect">
            <a:avLst/>
          </a:prstGeom>
        </p:spPr>
      </p:pic>
      <p:pic>
        <p:nvPicPr>
          <p:cNvPr id="1885" name="Image 1882" descr="preencoded.png">    </p:cNvPr>
          <p:cNvPicPr>
            <a:picLocks noChangeAspect="1"/>
          </p:cNvPicPr>
          <p:nvPr/>
        </p:nvPicPr>
        <p:blipFill>
          <a:blip r:embed="rId1883"/>
          <a:stretch>
            <a:fillRect/>
          </a:stretch>
        </p:blipFill>
        <p:spPr>
          <a:xfrm>
            <a:off x="7519179" y="996973"/>
            <a:ext cx="79175" cy="84002"/>
          </a:xfrm>
          <a:prstGeom prst="rect">
            <a:avLst/>
          </a:prstGeom>
        </p:spPr>
      </p:pic>
      <p:pic>
        <p:nvPicPr>
          <p:cNvPr id="1886" name="Image 1883" descr="preencoded.png">    </p:cNvPr>
          <p:cNvPicPr>
            <a:picLocks noChangeAspect="1"/>
          </p:cNvPicPr>
          <p:nvPr/>
        </p:nvPicPr>
        <p:blipFill>
          <a:blip r:embed="rId1884"/>
          <a:stretch>
            <a:fillRect/>
          </a:stretch>
        </p:blipFill>
        <p:spPr>
          <a:xfrm>
            <a:off x="7345656" y="996506"/>
            <a:ext cx="71206" cy="84309"/>
          </a:xfrm>
          <a:prstGeom prst="rect">
            <a:avLst/>
          </a:prstGeom>
        </p:spPr>
      </p:pic>
      <p:pic>
        <p:nvPicPr>
          <p:cNvPr id="1887" name="Image 1884" descr="preencoded.png">    </p:cNvPr>
          <p:cNvPicPr>
            <a:picLocks noChangeAspect="1"/>
          </p:cNvPicPr>
          <p:nvPr/>
        </p:nvPicPr>
        <p:blipFill>
          <a:blip r:embed="rId1885"/>
          <a:stretch>
            <a:fillRect/>
          </a:stretch>
        </p:blipFill>
        <p:spPr>
          <a:xfrm>
            <a:off x="7210177" y="1366599"/>
            <a:ext cx="27643" cy="28441"/>
          </a:xfrm>
          <a:prstGeom prst="rect">
            <a:avLst/>
          </a:prstGeom>
        </p:spPr>
      </p:pic>
      <p:pic>
        <p:nvPicPr>
          <p:cNvPr id="1888" name="Image 1885" descr="preencoded.png">    </p:cNvPr>
          <p:cNvPicPr>
            <a:picLocks noChangeAspect="1"/>
          </p:cNvPicPr>
          <p:nvPr/>
        </p:nvPicPr>
        <p:blipFill>
          <a:blip r:embed="rId1886"/>
          <a:stretch>
            <a:fillRect/>
          </a:stretch>
        </p:blipFill>
        <p:spPr>
          <a:xfrm>
            <a:off x="7199530" y="1357667"/>
            <a:ext cx="47966" cy="46997"/>
          </a:xfrm>
          <a:prstGeom prst="rect">
            <a:avLst/>
          </a:prstGeom>
        </p:spPr>
      </p:pic>
      <p:pic>
        <p:nvPicPr>
          <p:cNvPr id="1889" name="Image 1886" descr="preencoded.png">    </p:cNvPr>
          <p:cNvPicPr>
            <a:picLocks noChangeAspect="1"/>
          </p:cNvPicPr>
          <p:nvPr/>
        </p:nvPicPr>
        <p:blipFill>
          <a:blip r:embed="rId1887"/>
          <a:stretch>
            <a:fillRect/>
          </a:stretch>
        </p:blipFill>
        <p:spPr>
          <a:xfrm>
            <a:off x="7322910" y="1371762"/>
            <a:ext cx="59521" cy="61614"/>
          </a:xfrm>
          <a:prstGeom prst="rect">
            <a:avLst/>
          </a:prstGeom>
        </p:spPr>
      </p:pic>
      <p:pic>
        <p:nvPicPr>
          <p:cNvPr id="1890" name="Image 1887" descr="preencoded.png">    </p:cNvPr>
          <p:cNvPicPr>
            <a:picLocks noChangeAspect="1"/>
          </p:cNvPicPr>
          <p:nvPr/>
        </p:nvPicPr>
        <p:blipFill>
          <a:blip r:embed="rId1888"/>
          <a:stretch>
            <a:fillRect/>
          </a:stretch>
        </p:blipFill>
        <p:spPr>
          <a:xfrm>
            <a:off x="7311960" y="1361762"/>
            <a:ext cx="81729" cy="80550"/>
          </a:xfrm>
          <a:prstGeom prst="rect">
            <a:avLst/>
          </a:prstGeom>
        </p:spPr>
      </p:pic>
      <p:pic>
        <p:nvPicPr>
          <p:cNvPr id="1891" name="Image 1888" descr="preencoded.png">    </p:cNvPr>
          <p:cNvPicPr>
            <a:picLocks noChangeAspect="1"/>
          </p:cNvPicPr>
          <p:nvPr/>
        </p:nvPicPr>
        <p:blipFill>
          <a:blip r:embed="rId1889"/>
          <a:stretch>
            <a:fillRect/>
          </a:stretch>
        </p:blipFill>
        <p:spPr>
          <a:xfrm>
            <a:off x="6359141" y="932793"/>
            <a:ext cx="1793691" cy="1182911"/>
          </a:xfrm>
          <a:prstGeom prst="rect">
            <a:avLst/>
          </a:prstGeom>
        </p:spPr>
      </p:pic>
      <p:pic>
        <p:nvPicPr>
          <p:cNvPr id="1892" name="Image 1889" descr="preencoded.png">    </p:cNvPr>
          <p:cNvPicPr>
            <a:picLocks noChangeAspect="1"/>
          </p:cNvPicPr>
          <p:nvPr/>
        </p:nvPicPr>
        <p:blipFill>
          <a:blip r:embed="rId1890"/>
          <a:stretch>
            <a:fillRect/>
          </a:stretch>
        </p:blipFill>
        <p:spPr>
          <a:xfrm>
            <a:off x="5066370" y="1448879"/>
            <a:ext cx="74091" cy="111699"/>
          </a:xfrm>
          <a:prstGeom prst="rect">
            <a:avLst/>
          </a:prstGeom>
        </p:spPr>
      </p:pic>
      <p:pic>
        <p:nvPicPr>
          <p:cNvPr id="1893" name="Image 1890" descr="preencoded.png">    </p:cNvPr>
          <p:cNvPicPr>
            <a:picLocks noChangeAspect="1"/>
          </p:cNvPicPr>
          <p:nvPr/>
        </p:nvPicPr>
        <p:blipFill>
          <a:blip r:embed="rId1891"/>
          <a:stretch>
            <a:fillRect/>
          </a:stretch>
        </p:blipFill>
        <p:spPr>
          <a:xfrm>
            <a:off x="4172160" y="1497315"/>
            <a:ext cx="58762" cy="38430"/>
          </a:xfrm>
          <a:prstGeom prst="rect">
            <a:avLst/>
          </a:prstGeom>
        </p:spPr>
      </p:pic>
      <p:pic>
        <p:nvPicPr>
          <p:cNvPr id="1894" name="Image 1891" descr="preencoded.png">    </p:cNvPr>
          <p:cNvPicPr>
            <a:picLocks noChangeAspect="1"/>
          </p:cNvPicPr>
          <p:nvPr/>
        </p:nvPicPr>
        <p:blipFill>
          <a:blip r:embed="rId1892"/>
          <a:stretch>
            <a:fillRect/>
          </a:stretch>
        </p:blipFill>
        <p:spPr>
          <a:xfrm>
            <a:off x="4351003" y="1487202"/>
            <a:ext cx="20439" cy="17884"/>
          </a:xfrm>
          <a:prstGeom prst="rect">
            <a:avLst/>
          </a:prstGeom>
        </p:spPr>
      </p:pic>
      <p:pic>
        <p:nvPicPr>
          <p:cNvPr id="1895" name="Image 1892" descr="preencoded.png">    </p:cNvPr>
          <p:cNvPicPr>
            <a:picLocks noChangeAspect="1"/>
          </p:cNvPicPr>
          <p:nvPr/>
        </p:nvPicPr>
        <p:blipFill>
          <a:blip r:embed="rId1893"/>
          <a:stretch>
            <a:fillRect/>
          </a:stretch>
        </p:blipFill>
        <p:spPr>
          <a:xfrm>
            <a:off x="4320344" y="1459203"/>
            <a:ext cx="148183" cy="99445"/>
          </a:xfrm>
          <a:prstGeom prst="rect">
            <a:avLst/>
          </a:prstGeom>
        </p:spPr>
      </p:pic>
      <p:pic>
        <p:nvPicPr>
          <p:cNvPr id="1896" name="Image 1893" descr="preencoded.png">    </p:cNvPr>
          <p:cNvPicPr>
            <a:picLocks noChangeAspect="1"/>
          </p:cNvPicPr>
          <p:nvPr/>
        </p:nvPicPr>
        <p:blipFill>
          <a:blip r:embed="rId1894"/>
          <a:stretch>
            <a:fillRect/>
          </a:stretch>
        </p:blipFill>
        <p:spPr>
          <a:xfrm>
            <a:off x="4885938" y="1507641"/>
            <a:ext cx="32249" cy="28104"/>
          </a:xfrm>
          <a:prstGeom prst="rect">
            <a:avLst/>
          </a:prstGeom>
        </p:spPr>
      </p:pic>
      <p:pic>
        <p:nvPicPr>
          <p:cNvPr id="1897" name="Image 1894" descr="preencoded.png">    </p:cNvPr>
          <p:cNvPicPr>
            <a:picLocks noChangeAspect="1"/>
          </p:cNvPicPr>
          <p:nvPr/>
        </p:nvPicPr>
        <p:blipFill>
          <a:blip r:embed="rId1895"/>
          <a:stretch>
            <a:fillRect/>
          </a:stretch>
        </p:blipFill>
        <p:spPr>
          <a:xfrm>
            <a:off x="4202709" y="1511445"/>
            <a:ext cx="56318" cy="34520"/>
          </a:xfrm>
          <a:prstGeom prst="rect">
            <a:avLst/>
          </a:prstGeom>
        </p:spPr>
      </p:pic>
      <p:pic>
        <p:nvPicPr>
          <p:cNvPr id="1898" name="Image 1895" descr="preencoded.png">    </p:cNvPr>
          <p:cNvPicPr>
            <a:picLocks noChangeAspect="1"/>
          </p:cNvPicPr>
          <p:nvPr/>
        </p:nvPicPr>
        <p:blipFill>
          <a:blip r:embed="rId1896"/>
          <a:stretch>
            <a:fillRect/>
          </a:stretch>
        </p:blipFill>
        <p:spPr>
          <a:xfrm>
            <a:off x="4113399" y="1512751"/>
            <a:ext cx="93118" cy="97243"/>
          </a:xfrm>
          <a:prstGeom prst="rect">
            <a:avLst/>
          </a:prstGeom>
        </p:spPr>
      </p:pic>
      <p:pic>
        <p:nvPicPr>
          <p:cNvPr id="1899" name="Image 1896" descr="preencoded.png">    </p:cNvPr>
          <p:cNvPicPr>
            <a:picLocks noChangeAspect="1"/>
          </p:cNvPicPr>
          <p:nvPr/>
        </p:nvPicPr>
        <p:blipFill>
          <a:blip r:embed="rId1897"/>
          <a:stretch>
            <a:fillRect/>
          </a:stretch>
        </p:blipFill>
        <p:spPr>
          <a:xfrm>
            <a:off x="7130552" y="1459292"/>
            <a:ext cx="69533" cy="66237"/>
          </a:xfrm>
          <a:prstGeom prst="rect">
            <a:avLst/>
          </a:prstGeom>
        </p:spPr>
      </p:pic>
      <p:pic>
        <p:nvPicPr>
          <p:cNvPr id="1900" name="Image 1897" descr="preencoded.png">    </p:cNvPr>
          <p:cNvPicPr>
            <a:picLocks noChangeAspect="1"/>
          </p:cNvPicPr>
          <p:nvPr/>
        </p:nvPicPr>
        <p:blipFill>
          <a:blip r:embed="rId1898"/>
          <a:stretch>
            <a:fillRect/>
          </a:stretch>
        </p:blipFill>
        <p:spPr>
          <a:xfrm>
            <a:off x="4739200" y="1510196"/>
            <a:ext cx="18029" cy="17914"/>
          </a:xfrm>
          <a:prstGeom prst="rect">
            <a:avLst/>
          </a:prstGeom>
        </p:spPr>
      </p:pic>
      <p:pic>
        <p:nvPicPr>
          <p:cNvPr id="1901" name="Image 1898" descr="preencoded.png">    </p:cNvPr>
          <p:cNvPicPr>
            <a:picLocks noChangeAspect="1"/>
          </p:cNvPicPr>
          <p:nvPr/>
        </p:nvPicPr>
        <p:blipFill>
          <a:blip r:embed="rId1899"/>
          <a:stretch>
            <a:fillRect/>
          </a:stretch>
        </p:blipFill>
        <p:spPr>
          <a:xfrm>
            <a:off x="4455752" y="1492312"/>
            <a:ext cx="70725" cy="58908"/>
          </a:xfrm>
          <a:prstGeom prst="rect">
            <a:avLst/>
          </a:prstGeom>
        </p:spPr>
      </p:pic>
      <p:pic>
        <p:nvPicPr>
          <p:cNvPr id="1902" name="Image 1899" descr="preencoded.png">    </p:cNvPr>
          <p:cNvPicPr>
            <a:picLocks noChangeAspect="1"/>
          </p:cNvPicPr>
          <p:nvPr/>
        </p:nvPicPr>
        <p:blipFill>
          <a:blip r:embed="rId1900"/>
          <a:stretch>
            <a:fillRect/>
          </a:stretch>
        </p:blipFill>
        <p:spPr>
          <a:xfrm>
            <a:off x="1857437" y="1499977"/>
            <a:ext cx="45988" cy="28104"/>
          </a:xfrm>
          <a:prstGeom prst="rect">
            <a:avLst/>
          </a:prstGeom>
        </p:spPr>
      </p:pic>
      <p:pic>
        <p:nvPicPr>
          <p:cNvPr id="1903" name="Image 1900" descr="preencoded.png">    </p:cNvPr>
          <p:cNvPicPr>
            <a:picLocks noChangeAspect="1"/>
          </p:cNvPicPr>
          <p:nvPr/>
        </p:nvPicPr>
        <p:blipFill>
          <a:blip r:embed="rId1901"/>
          <a:stretch>
            <a:fillRect/>
          </a:stretch>
        </p:blipFill>
        <p:spPr>
          <a:xfrm>
            <a:off x="6295679" y="1482092"/>
            <a:ext cx="68163" cy="58762"/>
          </a:xfrm>
          <a:prstGeom prst="rect">
            <a:avLst/>
          </a:prstGeom>
        </p:spPr>
      </p:pic>
      <p:pic>
        <p:nvPicPr>
          <p:cNvPr id="1904" name="Image 1901" descr="preencoded.png">    </p:cNvPr>
          <p:cNvPicPr>
            <a:picLocks noChangeAspect="1"/>
          </p:cNvPicPr>
          <p:nvPr/>
        </p:nvPicPr>
        <p:blipFill>
          <a:blip r:embed="rId1902"/>
          <a:stretch>
            <a:fillRect/>
          </a:stretch>
        </p:blipFill>
        <p:spPr>
          <a:xfrm>
            <a:off x="4703577" y="1474428"/>
            <a:ext cx="33515" cy="40878"/>
          </a:xfrm>
          <a:prstGeom prst="rect">
            <a:avLst/>
          </a:prstGeom>
        </p:spPr>
      </p:pic>
      <p:pic>
        <p:nvPicPr>
          <p:cNvPr id="1905" name="Image 1902" descr="preencoded.png">    </p:cNvPr>
          <p:cNvPicPr>
            <a:picLocks noChangeAspect="1"/>
          </p:cNvPicPr>
          <p:nvPr/>
        </p:nvPicPr>
        <p:blipFill>
          <a:blip r:embed="rId1903"/>
          <a:stretch>
            <a:fillRect/>
          </a:stretch>
        </p:blipFill>
        <p:spPr>
          <a:xfrm>
            <a:off x="4762065" y="1489600"/>
            <a:ext cx="97359" cy="33370"/>
          </a:xfrm>
          <a:prstGeom prst="rect">
            <a:avLst/>
          </a:prstGeom>
        </p:spPr>
      </p:pic>
      <p:pic>
        <p:nvPicPr>
          <p:cNvPr id="1906" name="Image 1903" descr="preencoded.png">    </p:cNvPr>
          <p:cNvPicPr>
            <a:picLocks noChangeAspect="1"/>
          </p:cNvPicPr>
          <p:nvPr/>
        </p:nvPicPr>
        <p:blipFill>
          <a:blip r:embed="rId1904"/>
          <a:stretch>
            <a:fillRect/>
          </a:stretch>
        </p:blipFill>
        <p:spPr>
          <a:xfrm>
            <a:off x="4028919" y="1464208"/>
            <a:ext cx="92144" cy="84311"/>
          </a:xfrm>
          <a:prstGeom prst="rect">
            <a:avLst/>
          </a:prstGeom>
        </p:spPr>
      </p:pic>
      <p:pic>
        <p:nvPicPr>
          <p:cNvPr id="1907" name="Image 1904" descr="preencoded.png">    </p:cNvPr>
          <p:cNvPicPr>
            <a:picLocks noChangeAspect="1"/>
          </p:cNvPicPr>
          <p:nvPr/>
        </p:nvPicPr>
        <p:blipFill>
          <a:blip r:embed="rId1905"/>
          <a:stretch>
            <a:fillRect/>
          </a:stretch>
        </p:blipFill>
        <p:spPr>
          <a:xfrm>
            <a:off x="7327441" y="1487202"/>
            <a:ext cx="35768" cy="36078"/>
          </a:xfrm>
          <a:prstGeom prst="rect">
            <a:avLst/>
          </a:prstGeom>
        </p:spPr>
      </p:pic>
      <p:pic>
        <p:nvPicPr>
          <p:cNvPr id="1908" name="Image 1905" descr="preencoded.png">    </p:cNvPr>
          <p:cNvPicPr>
            <a:picLocks noChangeAspect="1"/>
          </p:cNvPicPr>
          <p:nvPr/>
        </p:nvPicPr>
        <p:blipFill>
          <a:blip r:embed="rId1906"/>
          <a:stretch>
            <a:fillRect/>
          </a:stretch>
        </p:blipFill>
        <p:spPr>
          <a:xfrm>
            <a:off x="5209444" y="1497422"/>
            <a:ext cx="43433" cy="53653"/>
          </a:xfrm>
          <a:prstGeom prst="rect">
            <a:avLst/>
          </a:prstGeom>
        </p:spPr>
      </p:pic>
      <p:pic>
        <p:nvPicPr>
          <p:cNvPr id="1909" name="Image 1906" descr="preencoded.png">    </p:cNvPr>
          <p:cNvPicPr>
            <a:picLocks noChangeAspect="1"/>
          </p:cNvPicPr>
          <p:nvPr/>
        </p:nvPicPr>
        <p:blipFill>
          <a:blip r:embed="rId1907"/>
          <a:stretch>
            <a:fillRect/>
          </a:stretch>
        </p:blipFill>
        <p:spPr>
          <a:xfrm>
            <a:off x="7232911" y="1469318"/>
            <a:ext cx="178778" cy="91976"/>
          </a:xfrm>
          <a:prstGeom prst="rect">
            <a:avLst/>
          </a:prstGeom>
        </p:spPr>
      </p:pic>
      <p:pic>
        <p:nvPicPr>
          <p:cNvPr id="1910" name="Image 1907" descr="preencoded.png">    </p:cNvPr>
          <p:cNvPicPr>
            <a:picLocks noChangeAspect="1"/>
          </p:cNvPicPr>
          <p:nvPr/>
        </p:nvPicPr>
        <p:blipFill>
          <a:blip r:embed="rId1908"/>
          <a:stretch>
            <a:fillRect/>
          </a:stretch>
        </p:blipFill>
        <p:spPr>
          <a:xfrm>
            <a:off x="7135825" y="1466763"/>
            <a:ext cx="58762" cy="61624"/>
          </a:xfrm>
          <a:prstGeom prst="rect">
            <a:avLst/>
          </a:prstGeom>
        </p:spPr>
      </p:pic>
      <p:pic>
        <p:nvPicPr>
          <p:cNvPr id="1911" name="Image 1908" descr="preencoded.png">    </p:cNvPr>
          <p:cNvPicPr>
            <a:picLocks noChangeAspect="1"/>
          </p:cNvPicPr>
          <p:nvPr/>
        </p:nvPicPr>
        <p:blipFill>
          <a:blip r:embed="rId1909"/>
          <a:stretch>
            <a:fillRect/>
          </a:stretch>
        </p:blipFill>
        <p:spPr>
          <a:xfrm>
            <a:off x="4638427" y="1476983"/>
            <a:ext cx="65150" cy="43433"/>
          </a:xfrm>
          <a:prstGeom prst="rect">
            <a:avLst/>
          </a:prstGeom>
        </p:spPr>
      </p:pic>
      <p:pic>
        <p:nvPicPr>
          <p:cNvPr id="1912" name="Image 1909" descr="preencoded.png">    </p:cNvPr>
          <p:cNvPicPr>
            <a:picLocks noChangeAspect="1"/>
          </p:cNvPicPr>
          <p:nvPr/>
        </p:nvPicPr>
        <p:blipFill>
          <a:blip r:embed="rId1910"/>
          <a:stretch>
            <a:fillRect/>
          </a:stretch>
        </p:blipFill>
        <p:spPr>
          <a:xfrm>
            <a:off x="4241142" y="1484647"/>
            <a:ext cx="28110" cy="25131"/>
          </a:xfrm>
          <a:prstGeom prst="rect">
            <a:avLst/>
          </a:prstGeom>
        </p:spPr>
      </p:pic>
      <p:pic>
        <p:nvPicPr>
          <p:cNvPr id="1913" name="Image 1910" descr="preencoded.png">    </p:cNvPr>
          <p:cNvPicPr>
            <a:picLocks noChangeAspect="1"/>
          </p:cNvPicPr>
          <p:nvPr/>
        </p:nvPicPr>
        <p:blipFill>
          <a:blip r:embed="rId1911"/>
          <a:stretch>
            <a:fillRect/>
          </a:stretch>
        </p:blipFill>
        <p:spPr>
          <a:xfrm>
            <a:off x="4029088" y="1453989"/>
            <a:ext cx="99640" cy="76646"/>
          </a:xfrm>
          <a:prstGeom prst="rect">
            <a:avLst/>
          </a:prstGeom>
        </p:spPr>
      </p:pic>
      <p:pic>
        <p:nvPicPr>
          <p:cNvPr id="1914" name="Image 1911" descr="preencoded.png">    </p:cNvPr>
          <p:cNvPicPr>
            <a:picLocks noChangeAspect="1"/>
          </p:cNvPicPr>
          <p:nvPr/>
        </p:nvPicPr>
        <p:blipFill>
          <a:blip r:embed="rId1912"/>
          <a:stretch>
            <a:fillRect/>
          </a:stretch>
        </p:blipFill>
        <p:spPr>
          <a:xfrm>
            <a:off x="4220704" y="1474428"/>
            <a:ext cx="38323" cy="29446"/>
          </a:xfrm>
          <a:prstGeom prst="rect">
            <a:avLst/>
          </a:prstGeom>
        </p:spPr>
      </p:pic>
      <p:pic>
        <p:nvPicPr>
          <p:cNvPr id="1915" name="Image 1912" descr="preencoded.png">    </p:cNvPr>
          <p:cNvPicPr>
            <a:picLocks noChangeAspect="1"/>
          </p:cNvPicPr>
          <p:nvPr/>
        </p:nvPicPr>
        <p:blipFill>
          <a:blip r:embed="rId1913"/>
          <a:stretch>
            <a:fillRect/>
          </a:stretch>
        </p:blipFill>
        <p:spPr>
          <a:xfrm>
            <a:off x="1867635" y="1443769"/>
            <a:ext cx="145650" cy="122634"/>
          </a:xfrm>
          <a:prstGeom prst="rect">
            <a:avLst/>
          </a:prstGeom>
        </p:spPr>
      </p:pic>
      <p:pic>
        <p:nvPicPr>
          <p:cNvPr id="1916" name="Image 1913" descr="preencoded.png">    </p:cNvPr>
          <p:cNvPicPr>
            <a:picLocks noChangeAspect="1"/>
          </p:cNvPicPr>
          <p:nvPr/>
        </p:nvPicPr>
        <p:blipFill>
          <a:blip r:embed="rId1914"/>
          <a:stretch>
            <a:fillRect/>
          </a:stretch>
        </p:blipFill>
        <p:spPr>
          <a:xfrm>
            <a:off x="4833876" y="1448879"/>
            <a:ext cx="58762" cy="61317"/>
          </a:xfrm>
          <a:prstGeom prst="rect">
            <a:avLst/>
          </a:prstGeom>
        </p:spPr>
      </p:pic>
      <p:pic>
        <p:nvPicPr>
          <p:cNvPr id="1917" name="Image 1914" descr="preencoded.png">    </p:cNvPr>
          <p:cNvPicPr>
            <a:picLocks noChangeAspect="1"/>
          </p:cNvPicPr>
          <p:nvPr/>
        </p:nvPicPr>
        <p:blipFill>
          <a:blip r:embed="rId1915"/>
          <a:stretch>
            <a:fillRect/>
          </a:stretch>
        </p:blipFill>
        <p:spPr>
          <a:xfrm>
            <a:off x="1686260" y="1372233"/>
            <a:ext cx="214090" cy="165081"/>
          </a:xfrm>
          <a:prstGeom prst="rect">
            <a:avLst/>
          </a:prstGeom>
        </p:spPr>
      </p:pic>
      <p:pic>
        <p:nvPicPr>
          <p:cNvPr id="1918" name="Image 1915" descr="preencoded.png">    </p:cNvPr>
          <p:cNvPicPr>
            <a:picLocks noChangeAspect="1"/>
          </p:cNvPicPr>
          <p:nvPr/>
        </p:nvPicPr>
        <p:blipFill>
          <a:blip r:embed="rId1916"/>
          <a:stretch>
            <a:fillRect/>
          </a:stretch>
        </p:blipFill>
        <p:spPr>
          <a:xfrm>
            <a:off x="4759784" y="1471714"/>
            <a:ext cx="91976" cy="30818"/>
          </a:xfrm>
          <a:prstGeom prst="rect">
            <a:avLst/>
          </a:prstGeom>
        </p:spPr>
      </p:pic>
      <p:pic>
        <p:nvPicPr>
          <p:cNvPr id="1919" name="Image 1916" descr="preencoded.png">    </p:cNvPr>
          <p:cNvPicPr>
            <a:picLocks noChangeAspect="1"/>
          </p:cNvPicPr>
          <p:nvPr/>
        </p:nvPicPr>
        <p:blipFill>
          <a:blip r:embed="rId1917"/>
          <a:stretch>
            <a:fillRect/>
          </a:stretch>
        </p:blipFill>
        <p:spPr>
          <a:xfrm>
            <a:off x="6287758" y="1474428"/>
            <a:ext cx="81449" cy="40878"/>
          </a:xfrm>
          <a:prstGeom prst="rect">
            <a:avLst/>
          </a:prstGeom>
        </p:spPr>
      </p:pic>
      <p:pic>
        <p:nvPicPr>
          <p:cNvPr id="1920" name="Image 1917" descr="preencoded.png">    </p:cNvPr>
          <p:cNvPicPr>
            <a:picLocks noChangeAspect="1"/>
          </p:cNvPicPr>
          <p:nvPr/>
        </p:nvPicPr>
        <p:blipFill>
          <a:blip r:embed="rId1918"/>
          <a:stretch>
            <a:fillRect/>
          </a:stretch>
        </p:blipFill>
        <p:spPr>
          <a:xfrm>
            <a:off x="6142773" y="1468595"/>
            <a:ext cx="32416" cy="31382"/>
          </a:xfrm>
          <a:prstGeom prst="rect">
            <a:avLst/>
          </a:prstGeom>
        </p:spPr>
      </p:pic>
      <p:pic>
        <p:nvPicPr>
          <p:cNvPr id="1921" name="Image 1918" descr="preencoded.png">    </p:cNvPr>
          <p:cNvPicPr>
            <a:picLocks noChangeAspect="1"/>
          </p:cNvPicPr>
          <p:nvPr/>
        </p:nvPicPr>
        <p:blipFill>
          <a:blip r:embed="rId1919"/>
          <a:stretch>
            <a:fillRect/>
          </a:stretch>
        </p:blipFill>
        <p:spPr>
          <a:xfrm>
            <a:off x="5160900" y="1441102"/>
            <a:ext cx="48543" cy="56320"/>
          </a:xfrm>
          <a:prstGeom prst="rect">
            <a:avLst/>
          </a:prstGeom>
        </p:spPr>
      </p:pic>
      <p:pic>
        <p:nvPicPr>
          <p:cNvPr id="1922" name="Image 1919" descr="preencoded.png">    </p:cNvPr>
          <p:cNvPicPr>
            <a:picLocks noChangeAspect="1"/>
          </p:cNvPicPr>
          <p:nvPr/>
        </p:nvPicPr>
        <p:blipFill>
          <a:blip r:embed="rId1920"/>
          <a:stretch>
            <a:fillRect/>
          </a:stretch>
        </p:blipFill>
        <p:spPr>
          <a:xfrm>
            <a:off x="6428123" y="1479379"/>
            <a:ext cx="114970" cy="58921"/>
          </a:xfrm>
          <a:prstGeom prst="rect">
            <a:avLst/>
          </a:prstGeom>
        </p:spPr>
      </p:pic>
      <p:pic>
        <p:nvPicPr>
          <p:cNvPr id="1923" name="Image 1920" descr="preencoded.png">    </p:cNvPr>
          <p:cNvPicPr>
            <a:picLocks noChangeAspect="1"/>
          </p:cNvPicPr>
          <p:nvPr/>
        </p:nvPicPr>
        <p:blipFill>
          <a:blip r:embed="rId1921"/>
          <a:stretch>
            <a:fillRect/>
          </a:stretch>
        </p:blipFill>
        <p:spPr>
          <a:xfrm>
            <a:off x="4544567" y="1428427"/>
            <a:ext cx="81489" cy="82235"/>
          </a:xfrm>
          <a:prstGeom prst="rect">
            <a:avLst/>
          </a:prstGeom>
        </p:spPr>
      </p:pic>
      <p:pic>
        <p:nvPicPr>
          <p:cNvPr id="1924" name="Image 1921" descr="preencoded.png">    </p:cNvPr>
          <p:cNvPicPr>
            <a:picLocks noChangeAspect="1"/>
          </p:cNvPicPr>
          <p:nvPr/>
        </p:nvPicPr>
        <p:blipFill>
          <a:blip r:embed="rId1922"/>
          <a:stretch>
            <a:fillRect/>
          </a:stretch>
        </p:blipFill>
        <p:spPr>
          <a:xfrm>
            <a:off x="4422539" y="1461654"/>
            <a:ext cx="97085" cy="43433"/>
          </a:xfrm>
          <a:prstGeom prst="rect">
            <a:avLst/>
          </a:prstGeom>
        </p:spPr>
      </p:pic>
      <p:pic>
        <p:nvPicPr>
          <p:cNvPr id="1925" name="Image 1922" descr="preencoded.png">    </p:cNvPr>
          <p:cNvPicPr>
            <a:picLocks noChangeAspect="1"/>
          </p:cNvPicPr>
          <p:nvPr/>
        </p:nvPicPr>
        <p:blipFill>
          <a:blip r:embed="rId1923"/>
          <a:stretch>
            <a:fillRect/>
          </a:stretch>
        </p:blipFill>
        <p:spPr>
          <a:xfrm>
            <a:off x="4036752" y="1446324"/>
            <a:ext cx="166067" cy="43433"/>
          </a:xfrm>
          <a:prstGeom prst="rect">
            <a:avLst/>
          </a:prstGeom>
        </p:spPr>
      </p:pic>
      <p:pic>
        <p:nvPicPr>
          <p:cNvPr id="1926" name="Image 1923" descr="preencoded.png">    </p:cNvPr>
          <p:cNvPicPr>
            <a:picLocks noChangeAspect="1"/>
          </p:cNvPicPr>
          <p:nvPr/>
        </p:nvPicPr>
        <p:blipFill>
          <a:blip r:embed="rId1924"/>
          <a:stretch>
            <a:fillRect/>
          </a:stretch>
        </p:blipFill>
        <p:spPr>
          <a:xfrm>
            <a:off x="4414785" y="1328799"/>
            <a:ext cx="53742" cy="76646"/>
          </a:xfrm>
          <a:prstGeom prst="rect">
            <a:avLst/>
          </a:prstGeom>
        </p:spPr>
      </p:pic>
      <p:pic>
        <p:nvPicPr>
          <p:cNvPr id="1927" name="Image 1924" descr="preencoded.png">    </p:cNvPr>
          <p:cNvPicPr>
            <a:picLocks noChangeAspect="1"/>
          </p:cNvPicPr>
          <p:nvPr/>
        </p:nvPicPr>
        <p:blipFill>
          <a:blip r:embed="rId1925"/>
          <a:stretch>
            <a:fillRect/>
          </a:stretch>
        </p:blipFill>
        <p:spPr>
          <a:xfrm>
            <a:off x="4593716" y="1328799"/>
            <a:ext cx="91976" cy="34549"/>
          </a:xfrm>
          <a:prstGeom prst="rect">
            <a:avLst/>
          </a:prstGeom>
        </p:spPr>
      </p:pic>
      <p:pic>
        <p:nvPicPr>
          <p:cNvPr id="1928" name="Image 1925" descr="preencoded.png">    </p:cNvPr>
          <p:cNvPicPr>
            <a:picLocks noChangeAspect="1"/>
          </p:cNvPicPr>
          <p:nvPr/>
        </p:nvPicPr>
        <p:blipFill>
          <a:blip r:embed="rId1926"/>
          <a:stretch>
            <a:fillRect/>
          </a:stretch>
        </p:blipFill>
        <p:spPr>
          <a:xfrm>
            <a:off x="4662698" y="1351793"/>
            <a:ext cx="35768" cy="35169"/>
          </a:xfrm>
          <a:prstGeom prst="rect">
            <a:avLst/>
          </a:prstGeom>
        </p:spPr>
      </p:pic>
      <p:pic>
        <p:nvPicPr>
          <p:cNvPr id="1929" name="Image 1926" descr="preencoded.png">    </p:cNvPr>
          <p:cNvPicPr>
            <a:picLocks noChangeAspect="1"/>
          </p:cNvPicPr>
          <p:nvPr/>
        </p:nvPicPr>
        <p:blipFill>
          <a:blip r:embed="rId1927"/>
          <a:stretch>
            <a:fillRect/>
          </a:stretch>
        </p:blipFill>
        <p:spPr>
          <a:xfrm>
            <a:off x="4506850" y="1356903"/>
            <a:ext cx="99640" cy="51098"/>
          </a:xfrm>
          <a:prstGeom prst="rect">
            <a:avLst/>
          </a:prstGeom>
        </p:spPr>
      </p:pic>
      <p:pic>
        <p:nvPicPr>
          <p:cNvPr id="1930" name="Image 1927" descr="preencoded.png">    </p:cNvPr>
          <p:cNvPicPr>
            <a:picLocks noChangeAspect="1"/>
          </p:cNvPicPr>
          <p:nvPr/>
        </p:nvPicPr>
        <p:blipFill>
          <a:blip r:embed="rId1928"/>
          <a:stretch>
            <a:fillRect/>
          </a:stretch>
        </p:blipFill>
        <p:spPr>
          <a:xfrm>
            <a:off x="4393159" y="1336464"/>
            <a:ext cx="17955" cy="79201"/>
          </a:xfrm>
          <a:prstGeom prst="rect">
            <a:avLst/>
          </a:prstGeom>
        </p:spPr>
      </p:pic>
      <p:pic>
        <p:nvPicPr>
          <p:cNvPr id="1931" name="Image 1928" descr="preencoded.png">    </p:cNvPr>
          <p:cNvPicPr>
            <a:picLocks noChangeAspect="1"/>
          </p:cNvPicPr>
          <p:nvPr/>
        </p:nvPicPr>
        <p:blipFill>
          <a:blip r:embed="rId1929"/>
          <a:stretch>
            <a:fillRect/>
          </a:stretch>
        </p:blipFill>
        <p:spPr>
          <a:xfrm>
            <a:off x="4675473" y="1354348"/>
            <a:ext cx="30659" cy="37700"/>
          </a:xfrm>
          <a:prstGeom prst="rect">
            <a:avLst/>
          </a:prstGeom>
        </p:spPr>
      </p:pic>
      <p:pic>
        <p:nvPicPr>
          <p:cNvPr id="1932" name="Image 1929" descr="preencoded.png">    </p:cNvPr>
          <p:cNvPicPr>
            <a:picLocks noChangeAspect="1"/>
          </p:cNvPicPr>
          <p:nvPr/>
        </p:nvPicPr>
        <p:blipFill>
          <a:blip r:embed="rId1930"/>
          <a:stretch>
            <a:fillRect/>
          </a:stretch>
        </p:blipFill>
        <p:spPr>
          <a:xfrm>
            <a:off x="4721461" y="1364568"/>
            <a:ext cx="21738" cy="51098"/>
          </a:xfrm>
          <a:prstGeom prst="rect">
            <a:avLst/>
          </a:prstGeom>
        </p:spPr>
      </p:pic>
      <p:pic>
        <p:nvPicPr>
          <p:cNvPr id="1933" name="Image 1930" descr="preencoded.png">    </p:cNvPr>
          <p:cNvPicPr>
            <a:picLocks noChangeAspect="1"/>
          </p:cNvPicPr>
          <p:nvPr/>
        </p:nvPicPr>
        <p:blipFill>
          <a:blip r:embed="rId1931"/>
          <a:stretch>
            <a:fillRect/>
          </a:stretch>
        </p:blipFill>
        <p:spPr>
          <a:xfrm>
            <a:off x="4476192" y="1384897"/>
            <a:ext cx="43433" cy="38434"/>
          </a:xfrm>
          <a:prstGeom prst="rect">
            <a:avLst/>
          </a:prstGeom>
        </p:spPr>
      </p:pic>
      <p:pic>
        <p:nvPicPr>
          <p:cNvPr id="1934" name="Image 1931" descr="preencoded.png">    </p:cNvPr>
          <p:cNvPicPr>
            <a:picLocks noChangeAspect="1"/>
          </p:cNvPicPr>
          <p:nvPr/>
        </p:nvPicPr>
        <p:blipFill>
          <a:blip r:embed="rId1932"/>
          <a:stretch>
            <a:fillRect/>
          </a:stretch>
        </p:blipFill>
        <p:spPr>
          <a:xfrm>
            <a:off x="4529844" y="1369678"/>
            <a:ext cx="125189" cy="66427"/>
          </a:xfrm>
          <a:prstGeom prst="rect">
            <a:avLst/>
          </a:prstGeom>
        </p:spPr>
      </p:pic>
      <p:pic>
        <p:nvPicPr>
          <p:cNvPr id="1935" name="Image 1932" descr="preencoded.png">    </p:cNvPr>
          <p:cNvPicPr>
            <a:picLocks noChangeAspect="1"/>
          </p:cNvPicPr>
          <p:nvPr/>
        </p:nvPicPr>
        <p:blipFill>
          <a:blip r:embed="rId1933"/>
          <a:stretch>
            <a:fillRect/>
          </a:stretch>
        </p:blipFill>
        <p:spPr>
          <a:xfrm>
            <a:off x="4368887" y="1333909"/>
            <a:ext cx="33214" cy="89421"/>
          </a:xfrm>
          <a:prstGeom prst="rect">
            <a:avLst/>
          </a:prstGeom>
        </p:spPr>
      </p:pic>
      <p:pic>
        <p:nvPicPr>
          <p:cNvPr id="1936" name="Image 1933" descr="preencoded.png">    </p:cNvPr>
          <p:cNvPicPr>
            <a:picLocks noChangeAspect="1"/>
          </p:cNvPicPr>
          <p:nvPr/>
        </p:nvPicPr>
        <p:blipFill>
          <a:blip r:embed="rId1934"/>
          <a:stretch>
            <a:fillRect/>
          </a:stretch>
        </p:blipFill>
        <p:spPr>
          <a:xfrm>
            <a:off x="4616710" y="1388480"/>
            <a:ext cx="47626" cy="50179"/>
          </a:xfrm>
          <a:prstGeom prst="rect">
            <a:avLst/>
          </a:prstGeom>
        </p:spPr>
      </p:pic>
      <p:pic>
        <p:nvPicPr>
          <p:cNvPr id="1937" name="Image 1934" descr="preencoded.png">    </p:cNvPr>
          <p:cNvPicPr>
            <a:picLocks noChangeAspect="1"/>
          </p:cNvPicPr>
          <p:nvPr/>
        </p:nvPicPr>
        <p:blipFill>
          <a:blip r:embed="rId1935"/>
          <a:stretch>
            <a:fillRect/>
          </a:stretch>
        </p:blipFill>
        <p:spPr>
          <a:xfrm>
            <a:off x="4601359" y="1392672"/>
            <a:ext cx="81778" cy="137964"/>
          </a:xfrm>
          <a:prstGeom prst="rect">
            <a:avLst/>
          </a:prstGeom>
        </p:spPr>
      </p:pic>
      <p:pic>
        <p:nvPicPr>
          <p:cNvPr id="1938" name="Image 1935" descr="preencoded.png">    </p:cNvPr>
          <p:cNvPicPr>
            <a:picLocks noChangeAspect="1"/>
          </p:cNvPicPr>
          <p:nvPr/>
        </p:nvPicPr>
        <p:blipFill>
          <a:blip r:embed="rId1936"/>
          <a:stretch>
            <a:fillRect/>
          </a:stretch>
        </p:blipFill>
        <p:spPr>
          <a:xfrm>
            <a:off x="4419045" y="1395136"/>
            <a:ext cx="66088" cy="58853"/>
          </a:xfrm>
          <a:prstGeom prst="rect">
            <a:avLst/>
          </a:prstGeom>
        </p:spPr>
      </p:pic>
      <p:pic>
        <p:nvPicPr>
          <p:cNvPr id="1939" name="Image 1936" descr="preencoded.png">    </p:cNvPr>
          <p:cNvPicPr>
            <a:picLocks noChangeAspect="1"/>
          </p:cNvPicPr>
          <p:nvPr/>
        </p:nvPicPr>
        <p:blipFill>
          <a:blip r:embed="rId1937"/>
          <a:stretch>
            <a:fillRect/>
          </a:stretch>
        </p:blipFill>
        <p:spPr>
          <a:xfrm>
            <a:off x="4386771" y="1413111"/>
            <a:ext cx="30659" cy="43433"/>
          </a:xfrm>
          <a:prstGeom prst="rect">
            <a:avLst/>
          </a:prstGeom>
        </p:spPr>
      </p:pic>
      <p:pic>
        <p:nvPicPr>
          <p:cNvPr id="1940" name="Image 1937" descr="preencoded.png">    </p:cNvPr>
          <p:cNvPicPr>
            <a:picLocks noChangeAspect="1"/>
          </p:cNvPicPr>
          <p:nvPr/>
        </p:nvPicPr>
        <p:blipFill>
          <a:blip r:embed="rId1938"/>
          <a:stretch>
            <a:fillRect/>
          </a:stretch>
        </p:blipFill>
        <p:spPr>
          <a:xfrm>
            <a:off x="4435314" y="1430835"/>
            <a:ext cx="68982" cy="30819"/>
          </a:xfrm>
          <a:prstGeom prst="rect">
            <a:avLst/>
          </a:prstGeom>
        </p:spPr>
      </p:pic>
      <p:pic>
        <p:nvPicPr>
          <p:cNvPr id="1941" name="Image 1938" descr="preencoded.png">    </p:cNvPr>
          <p:cNvPicPr>
            <a:picLocks noChangeAspect="1"/>
          </p:cNvPicPr>
          <p:nvPr/>
        </p:nvPicPr>
        <p:blipFill>
          <a:blip r:embed="rId1939"/>
          <a:stretch>
            <a:fillRect/>
          </a:stretch>
        </p:blipFill>
        <p:spPr>
          <a:xfrm>
            <a:off x="4649924" y="1400336"/>
            <a:ext cx="63872" cy="76646"/>
          </a:xfrm>
          <a:prstGeom prst="rect">
            <a:avLst/>
          </a:prstGeom>
        </p:spPr>
      </p:pic>
      <p:pic>
        <p:nvPicPr>
          <p:cNvPr id="1942" name="Image 1939" descr="preencoded.png">    </p:cNvPr>
          <p:cNvPicPr>
            <a:picLocks noChangeAspect="1"/>
          </p:cNvPicPr>
          <p:nvPr/>
        </p:nvPicPr>
        <p:blipFill>
          <a:blip r:embed="rId1940"/>
          <a:stretch>
            <a:fillRect/>
          </a:stretch>
        </p:blipFill>
        <p:spPr>
          <a:xfrm>
            <a:off x="4752119" y="1423330"/>
            <a:ext cx="86866" cy="45988"/>
          </a:xfrm>
          <a:prstGeom prst="rect">
            <a:avLst/>
          </a:prstGeom>
        </p:spPr>
      </p:pic>
      <p:pic>
        <p:nvPicPr>
          <p:cNvPr id="1943" name="Image 1940" descr="preencoded.png">    </p:cNvPr>
          <p:cNvPicPr>
            <a:picLocks noChangeAspect="1"/>
          </p:cNvPicPr>
          <p:nvPr/>
        </p:nvPicPr>
        <p:blipFill>
          <a:blip r:embed="rId1941"/>
          <a:stretch>
            <a:fillRect/>
          </a:stretch>
        </p:blipFill>
        <p:spPr>
          <a:xfrm>
            <a:off x="4494076" y="1413111"/>
            <a:ext cx="53653" cy="53525"/>
          </a:xfrm>
          <a:prstGeom prst="rect">
            <a:avLst/>
          </a:prstGeom>
        </p:spPr>
      </p:pic>
      <p:pic>
        <p:nvPicPr>
          <p:cNvPr id="1944" name="Image 1941" descr="preencoded.png">    </p:cNvPr>
          <p:cNvPicPr>
            <a:picLocks noChangeAspect="1"/>
          </p:cNvPicPr>
          <p:nvPr/>
        </p:nvPicPr>
        <p:blipFill>
          <a:blip r:embed="rId1942"/>
          <a:stretch>
            <a:fillRect/>
          </a:stretch>
        </p:blipFill>
        <p:spPr>
          <a:xfrm>
            <a:off x="4739344" y="1418187"/>
            <a:ext cx="12774" cy="51383"/>
          </a:xfrm>
          <a:prstGeom prst="rect">
            <a:avLst/>
          </a:prstGeom>
        </p:spPr>
      </p:pic>
      <p:pic>
        <p:nvPicPr>
          <p:cNvPr id="1945" name="Image 1942" descr="preencoded.png">    </p:cNvPr>
          <p:cNvPicPr>
            <a:picLocks noChangeAspect="1"/>
          </p:cNvPicPr>
          <p:nvPr/>
        </p:nvPicPr>
        <p:blipFill>
          <a:blip r:embed="rId1943"/>
          <a:stretch>
            <a:fillRect/>
          </a:stretch>
        </p:blipFill>
        <p:spPr>
          <a:xfrm>
            <a:off x="4711242" y="1413106"/>
            <a:ext cx="25712" cy="58767"/>
          </a:xfrm>
          <a:prstGeom prst="rect">
            <a:avLst/>
          </a:prstGeom>
        </p:spPr>
      </p:pic>
      <p:pic>
        <p:nvPicPr>
          <p:cNvPr id="1946" name="Image 1943" descr="preencoded.png">    </p:cNvPr>
          <p:cNvPicPr>
            <a:picLocks noChangeAspect="1"/>
          </p:cNvPicPr>
          <p:nvPr/>
        </p:nvPicPr>
        <p:blipFill>
          <a:blip r:embed="rId1944"/>
          <a:stretch>
            <a:fillRect/>
          </a:stretch>
        </p:blipFill>
        <p:spPr>
          <a:xfrm>
            <a:off x="4383163" y="1461555"/>
            <a:ext cx="22898" cy="12873"/>
          </a:xfrm>
          <a:prstGeom prst="rect">
            <a:avLst/>
          </a:prstGeom>
        </p:spPr>
      </p:pic>
      <p:pic>
        <p:nvPicPr>
          <p:cNvPr id="1947" name="Image 1944" descr="preencoded.png">    </p:cNvPr>
          <p:cNvPicPr>
            <a:picLocks noChangeAspect="1"/>
          </p:cNvPicPr>
          <p:nvPr/>
        </p:nvPicPr>
        <p:blipFill>
          <a:blip r:embed="rId1945"/>
          <a:stretch>
            <a:fillRect/>
          </a:stretch>
        </p:blipFill>
        <p:spPr>
          <a:xfrm>
            <a:off x="4537509" y="1421148"/>
            <a:ext cx="96814" cy="95987"/>
          </a:xfrm>
          <a:prstGeom prst="rect">
            <a:avLst/>
          </a:prstGeom>
        </p:spPr>
      </p:pic>
      <p:pic>
        <p:nvPicPr>
          <p:cNvPr id="1948" name="Image 1945" descr="preencoded.png">    </p:cNvPr>
          <p:cNvPicPr>
            <a:picLocks noChangeAspect="1"/>
          </p:cNvPicPr>
          <p:nvPr/>
        </p:nvPicPr>
        <p:blipFill>
          <a:blip r:embed="rId1946"/>
          <a:stretch>
            <a:fillRect/>
          </a:stretch>
        </p:blipFill>
        <p:spPr>
          <a:xfrm>
            <a:off x="4519625" y="1471608"/>
            <a:ext cx="15439" cy="13040"/>
          </a:xfrm>
          <a:prstGeom prst="rect">
            <a:avLst/>
          </a:prstGeom>
        </p:spPr>
      </p:pic>
      <p:pic>
        <p:nvPicPr>
          <p:cNvPr id="1949" name="Image 1946" descr="preencoded.png">    </p:cNvPr>
          <p:cNvPicPr>
            <a:picLocks noChangeAspect="1"/>
          </p:cNvPicPr>
          <p:nvPr/>
        </p:nvPicPr>
        <p:blipFill>
          <a:blip r:embed="rId1947"/>
          <a:stretch>
            <a:fillRect/>
          </a:stretch>
        </p:blipFill>
        <p:spPr>
          <a:xfrm>
            <a:off x="4739033" y="1474428"/>
            <a:ext cx="15641" cy="33213"/>
          </a:xfrm>
          <a:prstGeom prst="rect">
            <a:avLst/>
          </a:prstGeom>
        </p:spPr>
      </p:pic>
      <p:pic>
        <p:nvPicPr>
          <p:cNvPr id="1950" name="Image 1947" descr="preencoded.png">    </p:cNvPr>
          <p:cNvPicPr>
            <a:picLocks noChangeAspect="1"/>
          </p:cNvPicPr>
          <p:nvPr/>
        </p:nvPicPr>
        <p:blipFill>
          <a:blip r:embed="rId1948"/>
          <a:stretch>
            <a:fillRect/>
          </a:stretch>
        </p:blipFill>
        <p:spPr>
          <a:xfrm>
            <a:off x="4384216" y="1466763"/>
            <a:ext cx="33692" cy="22994"/>
          </a:xfrm>
          <a:prstGeom prst="rect">
            <a:avLst/>
          </a:prstGeom>
        </p:spPr>
      </p:pic>
      <p:pic>
        <p:nvPicPr>
          <p:cNvPr id="1951" name="Image 1948" descr="preencoded.png">    </p:cNvPr>
          <p:cNvPicPr>
            <a:picLocks noChangeAspect="1"/>
          </p:cNvPicPr>
          <p:nvPr/>
        </p:nvPicPr>
        <p:blipFill>
          <a:blip r:embed="rId1949"/>
          <a:stretch>
            <a:fillRect/>
          </a:stretch>
        </p:blipFill>
        <p:spPr>
          <a:xfrm>
            <a:off x="4331697" y="1303251"/>
            <a:ext cx="629923" cy="321915"/>
          </a:xfrm>
          <a:prstGeom prst="rect">
            <a:avLst/>
          </a:prstGeom>
        </p:spPr>
      </p:pic>
      <p:pic>
        <p:nvPicPr>
          <p:cNvPr id="1952" name="Image 1949" descr="preencoded.png">    </p:cNvPr>
          <p:cNvPicPr>
            <a:picLocks noChangeAspect="1"/>
          </p:cNvPicPr>
          <p:nvPr/>
        </p:nvPicPr>
        <p:blipFill>
          <a:blip r:embed="rId1950"/>
          <a:stretch>
            <a:fillRect/>
          </a:stretch>
        </p:blipFill>
        <p:spPr>
          <a:xfrm>
            <a:off x="1880432" y="1415666"/>
            <a:ext cx="137963" cy="150738"/>
          </a:xfrm>
          <a:prstGeom prst="rect">
            <a:avLst/>
          </a:prstGeom>
        </p:spPr>
      </p:pic>
      <p:pic>
        <p:nvPicPr>
          <p:cNvPr id="1953" name="Image 1950" descr="preencoded.png">    </p:cNvPr>
          <p:cNvPicPr>
            <a:picLocks noChangeAspect="1"/>
          </p:cNvPicPr>
          <p:nvPr/>
        </p:nvPicPr>
        <p:blipFill>
          <a:blip r:embed="rId1951"/>
          <a:stretch>
            <a:fillRect/>
          </a:stretch>
        </p:blipFill>
        <p:spPr>
          <a:xfrm>
            <a:off x="7311963" y="1469520"/>
            <a:ext cx="69008" cy="63670"/>
          </a:xfrm>
          <a:prstGeom prst="rect">
            <a:avLst/>
          </a:prstGeom>
        </p:spPr>
      </p:pic>
      <p:pic>
        <p:nvPicPr>
          <p:cNvPr id="1954" name="Image 1951" descr="preencoded.png">    </p:cNvPr>
          <p:cNvPicPr>
            <a:picLocks noChangeAspect="1"/>
          </p:cNvPicPr>
          <p:nvPr/>
        </p:nvPicPr>
        <p:blipFill>
          <a:blip r:embed="rId1952"/>
          <a:stretch>
            <a:fillRect/>
          </a:stretch>
        </p:blipFill>
        <p:spPr>
          <a:xfrm>
            <a:off x="4259445" y="1425885"/>
            <a:ext cx="74264" cy="45988"/>
          </a:xfrm>
          <a:prstGeom prst="rect">
            <a:avLst/>
          </a:prstGeom>
        </p:spPr>
      </p:pic>
      <p:pic>
        <p:nvPicPr>
          <p:cNvPr id="1955" name="Image 1952" descr="preencoded.png">    </p:cNvPr>
          <p:cNvPicPr>
            <a:picLocks noChangeAspect="1"/>
          </p:cNvPicPr>
          <p:nvPr/>
        </p:nvPicPr>
        <p:blipFill>
          <a:blip r:embed="rId1953"/>
          <a:stretch>
            <a:fillRect/>
          </a:stretch>
        </p:blipFill>
        <p:spPr>
          <a:xfrm>
            <a:off x="4254374" y="1405112"/>
            <a:ext cx="83652" cy="83390"/>
          </a:xfrm>
          <a:prstGeom prst="rect">
            <a:avLst/>
          </a:prstGeom>
        </p:spPr>
      </p:pic>
      <p:pic>
        <p:nvPicPr>
          <p:cNvPr id="1956" name="Image 1953" descr="preencoded.png">    </p:cNvPr>
          <p:cNvPicPr>
            <a:picLocks noChangeAspect="1"/>
          </p:cNvPicPr>
          <p:nvPr/>
        </p:nvPicPr>
        <p:blipFill>
          <a:blip r:embed="rId1954"/>
          <a:stretch>
            <a:fillRect/>
          </a:stretch>
        </p:blipFill>
        <p:spPr>
          <a:xfrm>
            <a:off x="4248138" y="1397902"/>
            <a:ext cx="95270" cy="97100"/>
          </a:xfrm>
          <a:prstGeom prst="rect">
            <a:avLst/>
          </a:prstGeom>
        </p:spPr>
      </p:pic>
      <p:pic>
        <p:nvPicPr>
          <p:cNvPr id="1957" name="Image 1954" descr="preencoded.png">    </p:cNvPr>
          <p:cNvPicPr>
            <a:picLocks noChangeAspect="1"/>
          </p:cNvPicPr>
          <p:nvPr/>
        </p:nvPicPr>
        <p:blipFill>
          <a:blip r:embed="rId1955"/>
          <a:stretch>
            <a:fillRect/>
          </a:stretch>
        </p:blipFill>
        <p:spPr>
          <a:xfrm>
            <a:off x="7245684" y="1446324"/>
            <a:ext cx="38323" cy="35768"/>
          </a:xfrm>
          <a:prstGeom prst="rect">
            <a:avLst/>
          </a:prstGeom>
        </p:spPr>
      </p:pic>
      <p:pic>
        <p:nvPicPr>
          <p:cNvPr id="1958" name="Image 1955" descr="preencoded.png">    </p:cNvPr>
          <p:cNvPicPr>
            <a:picLocks noChangeAspect="1"/>
          </p:cNvPicPr>
          <p:nvPr/>
        </p:nvPicPr>
        <p:blipFill>
          <a:blip r:embed="rId1956"/>
          <a:stretch>
            <a:fillRect/>
          </a:stretch>
        </p:blipFill>
        <p:spPr>
          <a:xfrm>
            <a:off x="4034086" y="1453989"/>
            <a:ext cx="145034" cy="68982"/>
          </a:xfrm>
          <a:prstGeom prst="rect">
            <a:avLst/>
          </a:prstGeom>
        </p:spPr>
      </p:pic>
      <p:pic>
        <p:nvPicPr>
          <p:cNvPr id="1959" name="Image 1956" descr="preencoded.png">    </p:cNvPr>
          <p:cNvPicPr>
            <a:picLocks noChangeAspect="1"/>
          </p:cNvPicPr>
          <p:nvPr/>
        </p:nvPicPr>
        <p:blipFill>
          <a:blip r:embed="rId1957"/>
          <a:stretch>
            <a:fillRect/>
          </a:stretch>
        </p:blipFill>
        <p:spPr>
          <a:xfrm>
            <a:off x="2000510" y="1430995"/>
            <a:ext cx="22994" cy="140619"/>
          </a:xfrm>
          <a:prstGeom prst="rect">
            <a:avLst/>
          </a:prstGeom>
        </p:spPr>
      </p:pic>
      <p:pic>
        <p:nvPicPr>
          <p:cNvPr id="1960" name="Image 1957" descr="preencoded.png">    </p:cNvPr>
          <p:cNvPicPr>
            <a:picLocks noChangeAspect="1"/>
          </p:cNvPicPr>
          <p:nvPr/>
        </p:nvPicPr>
        <p:blipFill>
          <a:blip r:embed="rId1958"/>
          <a:stretch>
            <a:fillRect/>
          </a:stretch>
        </p:blipFill>
        <p:spPr>
          <a:xfrm>
            <a:off x="7116314" y="1448879"/>
            <a:ext cx="88655" cy="83293"/>
          </a:xfrm>
          <a:prstGeom prst="rect">
            <a:avLst/>
          </a:prstGeom>
        </p:spPr>
      </p:pic>
      <p:pic>
        <p:nvPicPr>
          <p:cNvPr id="1961" name="Image 1958" descr="preencoded.png">    </p:cNvPr>
          <p:cNvPicPr>
            <a:picLocks noChangeAspect="1"/>
          </p:cNvPicPr>
          <p:nvPr/>
        </p:nvPicPr>
        <p:blipFill>
          <a:blip r:embed="rId1959"/>
          <a:stretch>
            <a:fillRect/>
          </a:stretch>
        </p:blipFill>
        <p:spPr>
          <a:xfrm>
            <a:off x="6420435" y="1349078"/>
            <a:ext cx="176421" cy="10380"/>
          </a:xfrm>
          <a:prstGeom prst="rect">
            <a:avLst/>
          </a:prstGeom>
        </p:spPr>
      </p:pic>
      <p:pic>
        <p:nvPicPr>
          <p:cNvPr id="1962" name="Image 1959" descr="preencoded.png">    </p:cNvPr>
          <p:cNvPicPr>
            <a:picLocks noChangeAspect="1"/>
          </p:cNvPicPr>
          <p:nvPr/>
        </p:nvPicPr>
        <p:blipFill>
          <a:blip r:embed="rId1960"/>
          <a:stretch>
            <a:fillRect/>
          </a:stretch>
        </p:blipFill>
        <p:spPr>
          <a:xfrm>
            <a:off x="6049999" y="1361964"/>
            <a:ext cx="263153" cy="74082"/>
          </a:xfrm>
          <a:prstGeom prst="rect">
            <a:avLst/>
          </a:prstGeom>
        </p:spPr>
      </p:pic>
      <p:pic>
        <p:nvPicPr>
          <p:cNvPr id="1963" name="Image 1960" descr="preencoded.png">    </p:cNvPr>
          <p:cNvPicPr>
            <a:picLocks noChangeAspect="1"/>
          </p:cNvPicPr>
          <p:nvPr/>
        </p:nvPicPr>
        <p:blipFill>
          <a:blip r:embed="rId1961"/>
          <a:stretch>
            <a:fillRect/>
          </a:stretch>
        </p:blipFill>
        <p:spPr>
          <a:xfrm>
            <a:off x="6423013" y="1374787"/>
            <a:ext cx="122634" cy="10219"/>
          </a:xfrm>
          <a:prstGeom prst="rect">
            <a:avLst/>
          </a:prstGeom>
        </p:spPr>
      </p:pic>
      <p:pic>
        <p:nvPicPr>
          <p:cNvPr id="1964" name="Image 1961" descr="preencoded.png">    </p:cNvPr>
          <p:cNvPicPr>
            <a:picLocks noChangeAspect="1"/>
          </p:cNvPicPr>
          <p:nvPr/>
        </p:nvPicPr>
        <p:blipFill>
          <a:blip r:embed="rId1962"/>
          <a:stretch>
            <a:fillRect/>
          </a:stretch>
        </p:blipFill>
        <p:spPr>
          <a:xfrm>
            <a:off x="6141746" y="1390117"/>
            <a:ext cx="161187" cy="10219"/>
          </a:xfrm>
          <a:prstGeom prst="rect">
            <a:avLst/>
          </a:prstGeom>
        </p:spPr>
      </p:pic>
      <p:pic>
        <p:nvPicPr>
          <p:cNvPr id="1965" name="Image 1962" descr="preencoded.png">    </p:cNvPr>
          <p:cNvPicPr>
            <a:picLocks noChangeAspect="1"/>
          </p:cNvPicPr>
          <p:nvPr/>
        </p:nvPicPr>
        <p:blipFill>
          <a:blip r:embed="rId1963"/>
          <a:stretch>
            <a:fillRect/>
          </a:stretch>
        </p:blipFill>
        <p:spPr>
          <a:xfrm>
            <a:off x="6072913" y="1384818"/>
            <a:ext cx="43257" cy="42345"/>
          </a:xfrm>
          <a:prstGeom prst="rect">
            <a:avLst/>
          </a:prstGeom>
        </p:spPr>
      </p:pic>
      <p:pic>
        <p:nvPicPr>
          <p:cNvPr id="1966" name="Image 1963" descr="preencoded.png">    </p:cNvPr>
          <p:cNvPicPr>
            <a:picLocks noChangeAspect="1"/>
          </p:cNvPicPr>
          <p:nvPr/>
        </p:nvPicPr>
        <p:blipFill>
          <a:blip r:embed="rId1964"/>
          <a:stretch>
            <a:fillRect/>
          </a:stretch>
        </p:blipFill>
        <p:spPr>
          <a:xfrm>
            <a:off x="6489440" y="1402891"/>
            <a:ext cx="40878" cy="25550"/>
          </a:xfrm>
          <a:prstGeom prst="rect">
            <a:avLst/>
          </a:prstGeom>
        </p:spPr>
      </p:pic>
      <p:pic>
        <p:nvPicPr>
          <p:cNvPr id="1967" name="Image 1964" descr="preencoded.png">    </p:cNvPr>
          <p:cNvPicPr>
            <a:picLocks noChangeAspect="1"/>
          </p:cNvPicPr>
          <p:nvPr/>
        </p:nvPicPr>
        <p:blipFill>
          <a:blip r:embed="rId1965"/>
          <a:stretch>
            <a:fillRect/>
          </a:stretch>
        </p:blipFill>
        <p:spPr>
          <a:xfrm>
            <a:off x="6482103" y="1410556"/>
            <a:ext cx="17555" cy="17884"/>
          </a:xfrm>
          <a:prstGeom prst="rect">
            <a:avLst/>
          </a:prstGeom>
        </p:spPr>
      </p:pic>
      <p:pic>
        <p:nvPicPr>
          <p:cNvPr id="1968" name="Image 1965" descr="preencoded.png">    </p:cNvPr>
          <p:cNvPicPr>
            <a:picLocks noChangeAspect="1"/>
          </p:cNvPicPr>
          <p:nvPr/>
        </p:nvPicPr>
        <p:blipFill>
          <a:blip r:embed="rId1966"/>
          <a:stretch>
            <a:fillRect/>
          </a:stretch>
        </p:blipFill>
        <p:spPr>
          <a:xfrm>
            <a:off x="6512421" y="1410531"/>
            <a:ext cx="18603" cy="18027"/>
          </a:xfrm>
          <a:prstGeom prst="rect">
            <a:avLst/>
          </a:prstGeom>
        </p:spPr>
      </p:pic>
      <p:pic>
        <p:nvPicPr>
          <p:cNvPr id="1969" name="Image 1966" descr="preencoded.png">    </p:cNvPr>
          <p:cNvPicPr>
            <a:picLocks noChangeAspect="1"/>
          </p:cNvPicPr>
          <p:nvPr/>
        </p:nvPicPr>
        <p:blipFill>
          <a:blip r:embed="rId1967"/>
          <a:stretch>
            <a:fillRect/>
          </a:stretch>
        </p:blipFill>
        <p:spPr>
          <a:xfrm>
            <a:off x="6476658" y="1398146"/>
            <a:ext cx="61324" cy="40513"/>
          </a:xfrm>
          <a:prstGeom prst="rect">
            <a:avLst/>
          </a:prstGeom>
        </p:spPr>
      </p:pic>
      <p:pic>
        <p:nvPicPr>
          <p:cNvPr id="1970" name="Image 1967" descr="preencoded.png">    </p:cNvPr>
          <p:cNvPicPr>
            <a:picLocks noChangeAspect="1"/>
          </p:cNvPicPr>
          <p:nvPr/>
        </p:nvPicPr>
        <p:blipFill>
          <a:blip r:embed="rId1968"/>
          <a:stretch>
            <a:fillRect/>
          </a:stretch>
        </p:blipFill>
        <p:spPr>
          <a:xfrm>
            <a:off x="6471877" y="1392538"/>
            <a:ext cx="66106" cy="66561"/>
          </a:xfrm>
          <a:prstGeom prst="rect">
            <a:avLst/>
          </a:prstGeom>
        </p:spPr>
      </p:pic>
      <p:pic>
        <p:nvPicPr>
          <p:cNvPr id="1971" name="Image 1968" descr="preencoded.png">    </p:cNvPr>
          <p:cNvPicPr>
            <a:picLocks noChangeAspect="1"/>
          </p:cNvPicPr>
          <p:nvPr/>
        </p:nvPicPr>
        <p:blipFill>
          <a:blip r:embed="rId1969"/>
          <a:stretch>
            <a:fillRect/>
          </a:stretch>
        </p:blipFill>
        <p:spPr>
          <a:xfrm>
            <a:off x="6479220" y="1423330"/>
            <a:ext cx="58971" cy="20439"/>
          </a:xfrm>
          <a:prstGeom prst="rect">
            <a:avLst/>
          </a:prstGeom>
        </p:spPr>
      </p:pic>
      <p:pic>
        <p:nvPicPr>
          <p:cNvPr id="1972" name="Image 1969" descr="preencoded.png">    </p:cNvPr>
          <p:cNvPicPr>
            <a:picLocks noChangeAspect="1"/>
          </p:cNvPicPr>
          <p:nvPr/>
        </p:nvPicPr>
        <p:blipFill>
          <a:blip r:embed="rId1970"/>
          <a:stretch>
            <a:fillRect/>
          </a:stretch>
        </p:blipFill>
        <p:spPr>
          <a:xfrm>
            <a:off x="6489076" y="1436104"/>
            <a:ext cx="36131" cy="15390"/>
          </a:xfrm>
          <a:prstGeom prst="rect">
            <a:avLst/>
          </a:prstGeom>
        </p:spPr>
      </p:pic>
      <p:pic>
        <p:nvPicPr>
          <p:cNvPr id="1973" name="Image 1970" descr="preencoded.png">    </p:cNvPr>
          <p:cNvPicPr>
            <a:picLocks noChangeAspect="1"/>
          </p:cNvPicPr>
          <p:nvPr/>
        </p:nvPicPr>
        <p:blipFill>
          <a:blip r:embed="rId1971"/>
          <a:stretch>
            <a:fillRect/>
          </a:stretch>
        </p:blipFill>
        <p:spPr>
          <a:xfrm>
            <a:off x="6479085" y="1436104"/>
            <a:ext cx="53787" cy="23151"/>
          </a:xfrm>
          <a:prstGeom prst="rect">
            <a:avLst/>
          </a:prstGeom>
        </p:spPr>
      </p:pic>
      <p:pic>
        <p:nvPicPr>
          <p:cNvPr id="1974" name="Image 1971" descr="preencoded.png">    </p:cNvPr>
          <p:cNvPicPr>
            <a:picLocks noChangeAspect="1"/>
          </p:cNvPicPr>
          <p:nvPr/>
        </p:nvPicPr>
        <p:blipFill>
          <a:blip r:embed="rId1972"/>
          <a:stretch>
            <a:fillRect/>
          </a:stretch>
        </p:blipFill>
        <p:spPr>
          <a:xfrm>
            <a:off x="6463890" y="1392672"/>
            <a:ext cx="79256" cy="74321"/>
          </a:xfrm>
          <a:prstGeom prst="rect">
            <a:avLst/>
          </a:prstGeom>
        </p:spPr>
      </p:pic>
      <p:pic>
        <p:nvPicPr>
          <p:cNvPr id="1975" name="Image 1972" descr="preencoded.png">    </p:cNvPr>
          <p:cNvPicPr>
            <a:picLocks noChangeAspect="1"/>
          </p:cNvPicPr>
          <p:nvPr/>
        </p:nvPicPr>
        <p:blipFill>
          <a:blip r:embed="rId1973"/>
          <a:stretch>
            <a:fillRect/>
          </a:stretch>
        </p:blipFill>
        <p:spPr>
          <a:xfrm>
            <a:off x="6397457" y="1320975"/>
            <a:ext cx="222445" cy="176447"/>
          </a:xfrm>
          <a:prstGeom prst="rect">
            <a:avLst/>
          </a:prstGeom>
        </p:spPr>
      </p:pic>
      <p:pic>
        <p:nvPicPr>
          <p:cNvPr id="1976" name="Image 1973" descr="preencoded.png">    </p:cNvPr>
          <p:cNvPicPr>
            <a:picLocks noChangeAspect="1"/>
          </p:cNvPicPr>
          <p:nvPr/>
        </p:nvPicPr>
        <p:blipFill>
          <a:blip r:embed="rId1974"/>
          <a:stretch>
            <a:fillRect/>
          </a:stretch>
        </p:blipFill>
        <p:spPr>
          <a:xfrm>
            <a:off x="6066509" y="1382605"/>
            <a:ext cx="56673" cy="56055"/>
          </a:xfrm>
          <a:prstGeom prst="rect">
            <a:avLst/>
          </a:prstGeom>
        </p:spPr>
      </p:pic>
      <p:pic>
        <p:nvPicPr>
          <p:cNvPr id="1977" name="Image 1974" descr="preencoded.png">    </p:cNvPr>
          <p:cNvPicPr>
            <a:picLocks noChangeAspect="1"/>
          </p:cNvPicPr>
          <p:nvPr/>
        </p:nvPicPr>
        <p:blipFill>
          <a:blip r:embed="rId1975"/>
          <a:stretch>
            <a:fillRect/>
          </a:stretch>
        </p:blipFill>
        <p:spPr>
          <a:xfrm>
            <a:off x="6141982" y="1415666"/>
            <a:ext cx="137957" cy="10219"/>
          </a:xfrm>
          <a:prstGeom prst="rect">
            <a:avLst/>
          </a:prstGeom>
        </p:spPr>
      </p:pic>
      <p:pic>
        <p:nvPicPr>
          <p:cNvPr id="1978" name="Image 1975" descr="preencoded.png">    </p:cNvPr>
          <p:cNvPicPr>
            <a:picLocks noChangeAspect="1"/>
          </p:cNvPicPr>
          <p:nvPr/>
        </p:nvPicPr>
        <p:blipFill>
          <a:blip r:embed="rId1976"/>
          <a:stretch>
            <a:fillRect/>
          </a:stretch>
        </p:blipFill>
        <p:spPr>
          <a:xfrm>
            <a:off x="6141975" y="1441214"/>
            <a:ext cx="84311" cy="12775"/>
          </a:xfrm>
          <a:prstGeom prst="rect">
            <a:avLst/>
          </a:prstGeom>
        </p:spPr>
      </p:pic>
      <p:pic>
        <p:nvPicPr>
          <p:cNvPr id="1979" name="Image 1976" descr="preencoded.png">    </p:cNvPr>
          <p:cNvPicPr>
            <a:picLocks noChangeAspect="1"/>
          </p:cNvPicPr>
          <p:nvPr/>
        </p:nvPicPr>
        <p:blipFill>
          <a:blip r:embed="rId1977"/>
          <a:stretch>
            <a:fillRect/>
          </a:stretch>
        </p:blipFill>
        <p:spPr>
          <a:xfrm>
            <a:off x="6047401" y="1364567"/>
            <a:ext cx="273417" cy="181397"/>
          </a:xfrm>
          <a:prstGeom prst="rect">
            <a:avLst/>
          </a:prstGeom>
        </p:spPr>
      </p:pic>
      <p:pic>
        <p:nvPicPr>
          <p:cNvPr id="1980" name="Image 1977" descr="preencoded.png">    </p:cNvPr>
          <p:cNvPicPr>
            <a:picLocks noChangeAspect="1"/>
          </p:cNvPicPr>
          <p:nvPr/>
        </p:nvPicPr>
        <p:blipFill>
          <a:blip r:embed="rId1978"/>
          <a:stretch>
            <a:fillRect/>
          </a:stretch>
        </p:blipFill>
        <p:spPr>
          <a:xfrm>
            <a:off x="6254390" y="1372233"/>
            <a:ext cx="69294" cy="68982"/>
          </a:xfrm>
          <a:prstGeom prst="rect">
            <a:avLst/>
          </a:prstGeom>
        </p:spPr>
      </p:pic>
      <p:pic>
        <p:nvPicPr>
          <p:cNvPr id="1981" name="Image 1978" descr="preencoded.png">    </p:cNvPr>
          <p:cNvPicPr>
            <a:picLocks noChangeAspect="1"/>
          </p:cNvPicPr>
          <p:nvPr/>
        </p:nvPicPr>
        <p:blipFill>
          <a:blip r:embed="rId1979"/>
          <a:stretch>
            <a:fillRect/>
          </a:stretch>
        </p:blipFill>
        <p:spPr>
          <a:xfrm>
            <a:off x="6039616" y="1315865"/>
            <a:ext cx="738531" cy="322075"/>
          </a:xfrm>
          <a:prstGeom prst="rect">
            <a:avLst/>
          </a:prstGeom>
        </p:spPr>
      </p:pic>
      <p:pic>
        <p:nvPicPr>
          <p:cNvPr id="1982" name="Image 1979" descr="preencoded.png">    </p:cNvPr>
          <p:cNvPicPr>
            <a:picLocks noChangeAspect="1"/>
          </p:cNvPicPr>
          <p:nvPr/>
        </p:nvPicPr>
        <p:blipFill>
          <a:blip r:embed="rId1980"/>
          <a:stretch>
            <a:fillRect/>
          </a:stretch>
        </p:blipFill>
        <p:spPr>
          <a:xfrm>
            <a:off x="4982059" y="1433550"/>
            <a:ext cx="125189" cy="99640"/>
          </a:xfrm>
          <a:prstGeom prst="rect">
            <a:avLst/>
          </a:prstGeom>
        </p:spPr>
      </p:pic>
      <p:pic>
        <p:nvPicPr>
          <p:cNvPr id="1983" name="Image 1980" descr="preencoded.png">    </p:cNvPr>
          <p:cNvPicPr>
            <a:picLocks noChangeAspect="1"/>
          </p:cNvPicPr>
          <p:nvPr/>
        </p:nvPicPr>
        <p:blipFill>
          <a:blip r:embed="rId1981"/>
          <a:stretch>
            <a:fillRect/>
          </a:stretch>
        </p:blipFill>
        <p:spPr>
          <a:xfrm>
            <a:off x="4895514" y="1430985"/>
            <a:ext cx="81643" cy="84245"/>
          </a:xfrm>
          <a:prstGeom prst="rect">
            <a:avLst/>
          </a:prstGeom>
        </p:spPr>
      </p:pic>
      <p:pic>
        <p:nvPicPr>
          <p:cNvPr id="1984" name="Image 1981" descr="preencoded.png">    </p:cNvPr>
          <p:cNvPicPr>
            <a:picLocks noChangeAspect="1"/>
          </p:cNvPicPr>
          <p:nvPr/>
        </p:nvPicPr>
        <p:blipFill>
          <a:blip r:embed="rId1982"/>
          <a:stretch>
            <a:fillRect/>
          </a:stretch>
        </p:blipFill>
        <p:spPr>
          <a:xfrm>
            <a:off x="6241193" y="1448719"/>
            <a:ext cx="179264" cy="140679"/>
          </a:xfrm>
          <a:prstGeom prst="rect">
            <a:avLst/>
          </a:prstGeom>
        </p:spPr>
      </p:pic>
      <p:pic>
        <p:nvPicPr>
          <p:cNvPr id="1985" name="Image 1982" descr="preencoded.png">    </p:cNvPr>
          <p:cNvPicPr>
            <a:picLocks noChangeAspect="1"/>
          </p:cNvPicPr>
          <p:nvPr/>
        </p:nvPicPr>
        <p:blipFill>
          <a:blip r:embed="rId1983"/>
          <a:stretch>
            <a:fillRect/>
          </a:stretch>
        </p:blipFill>
        <p:spPr>
          <a:xfrm>
            <a:off x="4075076" y="1443610"/>
            <a:ext cx="153293" cy="23153"/>
          </a:xfrm>
          <a:prstGeom prst="rect">
            <a:avLst/>
          </a:prstGeom>
        </p:spPr>
      </p:pic>
      <p:pic>
        <p:nvPicPr>
          <p:cNvPr id="1986" name="Image 1983" descr="preencoded.png">    </p:cNvPr>
          <p:cNvPicPr>
            <a:picLocks noChangeAspect="1"/>
          </p:cNvPicPr>
          <p:nvPr/>
        </p:nvPicPr>
        <p:blipFill>
          <a:blip r:embed="rId1984"/>
          <a:stretch>
            <a:fillRect/>
          </a:stretch>
        </p:blipFill>
        <p:spPr>
          <a:xfrm>
            <a:off x="6624848" y="1331354"/>
            <a:ext cx="132854" cy="122634"/>
          </a:xfrm>
          <a:prstGeom prst="rect">
            <a:avLst/>
          </a:prstGeom>
        </p:spPr>
      </p:pic>
      <p:pic>
        <p:nvPicPr>
          <p:cNvPr id="1987" name="Image 1984" descr="preencoded.png">    </p:cNvPr>
          <p:cNvPicPr>
            <a:picLocks noChangeAspect="1"/>
          </p:cNvPicPr>
          <p:nvPr/>
        </p:nvPicPr>
        <p:blipFill>
          <a:blip r:embed="rId1985"/>
          <a:stretch>
            <a:fillRect/>
          </a:stretch>
        </p:blipFill>
        <p:spPr>
          <a:xfrm>
            <a:off x="5090924" y="1359458"/>
            <a:ext cx="82214" cy="86029"/>
          </a:xfrm>
          <a:prstGeom prst="rect">
            <a:avLst/>
          </a:prstGeom>
        </p:spPr>
      </p:pic>
      <p:pic>
        <p:nvPicPr>
          <p:cNvPr id="1988" name="Image 1985" descr="preencoded.png">    </p:cNvPr>
          <p:cNvPicPr>
            <a:picLocks noChangeAspect="1"/>
          </p:cNvPicPr>
          <p:nvPr/>
        </p:nvPicPr>
        <p:blipFill>
          <a:blip r:embed="rId1986"/>
          <a:stretch>
            <a:fillRect/>
          </a:stretch>
        </p:blipFill>
        <p:spPr>
          <a:xfrm>
            <a:off x="5084254" y="1354086"/>
            <a:ext cx="96990" cy="97348"/>
          </a:xfrm>
          <a:prstGeom prst="rect">
            <a:avLst/>
          </a:prstGeom>
        </p:spPr>
      </p:pic>
      <p:pic>
        <p:nvPicPr>
          <p:cNvPr id="1989" name="Image 1986" descr="preencoded.png">    </p:cNvPr>
          <p:cNvPicPr>
            <a:picLocks noChangeAspect="1"/>
          </p:cNvPicPr>
          <p:nvPr/>
        </p:nvPicPr>
        <p:blipFill>
          <a:blip r:embed="rId1987"/>
          <a:stretch>
            <a:fillRect/>
          </a:stretch>
        </p:blipFill>
        <p:spPr>
          <a:xfrm>
            <a:off x="4974394" y="1415666"/>
            <a:ext cx="114970" cy="81547"/>
          </a:xfrm>
          <a:prstGeom prst="rect">
            <a:avLst/>
          </a:prstGeom>
        </p:spPr>
      </p:pic>
      <p:pic>
        <p:nvPicPr>
          <p:cNvPr id="1990" name="Image 1987" descr="preencoded.png">    </p:cNvPr>
          <p:cNvPicPr>
            <a:picLocks noChangeAspect="1"/>
          </p:cNvPicPr>
          <p:nvPr/>
        </p:nvPicPr>
        <p:blipFill>
          <a:blip r:embed="rId1988"/>
          <a:stretch>
            <a:fillRect/>
          </a:stretch>
        </p:blipFill>
        <p:spPr>
          <a:xfrm>
            <a:off x="4987169" y="1418220"/>
            <a:ext cx="102196" cy="49973"/>
          </a:xfrm>
          <a:prstGeom prst="rect">
            <a:avLst/>
          </a:prstGeom>
        </p:spPr>
      </p:pic>
      <p:pic>
        <p:nvPicPr>
          <p:cNvPr id="1991" name="Image 1988" descr="preencoded.png">    </p:cNvPr>
          <p:cNvPicPr>
            <a:picLocks noChangeAspect="1"/>
          </p:cNvPicPr>
          <p:nvPr/>
        </p:nvPicPr>
        <p:blipFill>
          <a:blip r:embed="rId1989"/>
          <a:stretch>
            <a:fillRect/>
          </a:stretch>
        </p:blipFill>
        <p:spPr>
          <a:xfrm>
            <a:off x="4036752" y="1436104"/>
            <a:ext cx="176287" cy="40878"/>
          </a:xfrm>
          <a:prstGeom prst="rect">
            <a:avLst/>
          </a:prstGeom>
        </p:spPr>
      </p:pic>
      <p:pic>
        <p:nvPicPr>
          <p:cNvPr id="1992" name="Image 1989" descr="preencoded.png">    </p:cNvPr>
          <p:cNvPicPr>
            <a:picLocks noChangeAspect="1"/>
          </p:cNvPicPr>
          <p:nvPr/>
        </p:nvPicPr>
        <p:blipFill>
          <a:blip r:embed="rId1990"/>
          <a:stretch>
            <a:fillRect/>
          </a:stretch>
        </p:blipFill>
        <p:spPr>
          <a:xfrm>
            <a:off x="3954996" y="1418062"/>
            <a:ext cx="69145" cy="41037"/>
          </a:xfrm>
          <a:prstGeom prst="rect">
            <a:avLst/>
          </a:prstGeom>
        </p:spPr>
      </p:pic>
      <p:pic>
        <p:nvPicPr>
          <p:cNvPr id="1993" name="Image 1990" descr="preencoded.png">    </p:cNvPr>
          <p:cNvPicPr>
            <a:picLocks noChangeAspect="1"/>
          </p:cNvPicPr>
          <p:nvPr/>
        </p:nvPicPr>
        <p:blipFill>
          <a:blip r:embed="rId1991"/>
          <a:stretch>
            <a:fillRect/>
          </a:stretch>
        </p:blipFill>
        <p:spPr>
          <a:xfrm>
            <a:off x="3946296" y="1397457"/>
            <a:ext cx="81744" cy="82419"/>
          </a:xfrm>
          <a:prstGeom prst="rect">
            <a:avLst/>
          </a:prstGeom>
        </p:spPr>
      </p:pic>
      <p:pic>
        <p:nvPicPr>
          <p:cNvPr id="1994" name="Image 1991" descr="preencoded.png">    </p:cNvPr>
          <p:cNvPicPr>
            <a:picLocks noChangeAspect="1"/>
          </p:cNvPicPr>
          <p:nvPr/>
        </p:nvPicPr>
        <p:blipFill>
          <a:blip r:embed="rId1992"/>
          <a:stretch>
            <a:fillRect/>
          </a:stretch>
        </p:blipFill>
        <p:spPr>
          <a:xfrm>
            <a:off x="7230433" y="1428330"/>
            <a:ext cx="68904" cy="63982"/>
          </a:xfrm>
          <a:prstGeom prst="rect">
            <a:avLst/>
          </a:prstGeom>
        </p:spPr>
      </p:pic>
      <p:pic>
        <p:nvPicPr>
          <p:cNvPr id="1995" name="Image 1992" descr="preencoded.png">    </p:cNvPr>
          <p:cNvPicPr>
            <a:picLocks noChangeAspect="1"/>
          </p:cNvPicPr>
          <p:nvPr/>
        </p:nvPicPr>
        <p:blipFill>
          <a:blip r:embed="rId1993"/>
          <a:stretch>
            <a:fillRect/>
          </a:stretch>
        </p:blipFill>
        <p:spPr>
          <a:xfrm>
            <a:off x="1808894" y="1410556"/>
            <a:ext cx="89421" cy="63872"/>
          </a:xfrm>
          <a:prstGeom prst="rect">
            <a:avLst/>
          </a:prstGeom>
        </p:spPr>
      </p:pic>
      <p:pic>
        <p:nvPicPr>
          <p:cNvPr id="1996" name="Image 1993" descr="preencoded.png">    </p:cNvPr>
          <p:cNvPicPr>
            <a:picLocks noChangeAspect="1"/>
          </p:cNvPicPr>
          <p:nvPr/>
        </p:nvPicPr>
        <p:blipFill>
          <a:blip r:embed="rId1994"/>
          <a:stretch>
            <a:fillRect/>
          </a:stretch>
        </p:blipFill>
        <p:spPr>
          <a:xfrm>
            <a:off x="1936638" y="1395573"/>
            <a:ext cx="81756" cy="104404"/>
          </a:xfrm>
          <a:prstGeom prst="rect">
            <a:avLst/>
          </a:prstGeom>
        </p:spPr>
      </p:pic>
      <p:pic>
        <p:nvPicPr>
          <p:cNvPr id="1997" name="Image 1994" descr="preencoded.png">    </p:cNvPr>
          <p:cNvPicPr>
            <a:picLocks noChangeAspect="1"/>
          </p:cNvPicPr>
          <p:nvPr/>
        </p:nvPicPr>
        <p:blipFill>
          <a:blip r:embed="rId1995"/>
          <a:stretch>
            <a:fillRect/>
          </a:stretch>
        </p:blipFill>
        <p:spPr>
          <a:xfrm>
            <a:off x="4889902" y="1423879"/>
            <a:ext cx="94477" cy="96537"/>
          </a:xfrm>
          <a:prstGeom prst="rect">
            <a:avLst/>
          </a:prstGeom>
        </p:spPr>
      </p:pic>
      <p:pic>
        <p:nvPicPr>
          <p:cNvPr id="1998" name="Image 1995" descr="preencoded.png">    </p:cNvPr>
          <p:cNvPicPr>
            <a:picLocks noChangeAspect="1"/>
          </p:cNvPicPr>
          <p:nvPr/>
        </p:nvPicPr>
        <p:blipFill>
          <a:blip r:embed="rId1996"/>
          <a:stretch>
            <a:fillRect/>
          </a:stretch>
        </p:blipFill>
        <p:spPr>
          <a:xfrm>
            <a:off x="1167619" y="1303251"/>
            <a:ext cx="324470" cy="339799"/>
          </a:xfrm>
          <a:prstGeom prst="rect">
            <a:avLst/>
          </a:prstGeom>
        </p:spPr>
      </p:pic>
      <p:pic>
        <p:nvPicPr>
          <p:cNvPr id="1999" name="Image 1996" descr="preencoded.png">    </p:cNvPr>
          <p:cNvPicPr>
            <a:picLocks noChangeAspect="1"/>
          </p:cNvPicPr>
          <p:nvPr/>
        </p:nvPicPr>
        <p:blipFill>
          <a:blip r:embed="rId1997"/>
          <a:stretch>
            <a:fillRect/>
          </a:stretch>
        </p:blipFill>
        <p:spPr>
          <a:xfrm>
            <a:off x="1836998" y="1390117"/>
            <a:ext cx="117525" cy="66427"/>
          </a:xfrm>
          <a:prstGeom prst="rect">
            <a:avLst/>
          </a:prstGeom>
        </p:spPr>
      </p:pic>
      <p:pic>
        <p:nvPicPr>
          <p:cNvPr id="2000" name="Image 1997" descr="preencoded.png">    </p:cNvPr>
          <p:cNvPicPr>
            <a:picLocks noChangeAspect="1"/>
          </p:cNvPicPr>
          <p:nvPr/>
        </p:nvPicPr>
        <p:blipFill>
          <a:blip r:embed="rId1998"/>
          <a:stretch>
            <a:fillRect/>
          </a:stretch>
        </p:blipFill>
        <p:spPr>
          <a:xfrm>
            <a:off x="4770003" y="1341574"/>
            <a:ext cx="130299" cy="104750"/>
          </a:xfrm>
          <a:prstGeom prst="rect">
            <a:avLst/>
          </a:prstGeom>
        </p:spPr>
      </p:pic>
      <p:pic>
        <p:nvPicPr>
          <p:cNvPr id="2001" name="Image 1998" descr="preencoded.png">    </p:cNvPr>
          <p:cNvPicPr>
            <a:picLocks noChangeAspect="1"/>
          </p:cNvPicPr>
          <p:nvPr/>
        </p:nvPicPr>
        <p:blipFill>
          <a:blip r:embed="rId1999"/>
          <a:stretch>
            <a:fillRect/>
          </a:stretch>
        </p:blipFill>
        <p:spPr>
          <a:xfrm>
            <a:off x="1765461" y="1316025"/>
            <a:ext cx="260352" cy="209500"/>
          </a:xfrm>
          <a:prstGeom prst="rect">
            <a:avLst/>
          </a:prstGeom>
        </p:spPr>
      </p:pic>
      <p:pic>
        <p:nvPicPr>
          <p:cNvPr id="2002" name="Image 1999" descr="preencoded.png">    </p:cNvPr>
          <p:cNvPicPr>
            <a:picLocks noChangeAspect="1"/>
          </p:cNvPicPr>
          <p:nvPr/>
        </p:nvPicPr>
        <p:blipFill>
          <a:blip r:embed="rId2000"/>
          <a:stretch>
            <a:fillRect/>
          </a:stretch>
        </p:blipFill>
        <p:spPr>
          <a:xfrm>
            <a:off x="7077062" y="1372233"/>
            <a:ext cx="74091" cy="65280"/>
          </a:xfrm>
          <a:prstGeom prst="rect">
            <a:avLst/>
          </a:prstGeom>
        </p:spPr>
      </p:pic>
      <p:pic>
        <p:nvPicPr>
          <p:cNvPr id="2003" name="Image 2000" descr="preencoded.png">    </p:cNvPr>
          <p:cNvPicPr>
            <a:picLocks noChangeAspect="1"/>
          </p:cNvPicPr>
          <p:nvPr/>
        </p:nvPicPr>
        <p:blipFill>
          <a:blip r:embed="rId2001"/>
          <a:stretch>
            <a:fillRect/>
          </a:stretch>
        </p:blipFill>
        <p:spPr>
          <a:xfrm>
            <a:off x="4772552" y="1367123"/>
            <a:ext cx="45994" cy="66427"/>
          </a:xfrm>
          <a:prstGeom prst="rect">
            <a:avLst/>
          </a:prstGeom>
        </p:spPr>
      </p:pic>
      <p:pic>
        <p:nvPicPr>
          <p:cNvPr id="2004" name="Image 2001" descr="preencoded.png">    </p:cNvPr>
          <p:cNvPicPr>
            <a:picLocks noChangeAspect="1"/>
          </p:cNvPicPr>
          <p:nvPr/>
        </p:nvPicPr>
        <p:blipFill>
          <a:blip r:embed="rId2002"/>
          <a:stretch>
            <a:fillRect/>
          </a:stretch>
        </p:blipFill>
        <p:spPr>
          <a:xfrm>
            <a:off x="4746801" y="1349238"/>
            <a:ext cx="148392" cy="107267"/>
          </a:xfrm>
          <a:prstGeom prst="rect">
            <a:avLst/>
          </a:prstGeom>
        </p:spPr>
      </p:pic>
      <p:pic>
        <p:nvPicPr>
          <p:cNvPr id="2005" name="Image 2002" descr="preencoded.png">    </p:cNvPr>
          <p:cNvPicPr>
            <a:picLocks noChangeAspect="1"/>
          </p:cNvPicPr>
          <p:nvPr/>
        </p:nvPicPr>
        <p:blipFill>
          <a:blip r:embed="rId2003"/>
          <a:stretch>
            <a:fillRect/>
          </a:stretch>
        </p:blipFill>
        <p:spPr>
          <a:xfrm>
            <a:off x="6331037" y="1331354"/>
            <a:ext cx="61317" cy="110169"/>
          </a:xfrm>
          <a:prstGeom prst="rect">
            <a:avLst/>
          </a:prstGeom>
        </p:spPr>
      </p:pic>
      <p:pic>
        <p:nvPicPr>
          <p:cNvPr id="2006" name="Image 2003" descr="preencoded.png">    </p:cNvPr>
          <p:cNvPicPr>
            <a:picLocks noChangeAspect="1"/>
          </p:cNvPicPr>
          <p:nvPr/>
        </p:nvPicPr>
        <p:blipFill>
          <a:blip r:embed="rId2004"/>
          <a:stretch>
            <a:fillRect/>
          </a:stretch>
        </p:blipFill>
        <p:spPr>
          <a:xfrm>
            <a:off x="3939514" y="1391120"/>
            <a:ext cx="97238" cy="96083"/>
          </a:xfrm>
          <a:prstGeom prst="rect">
            <a:avLst/>
          </a:prstGeom>
        </p:spPr>
      </p:pic>
      <p:pic>
        <p:nvPicPr>
          <p:cNvPr id="2007" name="Image 2004" descr="preencoded.png">    </p:cNvPr>
          <p:cNvPicPr>
            <a:picLocks noChangeAspect="1"/>
          </p:cNvPicPr>
          <p:nvPr/>
        </p:nvPicPr>
        <p:blipFill>
          <a:blip r:embed="rId2005"/>
          <a:stretch>
            <a:fillRect/>
          </a:stretch>
        </p:blipFill>
        <p:spPr>
          <a:xfrm>
            <a:off x="1714364" y="1321135"/>
            <a:ext cx="178842" cy="94531"/>
          </a:xfrm>
          <a:prstGeom prst="rect">
            <a:avLst/>
          </a:prstGeom>
        </p:spPr>
      </p:pic>
      <p:pic>
        <p:nvPicPr>
          <p:cNvPr id="2008" name="Image 2005" descr="preencoded.png">    </p:cNvPr>
          <p:cNvPicPr>
            <a:picLocks noChangeAspect="1"/>
          </p:cNvPicPr>
          <p:nvPr/>
        </p:nvPicPr>
        <p:blipFill>
          <a:blip r:embed="rId2006"/>
          <a:stretch>
            <a:fillRect/>
          </a:stretch>
        </p:blipFill>
        <p:spPr>
          <a:xfrm>
            <a:off x="1305583" y="1382452"/>
            <a:ext cx="51098" cy="41013"/>
          </a:xfrm>
          <a:prstGeom prst="rect">
            <a:avLst/>
          </a:prstGeom>
        </p:spPr>
      </p:pic>
      <p:pic>
        <p:nvPicPr>
          <p:cNvPr id="2009" name="Image 2006" descr="preencoded.png">    </p:cNvPr>
          <p:cNvPicPr>
            <a:picLocks noChangeAspect="1"/>
          </p:cNvPicPr>
          <p:nvPr/>
        </p:nvPicPr>
        <p:blipFill>
          <a:blip r:embed="rId2007"/>
          <a:stretch>
            <a:fillRect/>
          </a:stretch>
        </p:blipFill>
        <p:spPr>
          <a:xfrm>
            <a:off x="1581510" y="1300696"/>
            <a:ext cx="419001" cy="150738"/>
          </a:xfrm>
          <a:prstGeom prst="rect">
            <a:avLst/>
          </a:prstGeom>
        </p:spPr>
      </p:pic>
      <p:pic>
        <p:nvPicPr>
          <p:cNvPr id="2010" name="Image 2007" descr="preencoded.png">    </p:cNvPr>
          <p:cNvPicPr>
            <a:picLocks noChangeAspect="1"/>
          </p:cNvPicPr>
          <p:nvPr/>
        </p:nvPicPr>
        <p:blipFill>
          <a:blip r:embed="rId2008"/>
          <a:stretch>
            <a:fillRect/>
          </a:stretch>
        </p:blipFill>
        <p:spPr>
          <a:xfrm>
            <a:off x="1745022" y="1382452"/>
            <a:ext cx="63872" cy="28104"/>
          </a:xfrm>
          <a:prstGeom prst="rect">
            <a:avLst/>
          </a:prstGeom>
        </p:spPr>
      </p:pic>
      <p:pic>
        <p:nvPicPr>
          <p:cNvPr id="2011" name="Image 2008" descr="preencoded.png">    </p:cNvPr>
          <p:cNvPicPr>
            <a:picLocks noChangeAspect="1"/>
          </p:cNvPicPr>
          <p:nvPr/>
        </p:nvPicPr>
        <p:blipFill>
          <a:blip r:embed="rId2009"/>
          <a:stretch>
            <a:fillRect/>
          </a:stretch>
        </p:blipFill>
        <p:spPr>
          <a:xfrm>
            <a:off x="1188058" y="1367123"/>
            <a:ext cx="385787" cy="275927"/>
          </a:xfrm>
          <a:prstGeom prst="rect">
            <a:avLst/>
          </a:prstGeom>
        </p:spPr>
      </p:pic>
      <p:pic>
        <p:nvPicPr>
          <p:cNvPr id="2012" name="Image 2009" descr="preencoded.png">    </p:cNvPr>
          <p:cNvPicPr>
            <a:picLocks noChangeAspect="1"/>
          </p:cNvPicPr>
          <p:nvPr/>
        </p:nvPicPr>
        <p:blipFill>
          <a:blip r:embed="rId2010"/>
          <a:stretch>
            <a:fillRect/>
          </a:stretch>
        </p:blipFill>
        <p:spPr>
          <a:xfrm>
            <a:off x="3410732" y="1037751"/>
            <a:ext cx="978594" cy="784141"/>
          </a:xfrm>
          <a:prstGeom prst="rect">
            <a:avLst/>
          </a:prstGeom>
        </p:spPr>
      </p:pic>
      <p:pic>
        <p:nvPicPr>
          <p:cNvPr id="2013" name="Image 2010" descr="preencoded.png">    </p:cNvPr>
          <p:cNvPicPr>
            <a:picLocks noChangeAspect="1"/>
          </p:cNvPicPr>
          <p:nvPr/>
        </p:nvPicPr>
        <p:blipFill>
          <a:blip r:embed="rId2011"/>
          <a:stretch>
            <a:fillRect/>
          </a:stretch>
        </p:blipFill>
        <p:spPr>
          <a:xfrm>
            <a:off x="4777668" y="1328799"/>
            <a:ext cx="304031" cy="109860"/>
          </a:xfrm>
          <a:prstGeom prst="rect">
            <a:avLst/>
          </a:prstGeom>
        </p:spPr>
      </p:pic>
      <p:pic>
        <p:nvPicPr>
          <p:cNvPr id="2014" name="Image 2011" descr="preencoded.png">    </p:cNvPr>
          <p:cNvPicPr>
            <a:picLocks noChangeAspect="1"/>
          </p:cNvPicPr>
          <p:nvPr/>
        </p:nvPicPr>
        <p:blipFill>
          <a:blip r:embed="rId2012"/>
          <a:stretch>
            <a:fillRect/>
          </a:stretch>
        </p:blipFill>
        <p:spPr>
          <a:xfrm>
            <a:off x="1267259" y="1362013"/>
            <a:ext cx="137964" cy="117525"/>
          </a:xfrm>
          <a:prstGeom prst="rect">
            <a:avLst/>
          </a:prstGeom>
        </p:spPr>
      </p:pic>
      <p:pic>
        <p:nvPicPr>
          <p:cNvPr id="2015" name="Image 2012" descr="preencoded.png">    </p:cNvPr>
          <p:cNvPicPr>
            <a:picLocks noChangeAspect="1"/>
          </p:cNvPicPr>
          <p:nvPr/>
        </p:nvPicPr>
        <p:blipFill>
          <a:blip r:embed="rId2013"/>
          <a:stretch>
            <a:fillRect/>
          </a:stretch>
        </p:blipFill>
        <p:spPr>
          <a:xfrm>
            <a:off x="1356680" y="1333909"/>
            <a:ext cx="86866" cy="48689"/>
          </a:xfrm>
          <a:prstGeom prst="rect">
            <a:avLst/>
          </a:prstGeom>
        </p:spPr>
      </p:pic>
      <p:pic>
        <p:nvPicPr>
          <p:cNvPr id="2016" name="Image 2013" descr="preencoded.png">    </p:cNvPr>
          <p:cNvPicPr>
            <a:picLocks noChangeAspect="1"/>
          </p:cNvPicPr>
          <p:nvPr/>
        </p:nvPicPr>
        <p:blipFill>
          <a:blip r:embed="rId2014"/>
          <a:stretch>
            <a:fillRect/>
          </a:stretch>
        </p:blipFill>
        <p:spPr>
          <a:xfrm>
            <a:off x="1558516" y="1364735"/>
            <a:ext cx="97086" cy="7497"/>
          </a:xfrm>
          <a:prstGeom prst="rect">
            <a:avLst/>
          </a:prstGeom>
        </p:spPr>
      </p:pic>
      <p:pic>
        <p:nvPicPr>
          <p:cNvPr id="2017" name="Image 2014" descr="preencoded.png">    </p:cNvPr>
          <p:cNvPicPr>
            <a:picLocks noChangeAspect="1"/>
          </p:cNvPicPr>
          <p:nvPr/>
        </p:nvPicPr>
        <p:blipFill>
          <a:blip r:embed="rId2015"/>
          <a:stretch>
            <a:fillRect/>
          </a:stretch>
        </p:blipFill>
        <p:spPr>
          <a:xfrm>
            <a:off x="4325669" y="1323690"/>
            <a:ext cx="55993" cy="79201"/>
          </a:xfrm>
          <a:prstGeom prst="rect">
            <a:avLst/>
          </a:prstGeom>
        </p:spPr>
      </p:pic>
      <p:pic>
        <p:nvPicPr>
          <p:cNvPr id="2018" name="Image 2015" descr="preencoded.png">    </p:cNvPr>
          <p:cNvPicPr>
            <a:picLocks noChangeAspect="1"/>
          </p:cNvPicPr>
          <p:nvPr/>
        </p:nvPicPr>
        <p:blipFill>
          <a:blip r:embed="rId2016"/>
          <a:stretch>
            <a:fillRect/>
          </a:stretch>
        </p:blipFill>
        <p:spPr>
          <a:xfrm>
            <a:off x="2291732" y="1305246"/>
            <a:ext cx="817554" cy="330139"/>
          </a:xfrm>
          <a:prstGeom prst="rect">
            <a:avLst/>
          </a:prstGeom>
        </p:spPr>
      </p:pic>
      <p:pic>
        <p:nvPicPr>
          <p:cNvPr id="2019" name="Image 2016" descr="preencoded.png">    </p:cNvPr>
          <p:cNvPicPr>
            <a:picLocks noChangeAspect="1"/>
          </p:cNvPicPr>
          <p:nvPr/>
        </p:nvPicPr>
        <p:blipFill>
          <a:blip r:embed="rId2017"/>
          <a:stretch>
            <a:fillRect/>
          </a:stretch>
        </p:blipFill>
        <p:spPr>
          <a:xfrm>
            <a:off x="2276438" y="1294456"/>
            <a:ext cx="843024" cy="349872"/>
          </a:xfrm>
          <a:prstGeom prst="rect">
            <a:avLst/>
          </a:prstGeom>
        </p:spPr>
      </p:pic>
      <p:pic>
        <p:nvPicPr>
          <p:cNvPr id="2020" name="Image 2017" descr="preencoded.png">    </p:cNvPr>
          <p:cNvPicPr>
            <a:picLocks noChangeAspect="1"/>
          </p:cNvPicPr>
          <p:nvPr/>
        </p:nvPicPr>
        <p:blipFill>
          <a:blip r:embed="rId2018"/>
          <a:stretch>
            <a:fillRect/>
          </a:stretch>
        </p:blipFill>
        <p:spPr>
          <a:xfrm>
            <a:off x="1520193" y="1354294"/>
            <a:ext cx="309141" cy="58816"/>
          </a:xfrm>
          <a:prstGeom prst="rect">
            <a:avLst/>
          </a:prstGeom>
        </p:spPr>
      </p:pic>
      <p:pic>
        <p:nvPicPr>
          <p:cNvPr id="2021" name="Image 2018" descr="preencoded.png">    </p:cNvPr>
          <p:cNvPicPr>
            <a:picLocks noChangeAspect="1"/>
          </p:cNvPicPr>
          <p:nvPr/>
        </p:nvPicPr>
        <p:blipFill>
          <a:blip r:embed="rId2019"/>
          <a:stretch>
            <a:fillRect/>
          </a:stretch>
        </p:blipFill>
        <p:spPr>
          <a:xfrm>
            <a:off x="4037007" y="1275147"/>
            <a:ext cx="324215" cy="145628"/>
          </a:xfrm>
          <a:prstGeom prst="rect">
            <a:avLst/>
          </a:prstGeom>
        </p:spPr>
      </p:pic>
      <p:pic>
        <p:nvPicPr>
          <p:cNvPr id="2022" name="Image 2019" descr="preencoded.png">    </p:cNvPr>
          <p:cNvPicPr>
            <a:picLocks noChangeAspect="1"/>
          </p:cNvPicPr>
          <p:nvPr/>
        </p:nvPicPr>
        <p:blipFill>
          <a:blip r:embed="rId2020"/>
          <a:stretch>
            <a:fillRect/>
          </a:stretch>
        </p:blipFill>
        <p:spPr>
          <a:xfrm>
            <a:off x="1576400" y="1361597"/>
            <a:ext cx="168622" cy="20855"/>
          </a:xfrm>
          <a:prstGeom prst="rect">
            <a:avLst/>
          </a:prstGeom>
        </p:spPr>
      </p:pic>
      <p:pic>
        <p:nvPicPr>
          <p:cNvPr id="2023" name="Image 2020" descr="preencoded.png">    </p:cNvPr>
          <p:cNvPicPr>
            <a:picLocks noChangeAspect="1"/>
          </p:cNvPicPr>
          <p:nvPr/>
        </p:nvPicPr>
        <p:blipFill>
          <a:blip r:embed="rId2021"/>
          <a:stretch>
            <a:fillRect/>
          </a:stretch>
        </p:blipFill>
        <p:spPr>
          <a:xfrm>
            <a:off x="4690802" y="1359458"/>
            <a:ext cx="33214" cy="45988"/>
          </a:xfrm>
          <a:prstGeom prst="rect">
            <a:avLst/>
          </a:prstGeom>
        </p:spPr>
      </p:pic>
      <p:pic>
        <p:nvPicPr>
          <p:cNvPr id="2024" name="Image 2021" descr="preencoded.png">    </p:cNvPr>
          <p:cNvPicPr>
            <a:picLocks noChangeAspect="1"/>
          </p:cNvPicPr>
          <p:nvPr/>
        </p:nvPicPr>
        <p:blipFill>
          <a:blip r:embed="rId2022"/>
          <a:stretch>
            <a:fillRect/>
          </a:stretch>
        </p:blipFill>
        <p:spPr>
          <a:xfrm>
            <a:off x="4621820" y="1333909"/>
            <a:ext cx="74091" cy="48543"/>
          </a:xfrm>
          <a:prstGeom prst="rect">
            <a:avLst/>
          </a:prstGeom>
        </p:spPr>
      </p:pic>
      <p:pic>
        <p:nvPicPr>
          <p:cNvPr id="2025" name="Image 2022" descr="preencoded.png">    </p:cNvPr>
          <p:cNvPicPr>
            <a:picLocks noChangeAspect="1"/>
          </p:cNvPicPr>
          <p:nvPr/>
        </p:nvPicPr>
        <p:blipFill>
          <a:blip r:embed="rId2023"/>
          <a:stretch>
            <a:fillRect/>
          </a:stretch>
        </p:blipFill>
        <p:spPr>
          <a:xfrm>
            <a:off x="3395317" y="920018"/>
            <a:ext cx="5270" cy="1607021"/>
          </a:xfrm>
          <a:prstGeom prst="rect">
            <a:avLst/>
          </a:prstGeom>
        </p:spPr>
      </p:pic>
      <p:pic>
        <p:nvPicPr>
          <p:cNvPr id="2026" name="Image 2023" descr="preencoded.png">    </p:cNvPr>
          <p:cNvPicPr>
            <a:picLocks noChangeAspect="1"/>
          </p:cNvPicPr>
          <p:nvPr/>
        </p:nvPicPr>
        <p:blipFill>
          <a:blip r:embed="rId2024"/>
          <a:stretch>
            <a:fillRect/>
          </a:stretch>
        </p:blipFill>
        <p:spPr>
          <a:xfrm>
            <a:off x="4294795" y="1315913"/>
            <a:ext cx="79202" cy="76758"/>
          </a:xfrm>
          <a:prstGeom prst="rect">
            <a:avLst/>
          </a:prstGeom>
        </p:spPr>
      </p:pic>
      <p:pic>
        <p:nvPicPr>
          <p:cNvPr id="2027" name="Image 2024" descr="preencoded.png">    </p:cNvPr>
          <p:cNvPicPr>
            <a:picLocks noChangeAspect="1"/>
          </p:cNvPicPr>
          <p:nvPr/>
        </p:nvPicPr>
        <p:blipFill>
          <a:blip r:embed="rId2025"/>
          <a:stretch>
            <a:fillRect/>
          </a:stretch>
        </p:blipFill>
        <p:spPr>
          <a:xfrm>
            <a:off x="1198277" y="1305494"/>
            <a:ext cx="464989" cy="327336"/>
          </a:xfrm>
          <a:prstGeom prst="rect">
            <a:avLst/>
          </a:prstGeom>
        </p:spPr>
      </p:pic>
      <p:pic>
        <p:nvPicPr>
          <p:cNvPr id="2028" name="Image 2025" descr="preencoded.png">    </p:cNvPr>
          <p:cNvPicPr>
            <a:picLocks noChangeAspect="1"/>
          </p:cNvPicPr>
          <p:nvPr/>
        </p:nvPicPr>
        <p:blipFill>
          <a:blip r:embed="rId2026"/>
          <a:stretch>
            <a:fillRect/>
          </a:stretch>
        </p:blipFill>
        <p:spPr>
          <a:xfrm>
            <a:off x="4432758" y="1323690"/>
            <a:ext cx="28104" cy="45988"/>
          </a:xfrm>
          <a:prstGeom prst="rect">
            <a:avLst/>
          </a:prstGeom>
        </p:spPr>
      </p:pic>
      <p:pic>
        <p:nvPicPr>
          <p:cNvPr id="2029" name="Image 2026" descr="preencoded.png">    </p:cNvPr>
          <p:cNvPicPr>
            <a:picLocks noChangeAspect="1"/>
          </p:cNvPicPr>
          <p:nvPr/>
        </p:nvPicPr>
        <p:blipFill>
          <a:blip r:embed="rId2027"/>
          <a:stretch>
            <a:fillRect/>
          </a:stretch>
        </p:blipFill>
        <p:spPr>
          <a:xfrm>
            <a:off x="4782778" y="1303251"/>
            <a:ext cx="301476" cy="137964"/>
          </a:xfrm>
          <a:prstGeom prst="rect">
            <a:avLst/>
          </a:prstGeom>
        </p:spPr>
      </p:pic>
      <p:pic>
        <p:nvPicPr>
          <p:cNvPr id="2030" name="Image 2027" descr="preencoded.png">    </p:cNvPr>
          <p:cNvPicPr>
            <a:picLocks noChangeAspect="1"/>
          </p:cNvPicPr>
          <p:nvPr/>
        </p:nvPicPr>
        <p:blipFill>
          <a:blip r:embed="rId2028"/>
          <a:stretch>
            <a:fillRect/>
          </a:stretch>
        </p:blipFill>
        <p:spPr>
          <a:xfrm>
            <a:off x="1425496" y="1305647"/>
            <a:ext cx="150904" cy="46147"/>
          </a:xfrm>
          <a:prstGeom prst="rect">
            <a:avLst/>
          </a:prstGeom>
        </p:spPr>
      </p:pic>
      <p:pic>
        <p:nvPicPr>
          <p:cNvPr id="2031" name="Image 2028" descr="preencoded.png">    </p:cNvPr>
          <p:cNvPicPr>
            <a:picLocks noChangeAspect="1"/>
          </p:cNvPicPr>
          <p:nvPr/>
        </p:nvPicPr>
        <p:blipFill>
          <a:blip r:embed="rId2029"/>
          <a:stretch>
            <a:fillRect/>
          </a:stretch>
        </p:blipFill>
        <p:spPr>
          <a:xfrm>
            <a:off x="1443546" y="1318580"/>
            <a:ext cx="40878" cy="15329"/>
          </a:xfrm>
          <a:prstGeom prst="rect">
            <a:avLst/>
          </a:prstGeom>
        </p:spPr>
      </p:pic>
      <p:pic>
        <p:nvPicPr>
          <p:cNvPr id="2032" name="Image 2029" descr="preencoded.png">    </p:cNvPr>
          <p:cNvPicPr>
            <a:picLocks noChangeAspect="1"/>
          </p:cNvPicPr>
          <p:nvPr/>
        </p:nvPicPr>
        <p:blipFill>
          <a:blip r:embed="rId2030"/>
          <a:stretch>
            <a:fillRect/>
          </a:stretch>
        </p:blipFill>
        <p:spPr>
          <a:xfrm>
            <a:off x="4693357" y="1272423"/>
            <a:ext cx="81919" cy="84545"/>
          </a:xfrm>
          <a:prstGeom prst="rect">
            <a:avLst/>
          </a:prstGeom>
        </p:spPr>
      </p:pic>
      <p:pic>
        <p:nvPicPr>
          <p:cNvPr id="2033" name="Image 2030" descr="preencoded.png">    </p:cNvPr>
          <p:cNvPicPr>
            <a:picLocks noChangeAspect="1"/>
          </p:cNvPicPr>
          <p:nvPr/>
        </p:nvPicPr>
        <p:blipFill>
          <a:blip r:embed="rId2031"/>
          <a:stretch>
            <a:fillRect/>
          </a:stretch>
        </p:blipFill>
        <p:spPr>
          <a:xfrm>
            <a:off x="4685692" y="1266012"/>
            <a:ext cx="97085" cy="96001"/>
          </a:xfrm>
          <a:prstGeom prst="rect">
            <a:avLst/>
          </a:prstGeom>
        </p:spPr>
      </p:pic>
      <p:pic>
        <p:nvPicPr>
          <p:cNvPr id="2034" name="Image 2031" descr="preencoded.png">    </p:cNvPr>
          <p:cNvPicPr>
            <a:picLocks noChangeAspect="1"/>
          </p:cNvPicPr>
          <p:nvPr/>
        </p:nvPicPr>
        <p:blipFill>
          <a:blip r:embed="rId2032"/>
          <a:stretch>
            <a:fillRect/>
          </a:stretch>
        </p:blipFill>
        <p:spPr>
          <a:xfrm>
            <a:off x="1627498" y="1308227"/>
            <a:ext cx="125189" cy="58896"/>
          </a:xfrm>
          <a:prstGeom prst="rect">
            <a:avLst/>
          </a:prstGeom>
        </p:spPr>
      </p:pic>
      <p:pic>
        <p:nvPicPr>
          <p:cNvPr id="2035" name="Image 2032" descr="preencoded.png">    </p:cNvPr>
          <p:cNvPicPr>
            <a:picLocks noChangeAspect="1"/>
          </p:cNvPicPr>
          <p:nvPr/>
        </p:nvPicPr>
        <p:blipFill>
          <a:blip r:embed="rId2033"/>
          <a:stretch>
            <a:fillRect/>
          </a:stretch>
        </p:blipFill>
        <p:spPr>
          <a:xfrm>
            <a:off x="4437869" y="1290476"/>
            <a:ext cx="247824" cy="97086"/>
          </a:xfrm>
          <a:prstGeom prst="rect">
            <a:avLst/>
          </a:prstGeom>
        </p:spPr>
      </p:pic>
      <p:pic>
        <p:nvPicPr>
          <p:cNvPr id="2036" name="Image 2033" descr="preencoded.png">    </p:cNvPr>
          <p:cNvPicPr>
            <a:picLocks noChangeAspect="1"/>
          </p:cNvPicPr>
          <p:nvPr/>
        </p:nvPicPr>
        <p:blipFill>
          <a:blip r:embed="rId2034"/>
          <a:stretch>
            <a:fillRect/>
          </a:stretch>
        </p:blipFill>
        <p:spPr>
          <a:xfrm>
            <a:off x="4373997" y="1244052"/>
            <a:ext cx="71433" cy="74334"/>
          </a:xfrm>
          <a:prstGeom prst="rect">
            <a:avLst/>
          </a:prstGeom>
        </p:spPr>
      </p:pic>
      <p:pic>
        <p:nvPicPr>
          <p:cNvPr id="2037" name="Image 2034" descr="preencoded.png">    </p:cNvPr>
          <p:cNvPicPr>
            <a:picLocks noChangeAspect="1"/>
          </p:cNvPicPr>
          <p:nvPr/>
        </p:nvPicPr>
        <p:blipFill>
          <a:blip r:embed="rId2035"/>
          <a:stretch>
            <a:fillRect/>
          </a:stretch>
        </p:blipFill>
        <p:spPr>
          <a:xfrm>
            <a:off x="4366586" y="1241924"/>
            <a:ext cx="84057" cy="84477"/>
          </a:xfrm>
          <a:prstGeom prst="rect">
            <a:avLst/>
          </a:prstGeom>
        </p:spPr>
      </p:pic>
      <p:pic>
        <p:nvPicPr>
          <p:cNvPr id="2038" name="Image 2035" descr="preencoded.png">    </p:cNvPr>
          <p:cNvPicPr>
            <a:picLocks noChangeAspect="1"/>
          </p:cNvPicPr>
          <p:nvPr/>
        </p:nvPicPr>
        <p:blipFill>
          <a:blip r:embed="rId2036"/>
          <a:stretch>
            <a:fillRect/>
          </a:stretch>
        </p:blipFill>
        <p:spPr>
          <a:xfrm>
            <a:off x="4458308" y="1287921"/>
            <a:ext cx="227384" cy="30659"/>
          </a:xfrm>
          <a:prstGeom prst="rect">
            <a:avLst/>
          </a:prstGeom>
        </p:spPr>
      </p:pic>
      <p:pic>
        <p:nvPicPr>
          <p:cNvPr id="2039" name="Image 2036" descr="preencoded.png">    </p:cNvPr>
          <p:cNvPicPr>
            <a:picLocks noChangeAspect="1"/>
          </p:cNvPicPr>
          <p:nvPr/>
        </p:nvPicPr>
        <p:blipFill>
          <a:blip r:embed="rId2037"/>
          <a:stretch>
            <a:fillRect/>
          </a:stretch>
        </p:blipFill>
        <p:spPr>
          <a:xfrm>
            <a:off x="1484424" y="1298141"/>
            <a:ext cx="196726" cy="20439"/>
          </a:xfrm>
          <a:prstGeom prst="rect">
            <a:avLst/>
          </a:prstGeom>
        </p:spPr>
      </p:pic>
      <p:pic>
        <p:nvPicPr>
          <p:cNvPr id="2040" name="Image 2037" descr="preencoded.png">    </p:cNvPr>
          <p:cNvPicPr>
            <a:picLocks noChangeAspect="1"/>
          </p:cNvPicPr>
          <p:nvPr/>
        </p:nvPicPr>
        <p:blipFill>
          <a:blip r:embed="rId2038"/>
          <a:stretch>
            <a:fillRect/>
          </a:stretch>
        </p:blipFill>
        <p:spPr>
          <a:xfrm>
            <a:off x="1548296" y="1295375"/>
            <a:ext cx="171177" cy="10430"/>
          </a:xfrm>
          <a:prstGeom prst="rect">
            <a:avLst/>
          </a:prstGeom>
        </p:spPr>
      </p:pic>
      <p:pic>
        <p:nvPicPr>
          <p:cNvPr id="2041" name="Image 2038" descr="preencoded.png">    </p:cNvPr>
          <p:cNvPicPr>
            <a:picLocks noChangeAspect="1"/>
          </p:cNvPicPr>
          <p:nvPr/>
        </p:nvPicPr>
        <p:blipFill>
          <a:blip r:embed="rId2039"/>
          <a:stretch>
            <a:fillRect/>
          </a:stretch>
        </p:blipFill>
        <p:spPr>
          <a:xfrm>
            <a:off x="1492089" y="1290476"/>
            <a:ext cx="153293" cy="22994"/>
          </a:xfrm>
          <a:prstGeom prst="rect">
            <a:avLst/>
          </a:prstGeom>
        </p:spPr>
      </p:pic>
      <p:pic>
        <p:nvPicPr>
          <p:cNvPr id="2042" name="Image 2039" descr="preencoded.png">    </p:cNvPr>
          <p:cNvPicPr>
            <a:picLocks noChangeAspect="1"/>
          </p:cNvPicPr>
          <p:nvPr/>
        </p:nvPicPr>
        <p:blipFill>
          <a:blip r:embed="rId2040"/>
          <a:stretch>
            <a:fillRect/>
          </a:stretch>
        </p:blipFill>
        <p:spPr>
          <a:xfrm>
            <a:off x="4361222" y="1235363"/>
            <a:ext cx="97085" cy="98546"/>
          </a:xfrm>
          <a:prstGeom prst="rect">
            <a:avLst/>
          </a:prstGeom>
        </p:spPr>
      </p:pic>
      <p:pic>
        <p:nvPicPr>
          <p:cNvPr id="2043" name="Image 2040" descr="preencoded.png">    </p:cNvPr>
          <p:cNvPicPr>
            <a:picLocks noChangeAspect="1"/>
          </p:cNvPicPr>
          <p:nvPr/>
        </p:nvPicPr>
        <p:blipFill>
          <a:blip r:embed="rId2041"/>
          <a:stretch>
            <a:fillRect/>
          </a:stretch>
        </p:blipFill>
        <p:spPr>
          <a:xfrm>
            <a:off x="3397718" y="917609"/>
            <a:ext cx="7999" cy="1612174"/>
          </a:xfrm>
          <a:prstGeom prst="rect">
            <a:avLst/>
          </a:prstGeom>
        </p:spPr>
      </p:pic>
      <p:pic>
        <p:nvPicPr>
          <p:cNvPr id="2044" name="Image 2041" descr="preencoded.png">    </p:cNvPr>
          <p:cNvPicPr>
            <a:picLocks noChangeAspect="1"/>
          </p:cNvPicPr>
          <p:nvPr/>
        </p:nvPicPr>
        <p:blipFill>
          <a:blip r:embed="rId2042"/>
          <a:stretch>
            <a:fillRect/>
          </a:stretch>
        </p:blipFill>
        <p:spPr>
          <a:xfrm>
            <a:off x="1349015" y="968561"/>
            <a:ext cx="89696" cy="20439"/>
          </a:xfrm>
          <a:prstGeom prst="rect">
            <a:avLst/>
          </a:prstGeom>
        </p:spPr>
      </p:pic>
      <p:pic>
        <p:nvPicPr>
          <p:cNvPr id="2045" name="Image 2042" descr="preencoded.png">    </p:cNvPr>
          <p:cNvPicPr>
            <a:picLocks noChangeAspect="1"/>
          </p:cNvPicPr>
          <p:nvPr/>
        </p:nvPicPr>
        <p:blipFill>
          <a:blip r:embed="rId2043"/>
          <a:stretch>
            <a:fillRect/>
          </a:stretch>
        </p:blipFill>
        <p:spPr>
          <a:xfrm>
            <a:off x="1900870" y="968561"/>
            <a:ext cx="20439" cy="17884"/>
          </a:xfrm>
          <a:prstGeom prst="rect">
            <a:avLst/>
          </a:prstGeom>
        </p:spPr>
      </p:pic>
      <p:pic>
        <p:nvPicPr>
          <p:cNvPr id="2046" name="Image 2043" descr="preencoded.png">    </p:cNvPr>
          <p:cNvPicPr>
            <a:picLocks noChangeAspect="1"/>
          </p:cNvPicPr>
          <p:nvPr/>
        </p:nvPicPr>
        <p:blipFill>
          <a:blip r:embed="rId2044"/>
          <a:stretch>
            <a:fillRect/>
          </a:stretch>
        </p:blipFill>
        <p:spPr>
          <a:xfrm>
            <a:off x="2738872" y="968561"/>
            <a:ext cx="20439" cy="17884"/>
          </a:xfrm>
          <a:prstGeom prst="rect">
            <a:avLst/>
          </a:prstGeom>
        </p:spPr>
      </p:pic>
      <p:pic>
        <p:nvPicPr>
          <p:cNvPr id="2047" name="Image 2044" descr="preencoded.png">    </p:cNvPr>
          <p:cNvPicPr>
            <a:picLocks noChangeAspect="1"/>
          </p:cNvPicPr>
          <p:nvPr/>
        </p:nvPicPr>
        <p:blipFill>
          <a:blip r:embed="rId2045"/>
          <a:stretch>
            <a:fillRect/>
          </a:stretch>
        </p:blipFill>
        <p:spPr>
          <a:xfrm>
            <a:off x="1351570" y="971116"/>
            <a:ext cx="84311" cy="107305"/>
          </a:xfrm>
          <a:prstGeom prst="rect">
            <a:avLst/>
          </a:prstGeom>
        </p:spPr>
      </p:pic>
      <p:pic>
        <p:nvPicPr>
          <p:cNvPr id="2048" name="Image 2045" descr="preencoded.png">    </p:cNvPr>
          <p:cNvPicPr>
            <a:picLocks noChangeAspect="1"/>
          </p:cNvPicPr>
          <p:nvPr/>
        </p:nvPicPr>
        <p:blipFill>
          <a:blip r:embed="rId2046"/>
          <a:stretch>
            <a:fillRect/>
          </a:stretch>
        </p:blipFill>
        <p:spPr>
          <a:xfrm>
            <a:off x="1900870" y="968561"/>
            <a:ext cx="23275" cy="20725"/>
          </a:xfrm>
          <a:prstGeom prst="rect">
            <a:avLst/>
          </a:prstGeom>
        </p:spPr>
      </p:pic>
      <p:pic>
        <p:nvPicPr>
          <p:cNvPr id="2049" name="Image 2046" descr="preencoded.png">    </p:cNvPr>
          <p:cNvPicPr>
            <a:picLocks noChangeAspect="1"/>
          </p:cNvPicPr>
          <p:nvPr/>
        </p:nvPicPr>
        <p:blipFill>
          <a:blip r:embed="rId2047"/>
          <a:stretch>
            <a:fillRect/>
          </a:stretch>
        </p:blipFill>
        <p:spPr>
          <a:xfrm>
            <a:off x="2495847" y="968561"/>
            <a:ext cx="5420" cy="38323"/>
          </a:xfrm>
          <a:prstGeom prst="rect">
            <a:avLst/>
          </a:prstGeom>
        </p:spPr>
      </p:pic>
      <p:pic>
        <p:nvPicPr>
          <p:cNvPr id="2050" name="Image 2047" descr="preencoded.png">    </p:cNvPr>
          <p:cNvPicPr>
            <a:picLocks noChangeAspect="1"/>
          </p:cNvPicPr>
          <p:nvPr/>
        </p:nvPicPr>
        <p:blipFill>
          <a:blip r:embed="rId2048"/>
          <a:stretch>
            <a:fillRect/>
          </a:stretch>
        </p:blipFill>
        <p:spPr>
          <a:xfrm>
            <a:off x="2649451" y="996384"/>
            <a:ext cx="20439" cy="10500"/>
          </a:xfrm>
          <a:prstGeom prst="rect">
            <a:avLst/>
          </a:prstGeom>
        </p:spPr>
      </p:pic>
      <p:pic>
        <p:nvPicPr>
          <p:cNvPr id="2051" name="Image 2048" descr="preencoded.png">    </p:cNvPr>
          <p:cNvPicPr>
            <a:picLocks noChangeAspect="1"/>
          </p:cNvPicPr>
          <p:nvPr/>
        </p:nvPicPr>
        <p:blipFill>
          <a:blip r:embed="rId2049"/>
          <a:stretch>
            <a:fillRect/>
          </a:stretch>
        </p:blipFill>
        <p:spPr>
          <a:xfrm>
            <a:off x="2583024" y="1042653"/>
            <a:ext cx="28129" cy="19949"/>
          </a:xfrm>
          <a:prstGeom prst="rect">
            <a:avLst/>
          </a:prstGeom>
        </p:spPr>
      </p:pic>
      <p:pic>
        <p:nvPicPr>
          <p:cNvPr id="2052" name="Image 2049" descr="preencoded.png">    </p:cNvPr>
          <p:cNvPicPr>
            <a:picLocks noChangeAspect="1"/>
          </p:cNvPicPr>
          <p:nvPr/>
        </p:nvPicPr>
        <p:blipFill>
          <a:blip r:embed="rId2050"/>
          <a:stretch>
            <a:fillRect/>
          </a:stretch>
        </p:blipFill>
        <p:spPr>
          <a:xfrm>
            <a:off x="2475719" y="960896"/>
            <a:ext cx="224830" cy="121833"/>
          </a:xfrm>
          <a:prstGeom prst="rect">
            <a:avLst/>
          </a:prstGeom>
        </p:spPr>
      </p:pic>
      <p:pic>
        <p:nvPicPr>
          <p:cNvPr id="2053" name="Image 2050" descr="preencoded.png">    </p:cNvPr>
          <p:cNvPicPr>
            <a:picLocks noChangeAspect="1"/>
          </p:cNvPicPr>
          <p:nvPr/>
        </p:nvPicPr>
        <p:blipFill>
          <a:blip r:embed="rId2051"/>
          <a:stretch>
            <a:fillRect/>
          </a:stretch>
        </p:blipFill>
        <p:spPr>
          <a:xfrm>
            <a:off x="2738872" y="968561"/>
            <a:ext cx="23275" cy="20725"/>
          </a:xfrm>
          <a:prstGeom prst="rect">
            <a:avLst/>
          </a:prstGeom>
        </p:spPr>
      </p:pic>
      <p:pic>
        <p:nvPicPr>
          <p:cNvPr id="2054" name="Image 2051" descr="preencoded.png">    </p:cNvPr>
          <p:cNvPicPr>
            <a:picLocks noChangeAspect="1"/>
          </p:cNvPicPr>
          <p:nvPr/>
        </p:nvPicPr>
        <p:blipFill>
          <a:blip r:embed="rId2052"/>
          <a:stretch>
            <a:fillRect/>
          </a:stretch>
        </p:blipFill>
        <p:spPr>
          <a:xfrm>
            <a:off x="1872767" y="971116"/>
            <a:ext cx="15329" cy="28104"/>
          </a:xfrm>
          <a:prstGeom prst="rect">
            <a:avLst/>
          </a:prstGeom>
        </p:spPr>
      </p:pic>
      <p:pic>
        <p:nvPicPr>
          <p:cNvPr id="2055" name="Image 2052" descr="preencoded.png">    </p:cNvPr>
          <p:cNvPicPr>
            <a:picLocks noChangeAspect="1"/>
          </p:cNvPicPr>
          <p:nvPr/>
        </p:nvPicPr>
        <p:blipFill>
          <a:blip r:embed="rId2053"/>
          <a:stretch>
            <a:fillRect/>
          </a:stretch>
        </p:blipFill>
        <p:spPr>
          <a:xfrm>
            <a:off x="1709272" y="991988"/>
            <a:ext cx="43415" cy="86433"/>
          </a:xfrm>
          <a:prstGeom prst="rect">
            <a:avLst/>
          </a:prstGeom>
        </p:spPr>
      </p:pic>
      <p:pic>
        <p:nvPicPr>
          <p:cNvPr id="2056" name="Image 2053" descr="preencoded.png">    </p:cNvPr>
          <p:cNvPicPr>
            <a:picLocks noChangeAspect="1"/>
          </p:cNvPicPr>
          <p:nvPr/>
        </p:nvPicPr>
        <p:blipFill>
          <a:blip r:embed="rId2054"/>
          <a:stretch>
            <a:fillRect/>
          </a:stretch>
        </p:blipFill>
        <p:spPr>
          <a:xfrm>
            <a:off x="2105261" y="968561"/>
            <a:ext cx="22994" cy="109860"/>
          </a:xfrm>
          <a:prstGeom prst="rect">
            <a:avLst/>
          </a:prstGeom>
        </p:spPr>
      </p:pic>
      <p:pic>
        <p:nvPicPr>
          <p:cNvPr id="2057" name="Image 2054" descr="preencoded.png">    </p:cNvPr>
          <p:cNvPicPr>
            <a:picLocks noChangeAspect="1"/>
          </p:cNvPicPr>
          <p:nvPr/>
        </p:nvPicPr>
        <p:blipFill>
          <a:blip r:embed="rId2055"/>
          <a:stretch>
            <a:fillRect/>
          </a:stretch>
        </p:blipFill>
        <p:spPr>
          <a:xfrm>
            <a:off x="2042746" y="1042653"/>
            <a:ext cx="24205" cy="19461"/>
          </a:xfrm>
          <a:prstGeom prst="rect">
            <a:avLst/>
          </a:prstGeom>
        </p:spPr>
      </p:pic>
      <p:pic>
        <p:nvPicPr>
          <p:cNvPr id="2058" name="Image 2055" descr="preencoded.png">    </p:cNvPr>
          <p:cNvPicPr>
            <a:picLocks noChangeAspect="1"/>
          </p:cNvPicPr>
          <p:nvPr/>
        </p:nvPicPr>
        <p:blipFill>
          <a:blip r:embed="rId2056"/>
          <a:stretch>
            <a:fillRect/>
          </a:stretch>
        </p:blipFill>
        <p:spPr>
          <a:xfrm>
            <a:off x="2018384" y="995356"/>
            <a:ext cx="74200" cy="85000"/>
          </a:xfrm>
          <a:prstGeom prst="rect">
            <a:avLst/>
          </a:prstGeom>
        </p:spPr>
      </p:pic>
      <p:pic>
        <p:nvPicPr>
          <p:cNvPr id="2059" name="Image 2056" descr="preencoded.png">    </p:cNvPr>
          <p:cNvPicPr>
            <a:picLocks noChangeAspect="1"/>
          </p:cNvPicPr>
          <p:nvPr/>
        </p:nvPicPr>
        <p:blipFill>
          <a:blip r:embed="rId2057"/>
          <a:stretch>
            <a:fillRect/>
          </a:stretch>
        </p:blipFill>
        <p:spPr>
          <a:xfrm>
            <a:off x="1711809" y="996227"/>
            <a:ext cx="48543" cy="82194"/>
          </a:xfrm>
          <a:prstGeom prst="rect">
            <a:avLst/>
          </a:prstGeom>
        </p:spPr>
      </p:pic>
      <p:pic>
        <p:nvPicPr>
          <p:cNvPr id="2060" name="Image 2057" descr="preencoded.png">    </p:cNvPr>
          <p:cNvPicPr>
            <a:picLocks noChangeAspect="1"/>
          </p:cNvPicPr>
          <p:nvPr/>
        </p:nvPicPr>
        <p:blipFill>
          <a:blip r:embed="rId2058"/>
          <a:stretch>
            <a:fillRect/>
          </a:stretch>
        </p:blipFill>
        <p:spPr>
          <a:xfrm>
            <a:off x="1785840" y="1011994"/>
            <a:ext cx="30719" cy="20439"/>
          </a:xfrm>
          <a:prstGeom prst="rect">
            <a:avLst/>
          </a:prstGeom>
        </p:spPr>
      </p:pic>
      <p:pic>
        <p:nvPicPr>
          <p:cNvPr id="2061" name="Image 2058" descr="preencoded.png">    </p:cNvPr>
          <p:cNvPicPr>
            <a:picLocks noChangeAspect="1"/>
          </p:cNvPicPr>
          <p:nvPr/>
        </p:nvPicPr>
        <p:blipFill>
          <a:blip r:embed="rId2059"/>
          <a:stretch>
            <a:fillRect/>
          </a:stretch>
        </p:blipFill>
        <p:spPr>
          <a:xfrm>
            <a:off x="1665821" y="958342"/>
            <a:ext cx="209500" cy="130299"/>
          </a:xfrm>
          <a:prstGeom prst="rect">
            <a:avLst/>
          </a:prstGeom>
        </p:spPr>
      </p:pic>
      <p:pic>
        <p:nvPicPr>
          <p:cNvPr id="2062" name="Image 2059" descr="preencoded.png">    </p:cNvPr>
          <p:cNvPicPr>
            <a:picLocks noChangeAspect="1"/>
          </p:cNvPicPr>
          <p:nvPr/>
        </p:nvPicPr>
        <p:blipFill>
          <a:blip r:embed="rId2060"/>
          <a:stretch>
            <a:fillRect/>
          </a:stretch>
        </p:blipFill>
        <p:spPr>
          <a:xfrm>
            <a:off x="2327536" y="986445"/>
            <a:ext cx="168622" cy="107305"/>
          </a:xfrm>
          <a:prstGeom prst="rect">
            <a:avLst/>
          </a:prstGeom>
        </p:spPr>
      </p:pic>
      <p:pic>
        <p:nvPicPr>
          <p:cNvPr id="2063" name="Image 2060" descr="preencoded.png">    </p:cNvPr>
          <p:cNvPicPr>
            <a:picLocks noChangeAspect="1"/>
          </p:cNvPicPr>
          <p:nvPr/>
        </p:nvPicPr>
        <p:blipFill>
          <a:blip r:embed="rId2061"/>
          <a:stretch>
            <a:fillRect/>
          </a:stretch>
        </p:blipFill>
        <p:spPr>
          <a:xfrm>
            <a:off x="2390063" y="995655"/>
            <a:ext cx="72881" cy="85260"/>
          </a:xfrm>
          <a:prstGeom prst="rect">
            <a:avLst/>
          </a:prstGeom>
        </p:spPr>
      </p:pic>
      <p:pic>
        <p:nvPicPr>
          <p:cNvPr id="2064" name="Image 2061" descr="preencoded.png">    </p:cNvPr>
          <p:cNvPicPr>
            <a:picLocks noChangeAspect="1"/>
          </p:cNvPicPr>
          <p:nvPr/>
        </p:nvPicPr>
        <p:blipFill>
          <a:blip r:embed="rId2062"/>
          <a:stretch>
            <a:fillRect/>
          </a:stretch>
        </p:blipFill>
        <p:spPr>
          <a:xfrm>
            <a:off x="2475719" y="968561"/>
            <a:ext cx="71938" cy="109860"/>
          </a:xfrm>
          <a:prstGeom prst="rect">
            <a:avLst/>
          </a:prstGeom>
        </p:spPr>
      </p:pic>
      <p:pic>
        <p:nvPicPr>
          <p:cNvPr id="2065" name="Image 2062" descr="preencoded.png">    </p:cNvPr>
          <p:cNvPicPr>
            <a:picLocks noChangeAspect="1"/>
          </p:cNvPicPr>
          <p:nvPr/>
        </p:nvPicPr>
        <p:blipFill>
          <a:blip r:embed="rId2063"/>
          <a:stretch>
            <a:fillRect/>
          </a:stretch>
        </p:blipFill>
        <p:spPr>
          <a:xfrm>
            <a:off x="2861506" y="996650"/>
            <a:ext cx="112820" cy="81771"/>
          </a:xfrm>
          <a:prstGeom prst="rect">
            <a:avLst/>
          </a:prstGeom>
        </p:spPr>
      </p:pic>
      <p:pic>
        <p:nvPicPr>
          <p:cNvPr id="2066" name="Image 2063" descr="preencoded.png">    </p:cNvPr>
          <p:cNvPicPr>
            <a:picLocks noChangeAspect="1"/>
          </p:cNvPicPr>
          <p:nvPr/>
        </p:nvPicPr>
        <p:blipFill>
          <a:blip r:embed="rId2064"/>
          <a:stretch>
            <a:fillRect/>
          </a:stretch>
        </p:blipFill>
        <p:spPr>
          <a:xfrm>
            <a:off x="2330090" y="1014331"/>
            <a:ext cx="28124" cy="16064"/>
          </a:xfrm>
          <a:prstGeom prst="rect">
            <a:avLst/>
          </a:prstGeom>
        </p:spPr>
      </p:pic>
      <p:pic>
        <p:nvPicPr>
          <p:cNvPr id="2067" name="Image 2064" descr="preencoded.png">    </p:cNvPr>
          <p:cNvPicPr>
            <a:picLocks noChangeAspect="1"/>
          </p:cNvPicPr>
          <p:nvPr/>
        </p:nvPicPr>
        <p:blipFill>
          <a:blip r:embed="rId2065"/>
          <a:stretch>
            <a:fillRect/>
          </a:stretch>
        </p:blipFill>
        <p:spPr>
          <a:xfrm>
            <a:off x="2774640" y="996259"/>
            <a:ext cx="71530" cy="84636"/>
          </a:xfrm>
          <a:prstGeom prst="rect">
            <a:avLst/>
          </a:prstGeom>
        </p:spPr>
      </p:pic>
      <p:pic>
        <p:nvPicPr>
          <p:cNvPr id="2068" name="Image 2065" descr="preencoded.png">    </p:cNvPr>
          <p:cNvPicPr>
            <a:picLocks noChangeAspect="1"/>
          </p:cNvPicPr>
          <p:nvPr/>
        </p:nvPicPr>
        <p:blipFill>
          <a:blip r:embed="rId2066"/>
          <a:stretch>
            <a:fillRect/>
          </a:stretch>
        </p:blipFill>
        <p:spPr>
          <a:xfrm>
            <a:off x="1903425" y="999220"/>
            <a:ext cx="20720" cy="79201"/>
          </a:xfrm>
          <a:prstGeom prst="rect">
            <a:avLst/>
          </a:prstGeom>
        </p:spPr>
      </p:pic>
      <p:pic>
        <p:nvPicPr>
          <p:cNvPr id="2069" name="Image 2066" descr="preencoded.png">    </p:cNvPr>
          <p:cNvPicPr>
            <a:picLocks noChangeAspect="1"/>
          </p:cNvPicPr>
          <p:nvPr/>
        </p:nvPicPr>
        <p:blipFill>
          <a:blip r:embed="rId2067"/>
          <a:stretch>
            <a:fillRect/>
          </a:stretch>
        </p:blipFill>
        <p:spPr>
          <a:xfrm>
            <a:off x="2649451" y="996138"/>
            <a:ext cx="71696" cy="82283"/>
          </a:xfrm>
          <a:prstGeom prst="rect">
            <a:avLst/>
          </a:prstGeom>
        </p:spPr>
      </p:pic>
      <p:pic>
        <p:nvPicPr>
          <p:cNvPr id="2070" name="Image 2067" descr="preencoded.png">    </p:cNvPr>
          <p:cNvPicPr>
            <a:picLocks noChangeAspect="1"/>
          </p:cNvPicPr>
          <p:nvPr/>
        </p:nvPicPr>
        <p:blipFill>
          <a:blip r:embed="rId2068"/>
          <a:stretch>
            <a:fillRect/>
          </a:stretch>
        </p:blipFill>
        <p:spPr>
          <a:xfrm>
            <a:off x="2738560" y="996384"/>
            <a:ext cx="20750" cy="82037"/>
          </a:xfrm>
          <a:prstGeom prst="rect">
            <a:avLst/>
          </a:prstGeom>
        </p:spPr>
      </p:pic>
      <p:pic>
        <p:nvPicPr>
          <p:cNvPr id="2071" name="Image 2068" descr="preencoded.png">    </p:cNvPr>
          <p:cNvPicPr>
            <a:picLocks noChangeAspect="1"/>
          </p:cNvPicPr>
          <p:nvPr/>
        </p:nvPicPr>
        <p:blipFill>
          <a:blip r:embed="rId2069"/>
          <a:stretch>
            <a:fillRect/>
          </a:stretch>
        </p:blipFill>
        <p:spPr>
          <a:xfrm>
            <a:off x="1555961" y="1013847"/>
            <a:ext cx="28104" cy="16548"/>
          </a:xfrm>
          <a:prstGeom prst="rect">
            <a:avLst/>
          </a:prstGeom>
        </p:spPr>
      </p:pic>
      <p:pic>
        <p:nvPicPr>
          <p:cNvPr id="2072" name="Image 2069" descr="preencoded.png">    </p:cNvPr>
          <p:cNvPicPr>
            <a:picLocks noChangeAspect="1"/>
          </p:cNvPicPr>
          <p:nvPr/>
        </p:nvPicPr>
        <p:blipFill>
          <a:blip r:embed="rId2070"/>
          <a:stretch>
            <a:fillRect/>
          </a:stretch>
        </p:blipFill>
        <p:spPr>
          <a:xfrm>
            <a:off x="1638127" y="1014549"/>
            <a:ext cx="38268" cy="47979"/>
          </a:xfrm>
          <a:prstGeom prst="rect">
            <a:avLst/>
          </a:prstGeom>
        </p:spPr>
      </p:pic>
      <p:pic>
        <p:nvPicPr>
          <p:cNvPr id="2073" name="Image 2070" descr="preencoded.png">    </p:cNvPr>
          <p:cNvPicPr>
            <a:picLocks noChangeAspect="1"/>
          </p:cNvPicPr>
          <p:nvPr/>
        </p:nvPicPr>
        <p:blipFill>
          <a:blip r:embed="rId2071"/>
          <a:stretch>
            <a:fillRect/>
          </a:stretch>
        </p:blipFill>
        <p:spPr>
          <a:xfrm>
            <a:off x="1617208" y="996833"/>
            <a:ext cx="79348" cy="84240"/>
          </a:xfrm>
          <a:prstGeom prst="rect">
            <a:avLst/>
          </a:prstGeom>
        </p:spPr>
      </p:pic>
      <p:pic>
        <p:nvPicPr>
          <p:cNvPr id="2074" name="Image 2071" descr="preencoded.png">    </p:cNvPr>
          <p:cNvPicPr>
            <a:picLocks noChangeAspect="1"/>
          </p:cNvPicPr>
          <p:nvPr/>
        </p:nvPicPr>
        <p:blipFill>
          <a:blip r:embed="rId2072"/>
          <a:stretch>
            <a:fillRect/>
          </a:stretch>
        </p:blipFill>
        <p:spPr>
          <a:xfrm>
            <a:off x="1937681" y="997230"/>
            <a:ext cx="73049" cy="83750"/>
          </a:xfrm>
          <a:prstGeom prst="rect">
            <a:avLst/>
          </a:prstGeom>
        </p:spPr>
      </p:pic>
      <p:pic>
        <p:nvPicPr>
          <p:cNvPr id="2075" name="Image 2072" descr="preencoded.png">    </p:cNvPr>
          <p:cNvPicPr>
            <a:picLocks noChangeAspect="1"/>
          </p:cNvPicPr>
          <p:nvPr/>
        </p:nvPicPr>
        <p:blipFill>
          <a:blip r:embed="rId2073"/>
          <a:stretch>
            <a:fillRect/>
          </a:stretch>
        </p:blipFill>
        <p:spPr>
          <a:xfrm>
            <a:off x="1888096" y="958342"/>
            <a:ext cx="252933" cy="125189"/>
          </a:xfrm>
          <a:prstGeom prst="rect">
            <a:avLst/>
          </a:prstGeom>
        </p:spPr>
      </p:pic>
      <p:pic>
        <p:nvPicPr>
          <p:cNvPr id="2076" name="Image 2073" descr="preencoded.png">    </p:cNvPr>
          <p:cNvPicPr>
            <a:picLocks noChangeAspect="1"/>
          </p:cNvPicPr>
          <p:nvPr/>
        </p:nvPicPr>
        <p:blipFill>
          <a:blip r:embed="rId2074"/>
          <a:stretch>
            <a:fillRect/>
          </a:stretch>
        </p:blipFill>
        <p:spPr>
          <a:xfrm>
            <a:off x="1555961" y="1024768"/>
            <a:ext cx="30848" cy="7961"/>
          </a:xfrm>
          <a:prstGeom prst="rect">
            <a:avLst/>
          </a:prstGeom>
        </p:spPr>
      </p:pic>
      <p:pic>
        <p:nvPicPr>
          <p:cNvPr id="2077" name="Image 2074" descr="preencoded.png">    </p:cNvPr>
          <p:cNvPicPr>
            <a:picLocks noChangeAspect="1"/>
          </p:cNvPicPr>
          <p:nvPr/>
        </p:nvPicPr>
        <p:blipFill>
          <a:blip r:embed="rId2075"/>
          <a:stretch>
            <a:fillRect/>
          </a:stretch>
        </p:blipFill>
        <p:spPr>
          <a:xfrm>
            <a:off x="2327347" y="1024768"/>
            <a:ext cx="30848" cy="7961"/>
          </a:xfrm>
          <a:prstGeom prst="rect">
            <a:avLst/>
          </a:prstGeom>
        </p:spPr>
      </p:pic>
      <p:pic>
        <p:nvPicPr>
          <p:cNvPr id="2078" name="Image 2075" descr="preencoded.png">    </p:cNvPr>
          <p:cNvPicPr>
            <a:picLocks noChangeAspect="1"/>
          </p:cNvPicPr>
          <p:nvPr/>
        </p:nvPicPr>
        <p:blipFill>
          <a:blip r:embed="rId2076"/>
          <a:stretch>
            <a:fillRect/>
          </a:stretch>
        </p:blipFill>
        <p:spPr>
          <a:xfrm>
            <a:off x="1763126" y="996155"/>
            <a:ext cx="73970" cy="84521"/>
          </a:xfrm>
          <a:prstGeom prst="rect">
            <a:avLst/>
          </a:prstGeom>
        </p:spPr>
      </p:pic>
      <p:pic>
        <p:nvPicPr>
          <p:cNvPr id="2079" name="Image 2076" descr="preencoded.png">    </p:cNvPr>
          <p:cNvPicPr>
            <a:picLocks noChangeAspect="1"/>
          </p:cNvPicPr>
          <p:nvPr/>
        </p:nvPicPr>
        <p:blipFill>
          <a:blip r:embed="rId2077"/>
          <a:stretch>
            <a:fillRect/>
          </a:stretch>
        </p:blipFill>
        <p:spPr>
          <a:xfrm>
            <a:off x="2207139" y="999220"/>
            <a:ext cx="5427" cy="79201"/>
          </a:xfrm>
          <a:prstGeom prst="rect">
            <a:avLst/>
          </a:prstGeom>
        </p:spPr>
      </p:pic>
      <p:pic>
        <p:nvPicPr>
          <p:cNvPr id="2080" name="Image 2077" descr="preencoded.png">    </p:cNvPr>
          <p:cNvPicPr>
            <a:picLocks noChangeAspect="1"/>
          </p:cNvPicPr>
          <p:nvPr/>
        </p:nvPicPr>
        <p:blipFill>
          <a:blip r:embed="rId2078"/>
          <a:stretch>
            <a:fillRect/>
          </a:stretch>
        </p:blipFill>
        <p:spPr>
          <a:xfrm>
            <a:off x="2189572" y="968403"/>
            <a:ext cx="102195" cy="110019"/>
          </a:xfrm>
          <a:prstGeom prst="rect">
            <a:avLst/>
          </a:prstGeom>
        </p:spPr>
      </p:pic>
      <p:pic>
        <p:nvPicPr>
          <p:cNvPr id="2081" name="Image 2078" descr="preencoded.png">    </p:cNvPr>
          <p:cNvPicPr>
            <a:picLocks noChangeAspect="1"/>
          </p:cNvPicPr>
          <p:nvPr/>
        </p:nvPicPr>
        <p:blipFill>
          <a:blip r:embed="rId2079"/>
          <a:stretch>
            <a:fillRect/>
          </a:stretch>
        </p:blipFill>
        <p:spPr>
          <a:xfrm>
            <a:off x="1532853" y="996507"/>
            <a:ext cx="74302" cy="84361"/>
          </a:xfrm>
          <a:prstGeom prst="rect">
            <a:avLst/>
          </a:prstGeom>
        </p:spPr>
      </p:pic>
      <p:pic>
        <p:nvPicPr>
          <p:cNvPr id="2082" name="Image 2079" descr="preencoded.png">    </p:cNvPr>
          <p:cNvPicPr>
            <a:picLocks noChangeAspect="1"/>
          </p:cNvPicPr>
          <p:nvPr/>
        </p:nvPicPr>
        <p:blipFill>
          <a:blip r:embed="rId2080"/>
          <a:stretch>
            <a:fillRect/>
          </a:stretch>
        </p:blipFill>
        <p:spPr>
          <a:xfrm>
            <a:off x="1900559" y="996665"/>
            <a:ext cx="20750" cy="81756"/>
          </a:xfrm>
          <a:prstGeom prst="rect">
            <a:avLst/>
          </a:prstGeom>
        </p:spPr>
      </p:pic>
      <p:pic>
        <p:nvPicPr>
          <p:cNvPr id="2083" name="Image 2080" descr="preencoded.png">    </p:cNvPr>
          <p:cNvPicPr>
            <a:picLocks noChangeAspect="1"/>
          </p:cNvPicPr>
          <p:nvPr/>
        </p:nvPicPr>
        <p:blipFill>
          <a:blip r:embed="rId2081"/>
          <a:stretch>
            <a:fillRect/>
          </a:stretch>
        </p:blipFill>
        <p:spPr>
          <a:xfrm>
            <a:off x="2306028" y="995976"/>
            <a:ext cx="72605" cy="84990"/>
          </a:xfrm>
          <a:prstGeom prst="rect">
            <a:avLst/>
          </a:prstGeom>
        </p:spPr>
      </p:pic>
      <p:pic>
        <p:nvPicPr>
          <p:cNvPr id="2084" name="Image 2081" descr="preencoded.png">    </p:cNvPr>
          <p:cNvPicPr>
            <a:picLocks noChangeAspect="1"/>
          </p:cNvPicPr>
          <p:nvPr/>
        </p:nvPicPr>
        <p:blipFill>
          <a:blip r:embed="rId2082"/>
          <a:stretch>
            <a:fillRect/>
          </a:stretch>
        </p:blipFill>
        <p:spPr>
          <a:xfrm>
            <a:off x="2562384" y="996691"/>
            <a:ext cx="71737" cy="83938"/>
          </a:xfrm>
          <a:prstGeom prst="rect">
            <a:avLst/>
          </a:prstGeom>
        </p:spPr>
      </p:pic>
      <p:pic>
        <p:nvPicPr>
          <p:cNvPr id="2085" name="Image 2082" descr="preencoded.png">    </p:cNvPr>
          <p:cNvPicPr>
            <a:picLocks noChangeAspect="1"/>
          </p:cNvPicPr>
          <p:nvPr/>
        </p:nvPicPr>
        <p:blipFill>
          <a:blip r:embed="rId2083"/>
          <a:stretch>
            <a:fillRect/>
          </a:stretch>
        </p:blipFill>
        <p:spPr>
          <a:xfrm>
            <a:off x="1872462" y="1014549"/>
            <a:ext cx="15634" cy="45988"/>
          </a:xfrm>
          <a:prstGeom prst="rect">
            <a:avLst/>
          </a:prstGeom>
        </p:spPr>
      </p:pic>
      <p:pic>
        <p:nvPicPr>
          <p:cNvPr id="2086" name="Image 2083" descr="preencoded.png">    </p:cNvPr>
          <p:cNvPicPr>
            <a:picLocks noChangeAspect="1"/>
          </p:cNvPicPr>
          <p:nvPr/>
        </p:nvPicPr>
        <p:blipFill>
          <a:blip r:embed="rId2084"/>
          <a:stretch>
            <a:fillRect/>
          </a:stretch>
        </p:blipFill>
        <p:spPr>
          <a:xfrm>
            <a:off x="2741427" y="999220"/>
            <a:ext cx="17884" cy="79201"/>
          </a:xfrm>
          <a:prstGeom prst="rect">
            <a:avLst/>
          </a:prstGeom>
        </p:spPr>
      </p:pic>
      <p:pic>
        <p:nvPicPr>
          <p:cNvPr id="2087" name="Image 2084" descr="preencoded.png">    </p:cNvPr>
          <p:cNvPicPr>
            <a:picLocks noChangeAspect="1"/>
          </p:cNvPicPr>
          <p:nvPr/>
        </p:nvPicPr>
        <p:blipFill>
          <a:blip r:embed="rId2085"/>
          <a:stretch>
            <a:fillRect/>
          </a:stretch>
        </p:blipFill>
        <p:spPr>
          <a:xfrm>
            <a:off x="1448656" y="968561"/>
            <a:ext cx="71537" cy="109860"/>
          </a:xfrm>
          <a:prstGeom prst="rect">
            <a:avLst/>
          </a:prstGeom>
        </p:spPr>
      </p:pic>
      <p:pic>
        <p:nvPicPr>
          <p:cNvPr id="2088" name="Image 2085" descr="preencoded.png">    </p:cNvPr>
          <p:cNvPicPr>
            <a:picLocks noChangeAspect="1"/>
          </p:cNvPicPr>
          <p:nvPr/>
        </p:nvPicPr>
        <p:blipFill>
          <a:blip r:embed="rId2086"/>
          <a:stretch>
            <a:fillRect/>
          </a:stretch>
        </p:blipFill>
        <p:spPr>
          <a:xfrm>
            <a:off x="1842108" y="971116"/>
            <a:ext cx="45988" cy="110205"/>
          </a:xfrm>
          <a:prstGeom prst="rect">
            <a:avLst/>
          </a:prstGeom>
        </p:spPr>
      </p:pic>
      <p:pic>
        <p:nvPicPr>
          <p:cNvPr id="2089" name="Image 2086" descr="preencoded.png">    </p:cNvPr>
          <p:cNvPicPr>
            <a:picLocks noChangeAspect="1"/>
          </p:cNvPicPr>
          <p:nvPr/>
        </p:nvPicPr>
        <p:blipFill>
          <a:blip r:embed="rId2087"/>
          <a:stretch>
            <a:fillRect/>
          </a:stretch>
        </p:blipFill>
        <p:spPr>
          <a:xfrm>
            <a:off x="2700549" y="986445"/>
            <a:ext cx="286147" cy="120079"/>
          </a:xfrm>
          <a:prstGeom prst="rect">
            <a:avLst/>
          </a:prstGeom>
        </p:spPr>
      </p:pic>
      <p:pic>
        <p:nvPicPr>
          <p:cNvPr id="2090" name="Image 2087" descr="preencoded.png">    </p:cNvPr>
          <p:cNvPicPr>
            <a:picLocks noChangeAspect="1"/>
          </p:cNvPicPr>
          <p:nvPr/>
        </p:nvPicPr>
        <p:blipFill>
          <a:blip r:embed="rId2088"/>
          <a:stretch>
            <a:fillRect/>
          </a:stretch>
        </p:blipFill>
        <p:spPr>
          <a:xfrm>
            <a:off x="1499754" y="994110"/>
            <a:ext cx="140518" cy="102195"/>
          </a:xfrm>
          <a:prstGeom prst="rect">
            <a:avLst/>
          </a:prstGeom>
        </p:spPr>
      </p:pic>
      <p:pic>
        <p:nvPicPr>
          <p:cNvPr id="2091" name="Image 2088" descr="preencoded.png">    </p:cNvPr>
          <p:cNvPicPr>
            <a:picLocks noChangeAspect="1"/>
          </p:cNvPicPr>
          <p:nvPr/>
        </p:nvPicPr>
        <p:blipFill>
          <a:blip r:embed="rId2089"/>
          <a:stretch>
            <a:fillRect/>
          </a:stretch>
        </p:blipFill>
        <p:spPr>
          <a:xfrm>
            <a:off x="2174243" y="948122"/>
            <a:ext cx="204391" cy="158389"/>
          </a:xfrm>
          <a:prstGeom prst="rect">
            <a:avLst/>
          </a:prstGeom>
        </p:spPr>
      </p:pic>
      <p:pic>
        <p:nvPicPr>
          <p:cNvPr id="2092" name="Image 2089" descr="preencoded.png">    </p:cNvPr>
          <p:cNvPicPr>
            <a:picLocks noChangeAspect="1"/>
          </p:cNvPicPr>
          <p:nvPr/>
        </p:nvPicPr>
        <p:blipFill>
          <a:blip r:embed="rId2090"/>
          <a:stretch>
            <a:fillRect/>
          </a:stretch>
        </p:blipFill>
        <p:spPr>
          <a:xfrm>
            <a:off x="977055" y="993662"/>
            <a:ext cx="2333068" cy="2289175"/>
          </a:xfrm>
          <a:prstGeom prst="rect">
            <a:avLst/>
          </a:prstGeom>
        </p:spPr>
      </p:pic>
      <p:pic>
        <p:nvPicPr>
          <p:cNvPr id="2093" name="Image 2090" descr="preencoded.png">    </p:cNvPr>
          <p:cNvPicPr>
            <a:picLocks noChangeAspect="1"/>
          </p:cNvPicPr>
          <p:nvPr/>
        </p:nvPicPr>
        <p:blipFill>
          <a:blip r:embed="rId2091"/>
          <a:stretch>
            <a:fillRect/>
          </a:stretch>
        </p:blipFill>
        <p:spPr>
          <a:xfrm>
            <a:off x="6410238" y="1096305"/>
            <a:ext cx="1259310" cy="843111"/>
          </a:xfrm>
          <a:prstGeom prst="rect">
            <a:avLst/>
          </a:prstGeom>
        </p:spPr>
      </p:pic>
      <p:pic>
        <p:nvPicPr>
          <p:cNvPr id="2094" name="Image 2091" descr="preencoded.png">    </p:cNvPr>
          <p:cNvPicPr>
            <a:picLocks noChangeAspect="1"/>
          </p:cNvPicPr>
          <p:nvPr/>
        </p:nvPicPr>
        <p:blipFill>
          <a:blip r:embed="rId2092"/>
          <a:stretch>
            <a:fillRect/>
          </a:stretch>
        </p:blipFill>
        <p:spPr>
          <a:xfrm>
            <a:off x="6397464" y="999220"/>
            <a:ext cx="25549" cy="79201"/>
          </a:xfrm>
          <a:prstGeom prst="rect">
            <a:avLst/>
          </a:prstGeom>
        </p:spPr>
      </p:pic>
      <p:pic>
        <p:nvPicPr>
          <p:cNvPr id="2095" name="Image 2092" descr="preencoded.png">    </p:cNvPr>
          <p:cNvPicPr>
            <a:picLocks noChangeAspect="1"/>
          </p:cNvPicPr>
          <p:nvPr/>
        </p:nvPicPr>
        <p:blipFill>
          <a:blip r:embed="rId2093"/>
          <a:stretch>
            <a:fillRect/>
          </a:stretch>
        </p:blipFill>
        <p:spPr>
          <a:xfrm>
            <a:off x="6415348" y="996387"/>
            <a:ext cx="94531" cy="82034"/>
          </a:xfrm>
          <a:prstGeom prst="rect">
            <a:avLst/>
          </a:prstGeom>
        </p:spPr>
      </p:pic>
      <p:pic>
        <p:nvPicPr>
          <p:cNvPr id="2096" name="Image 2093" descr="preencoded.png">    </p:cNvPr>
          <p:cNvPicPr>
            <a:picLocks noChangeAspect="1"/>
          </p:cNvPicPr>
          <p:nvPr/>
        </p:nvPicPr>
        <p:blipFill>
          <a:blip r:embed="rId2094"/>
          <a:stretch>
            <a:fillRect/>
          </a:stretch>
        </p:blipFill>
        <p:spPr>
          <a:xfrm>
            <a:off x="6302933" y="968561"/>
            <a:ext cx="79202" cy="110463"/>
          </a:xfrm>
          <a:prstGeom prst="rect">
            <a:avLst/>
          </a:prstGeom>
        </p:spPr>
      </p:pic>
      <p:pic>
        <p:nvPicPr>
          <p:cNvPr id="2097" name="Image 2094" descr="preencoded.png">    </p:cNvPr>
          <p:cNvPicPr>
            <a:picLocks noChangeAspect="1"/>
          </p:cNvPicPr>
          <p:nvPr/>
        </p:nvPicPr>
        <p:blipFill>
          <a:blip r:embed="rId2095"/>
          <a:stretch>
            <a:fillRect/>
          </a:stretch>
        </p:blipFill>
        <p:spPr>
          <a:xfrm>
            <a:off x="6300063" y="968561"/>
            <a:ext cx="69298" cy="109860"/>
          </a:xfrm>
          <a:prstGeom prst="rect">
            <a:avLst/>
          </a:prstGeom>
        </p:spPr>
      </p:pic>
      <p:pic>
        <p:nvPicPr>
          <p:cNvPr id="2098" name="Image 2095" descr="preencoded.png">    </p:cNvPr>
          <p:cNvPicPr>
            <a:picLocks noChangeAspect="1"/>
          </p:cNvPicPr>
          <p:nvPr/>
        </p:nvPicPr>
        <p:blipFill>
          <a:blip r:embed="rId2096"/>
          <a:stretch>
            <a:fillRect/>
          </a:stretch>
        </p:blipFill>
        <p:spPr>
          <a:xfrm>
            <a:off x="6323372" y="1057982"/>
            <a:ext cx="58762" cy="15329"/>
          </a:xfrm>
          <a:prstGeom prst="rect">
            <a:avLst/>
          </a:prstGeom>
        </p:spPr>
      </p:pic>
      <p:pic>
        <p:nvPicPr>
          <p:cNvPr id="2099" name="Image 2096" descr="preencoded.png">    </p:cNvPr>
          <p:cNvPicPr>
            <a:picLocks noChangeAspect="1"/>
          </p:cNvPicPr>
          <p:nvPr/>
        </p:nvPicPr>
        <p:blipFill>
          <a:blip r:embed="rId2097"/>
          <a:stretch>
            <a:fillRect/>
          </a:stretch>
        </p:blipFill>
        <p:spPr>
          <a:xfrm>
            <a:off x="6292714" y="968561"/>
            <a:ext cx="196889" cy="132854"/>
          </a:xfrm>
          <a:prstGeom prst="rect">
            <a:avLst/>
          </a:prstGeom>
        </p:spPr>
      </p:pic>
      <p:pic>
        <p:nvPicPr>
          <p:cNvPr id="2100" name="Image 2097" descr="preencoded.png">    </p:cNvPr>
          <p:cNvPicPr>
            <a:picLocks noChangeAspect="1"/>
          </p:cNvPicPr>
          <p:nvPr/>
        </p:nvPicPr>
        <p:blipFill>
          <a:blip r:embed="rId2098"/>
          <a:stretch>
            <a:fillRect/>
          </a:stretch>
        </p:blipFill>
        <p:spPr>
          <a:xfrm>
            <a:off x="5822452" y="884090"/>
            <a:ext cx="2332823" cy="3597435"/>
          </a:xfrm>
          <a:prstGeom prst="rect">
            <a:avLst/>
          </a:prstGeom>
        </p:spPr>
      </p:pic>
      <p:pic>
        <p:nvPicPr>
          <p:cNvPr id="2101" name="Image 2098" descr="preencoded.png">    </p:cNvPr>
          <p:cNvPicPr>
            <a:picLocks noChangeAspect="1"/>
          </p:cNvPicPr>
          <p:nvPr/>
        </p:nvPicPr>
        <p:blipFill>
          <a:blip r:embed="rId2099"/>
          <a:stretch>
            <a:fillRect/>
          </a:stretch>
        </p:blipFill>
        <p:spPr>
          <a:xfrm>
            <a:off x="3921783" y="999220"/>
            <a:ext cx="25549" cy="35768"/>
          </a:xfrm>
          <a:prstGeom prst="rect">
            <a:avLst/>
          </a:prstGeom>
        </p:spPr>
      </p:pic>
      <p:pic>
        <p:nvPicPr>
          <p:cNvPr id="2102" name="Image 2099" descr="preencoded.png">    </p:cNvPr>
          <p:cNvPicPr>
            <a:picLocks noChangeAspect="1"/>
          </p:cNvPicPr>
          <p:nvPr/>
        </p:nvPicPr>
        <p:blipFill>
          <a:blip r:embed="rId2100"/>
          <a:stretch>
            <a:fillRect/>
          </a:stretch>
        </p:blipFill>
        <p:spPr>
          <a:xfrm>
            <a:off x="3880904" y="968257"/>
            <a:ext cx="107305" cy="110164"/>
          </a:xfrm>
          <a:prstGeom prst="rect">
            <a:avLst/>
          </a:prstGeom>
        </p:spPr>
      </p:pic>
      <p:pic>
        <p:nvPicPr>
          <p:cNvPr id="2103" name="Image 2100" descr="preencoded.png">    </p:cNvPr>
          <p:cNvPicPr>
            <a:picLocks noChangeAspect="1"/>
          </p:cNvPicPr>
          <p:nvPr/>
        </p:nvPicPr>
        <p:blipFill>
          <a:blip r:embed="rId2101"/>
          <a:stretch>
            <a:fillRect/>
          </a:stretch>
        </p:blipFill>
        <p:spPr>
          <a:xfrm>
            <a:off x="4276911" y="970927"/>
            <a:ext cx="7665" cy="25738"/>
          </a:xfrm>
          <a:prstGeom prst="rect">
            <a:avLst/>
          </a:prstGeom>
        </p:spPr>
      </p:pic>
      <p:pic>
        <p:nvPicPr>
          <p:cNvPr id="2104" name="Image 2101" descr="preencoded.png">    </p:cNvPr>
          <p:cNvPicPr>
            <a:picLocks noChangeAspect="1"/>
          </p:cNvPicPr>
          <p:nvPr/>
        </p:nvPicPr>
        <p:blipFill>
          <a:blip r:embed="rId2102"/>
          <a:stretch>
            <a:fillRect/>
          </a:stretch>
        </p:blipFill>
        <p:spPr>
          <a:xfrm>
            <a:off x="4251363" y="973671"/>
            <a:ext cx="49660" cy="106548"/>
          </a:xfrm>
          <a:prstGeom prst="rect">
            <a:avLst/>
          </a:prstGeom>
        </p:spPr>
      </p:pic>
      <p:pic>
        <p:nvPicPr>
          <p:cNvPr id="2105" name="Image 2102" descr="preencoded.png">    </p:cNvPr>
          <p:cNvPicPr>
            <a:picLocks noChangeAspect="1"/>
          </p:cNvPicPr>
          <p:nvPr/>
        </p:nvPicPr>
        <p:blipFill>
          <a:blip r:embed="rId2103"/>
          <a:stretch>
            <a:fillRect/>
          </a:stretch>
        </p:blipFill>
        <p:spPr>
          <a:xfrm>
            <a:off x="4384216" y="988842"/>
            <a:ext cx="38383" cy="20598"/>
          </a:xfrm>
          <a:prstGeom prst="rect">
            <a:avLst/>
          </a:prstGeom>
        </p:spPr>
      </p:pic>
      <p:pic>
        <p:nvPicPr>
          <p:cNvPr id="2106" name="Image 2103" descr="preencoded.png">    </p:cNvPr>
          <p:cNvPicPr>
            <a:picLocks noChangeAspect="1"/>
          </p:cNvPicPr>
          <p:nvPr/>
        </p:nvPicPr>
        <p:blipFill>
          <a:blip r:embed="rId2104"/>
          <a:stretch>
            <a:fillRect/>
          </a:stretch>
        </p:blipFill>
        <p:spPr>
          <a:xfrm>
            <a:off x="4961837" y="996429"/>
            <a:ext cx="78985" cy="69217"/>
          </a:xfrm>
          <a:prstGeom prst="rect">
            <a:avLst/>
          </a:prstGeom>
        </p:spPr>
      </p:pic>
      <p:pic>
        <p:nvPicPr>
          <p:cNvPr id="2107" name="Image 2104" descr="preencoded.png">    </p:cNvPr>
          <p:cNvPicPr>
            <a:picLocks noChangeAspect="1"/>
          </p:cNvPicPr>
          <p:nvPr/>
        </p:nvPicPr>
        <p:blipFill>
          <a:blip r:embed="rId2105"/>
          <a:stretch>
            <a:fillRect/>
          </a:stretch>
        </p:blipFill>
        <p:spPr>
          <a:xfrm>
            <a:off x="4381374" y="989000"/>
            <a:ext cx="36056" cy="23293"/>
          </a:xfrm>
          <a:prstGeom prst="rect">
            <a:avLst/>
          </a:prstGeom>
        </p:spPr>
      </p:pic>
      <p:pic>
        <p:nvPicPr>
          <p:cNvPr id="2108" name="Image 2105" descr="preencoded.png">    </p:cNvPr>
          <p:cNvPicPr>
            <a:picLocks noChangeAspect="1"/>
          </p:cNvPicPr>
          <p:nvPr/>
        </p:nvPicPr>
        <p:blipFill>
          <a:blip r:embed="rId2106"/>
          <a:stretch>
            <a:fillRect/>
          </a:stretch>
        </p:blipFill>
        <p:spPr>
          <a:xfrm>
            <a:off x="5073825" y="1013774"/>
            <a:ext cx="33171" cy="49045"/>
          </a:xfrm>
          <a:prstGeom prst="rect">
            <a:avLst/>
          </a:prstGeom>
        </p:spPr>
      </p:pic>
      <p:pic>
        <p:nvPicPr>
          <p:cNvPr id="2109" name="Image 2106" descr="preencoded.png">    </p:cNvPr>
          <p:cNvPicPr>
            <a:picLocks noChangeAspect="1"/>
          </p:cNvPicPr>
          <p:nvPr/>
        </p:nvPicPr>
        <p:blipFill>
          <a:blip r:embed="rId2107"/>
          <a:stretch>
            <a:fillRect/>
          </a:stretch>
        </p:blipFill>
        <p:spPr>
          <a:xfrm>
            <a:off x="5051041" y="968561"/>
            <a:ext cx="76647" cy="110181"/>
          </a:xfrm>
          <a:prstGeom prst="rect">
            <a:avLst/>
          </a:prstGeom>
        </p:spPr>
      </p:pic>
      <p:pic>
        <p:nvPicPr>
          <p:cNvPr id="2110" name="Image 2107" descr="preencoded.png">    </p:cNvPr>
          <p:cNvPicPr>
            <a:picLocks noChangeAspect="1"/>
          </p:cNvPicPr>
          <p:nvPr/>
        </p:nvPicPr>
        <p:blipFill>
          <a:blip r:embed="rId2108"/>
          <a:stretch>
            <a:fillRect/>
          </a:stretch>
        </p:blipFill>
        <p:spPr>
          <a:xfrm>
            <a:off x="5229882" y="968561"/>
            <a:ext cx="20439" cy="109860"/>
          </a:xfrm>
          <a:prstGeom prst="rect">
            <a:avLst/>
          </a:prstGeom>
        </p:spPr>
      </p:pic>
      <p:pic>
        <p:nvPicPr>
          <p:cNvPr id="2111" name="Image 2108" descr="preencoded.png">    </p:cNvPr>
          <p:cNvPicPr>
            <a:picLocks noChangeAspect="1"/>
          </p:cNvPicPr>
          <p:nvPr/>
        </p:nvPicPr>
        <p:blipFill>
          <a:blip r:embed="rId2109"/>
          <a:stretch>
            <a:fillRect/>
          </a:stretch>
        </p:blipFill>
        <p:spPr>
          <a:xfrm>
            <a:off x="4105734" y="1013435"/>
            <a:ext cx="28104" cy="16960"/>
          </a:xfrm>
          <a:prstGeom prst="rect">
            <a:avLst/>
          </a:prstGeom>
        </p:spPr>
      </p:pic>
      <p:pic>
        <p:nvPicPr>
          <p:cNvPr id="2112" name="Image 2109" descr="preencoded.png">    </p:cNvPr>
          <p:cNvPicPr>
            <a:picLocks noChangeAspect="1"/>
          </p:cNvPicPr>
          <p:nvPr/>
        </p:nvPicPr>
        <p:blipFill>
          <a:blip r:embed="rId2110"/>
          <a:stretch>
            <a:fillRect/>
          </a:stretch>
        </p:blipFill>
        <p:spPr>
          <a:xfrm>
            <a:off x="4049526" y="996384"/>
            <a:ext cx="20439" cy="59043"/>
          </a:xfrm>
          <a:prstGeom prst="rect">
            <a:avLst/>
          </a:prstGeom>
        </p:spPr>
      </p:pic>
      <p:pic>
        <p:nvPicPr>
          <p:cNvPr id="2113" name="Image 2110" descr="preencoded.png">    </p:cNvPr>
          <p:cNvPicPr>
            <a:picLocks noChangeAspect="1"/>
          </p:cNvPicPr>
          <p:nvPr/>
        </p:nvPicPr>
        <p:blipFill>
          <a:blip r:embed="rId2111"/>
          <a:stretch>
            <a:fillRect/>
          </a:stretch>
        </p:blipFill>
        <p:spPr>
          <a:xfrm>
            <a:off x="4384216" y="1032274"/>
            <a:ext cx="43259" cy="25866"/>
          </a:xfrm>
          <a:prstGeom prst="rect">
            <a:avLst/>
          </a:prstGeom>
        </p:spPr>
      </p:pic>
      <p:pic>
        <p:nvPicPr>
          <p:cNvPr id="2114" name="Image 2111" descr="preencoded.png">    </p:cNvPr>
          <p:cNvPicPr>
            <a:picLocks noChangeAspect="1"/>
          </p:cNvPicPr>
          <p:nvPr/>
        </p:nvPicPr>
        <p:blipFill>
          <a:blip r:embed="rId2112"/>
          <a:stretch>
            <a:fillRect/>
          </a:stretch>
        </p:blipFill>
        <p:spPr>
          <a:xfrm>
            <a:off x="4361222" y="968561"/>
            <a:ext cx="89325" cy="110189"/>
          </a:xfrm>
          <a:prstGeom prst="rect">
            <a:avLst/>
          </a:prstGeom>
        </p:spPr>
      </p:pic>
      <p:pic>
        <p:nvPicPr>
          <p:cNvPr id="2115" name="Image 2112" descr="preencoded.png">    </p:cNvPr>
          <p:cNvPicPr>
            <a:picLocks noChangeAspect="1"/>
          </p:cNvPicPr>
          <p:nvPr/>
        </p:nvPicPr>
        <p:blipFill>
          <a:blip r:embed="rId2113"/>
          <a:stretch>
            <a:fillRect/>
          </a:stretch>
        </p:blipFill>
        <p:spPr>
          <a:xfrm>
            <a:off x="5163456" y="1011994"/>
            <a:ext cx="30659" cy="18190"/>
          </a:xfrm>
          <a:prstGeom prst="rect">
            <a:avLst/>
          </a:prstGeom>
        </p:spPr>
      </p:pic>
      <p:pic>
        <p:nvPicPr>
          <p:cNvPr id="2116" name="Image 2113" descr="preencoded.png">    </p:cNvPr>
          <p:cNvPicPr>
            <a:picLocks noChangeAspect="1"/>
          </p:cNvPicPr>
          <p:nvPr/>
        </p:nvPicPr>
        <p:blipFill>
          <a:blip r:embed="rId2114"/>
          <a:stretch>
            <a:fillRect/>
          </a:stretch>
        </p:blipFill>
        <p:spPr>
          <a:xfrm>
            <a:off x="4647369" y="1014331"/>
            <a:ext cx="28104" cy="15547"/>
          </a:xfrm>
          <a:prstGeom prst="rect">
            <a:avLst/>
          </a:prstGeom>
        </p:spPr>
      </p:pic>
      <p:pic>
        <p:nvPicPr>
          <p:cNvPr id="2117" name="Image 2114" descr="preencoded.png">    </p:cNvPr>
          <p:cNvPicPr>
            <a:picLocks noChangeAspect="1"/>
          </p:cNvPicPr>
          <p:nvPr/>
        </p:nvPicPr>
        <p:blipFill>
          <a:blip r:embed="rId2115"/>
          <a:stretch>
            <a:fillRect/>
          </a:stretch>
        </p:blipFill>
        <p:spPr>
          <a:xfrm>
            <a:off x="4984442" y="1014490"/>
            <a:ext cx="36092" cy="48147"/>
          </a:xfrm>
          <a:prstGeom prst="rect">
            <a:avLst/>
          </a:prstGeom>
        </p:spPr>
      </p:pic>
      <p:pic>
        <p:nvPicPr>
          <p:cNvPr id="2118" name="Image 2115" descr="preencoded.png">    </p:cNvPr>
          <p:cNvPicPr>
            <a:picLocks noChangeAspect="1"/>
          </p:cNvPicPr>
          <p:nvPr/>
        </p:nvPicPr>
        <p:blipFill>
          <a:blip r:embed="rId2116"/>
          <a:stretch>
            <a:fillRect/>
          </a:stretch>
        </p:blipFill>
        <p:spPr>
          <a:xfrm>
            <a:off x="4016104" y="1014549"/>
            <a:ext cx="33407" cy="45377"/>
          </a:xfrm>
          <a:prstGeom prst="rect">
            <a:avLst/>
          </a:prstGeom>
        </p:spPr>
      </p:pic>
      <p:pic>
        <p:nvPicPr>
          <p:cNvPr id="2119" name="Image 2116" descr="preencoded.png">    </p:cNvPr>
          <p:cNvPicPr>
            <a:picLocks noChangeAspect="1"/>
          </p:cNvPicPr>
          <p:nvPr/>
        </p:nvPicPr>
        <p:blipFill>
          <a:blip r:embed="rId2117"/>
          <a:stretch>
            <a:fillRect/>
          </a:stretch>
        </p:blipFill>
        <p:spPr>
          <a:xfrm>
            <a:off x="4105734" y="1024768"/>
            <a:ext cx="30849" cy="7961"/>
          </a:xfrm>
          <a:prstGeom prst="rect">
            <a:avLst/>
          </a:prstGeom>
        </p:spPr>
      </p:pic>
      <p:pic>
        <p:nvPicPr>
          <p:cNvPr id="2120" name="Image 2117" descr="preencoded.png">    </p:cNvPr>
          <p:cNvPicPr>
            <a:picLocks noChangeAspect="1"/>
          </p:cNvPicPr>
          <p:nvPr/>
        </p:nvPicPr>
        <p:blipFill>
          <a:blip r:embed="rId2118"/>
          <a:stretch>
            <a:fillRect/>
          </a:stretch>
        </p:blipFill>
        <p:spPr>
          <a:xfrm>
            <a:off x="4644623" y="1024768"/>
            <a:ext cx="33404" cy="7973"/>
          </a:xfrm>
          <a:prstGeom prst="rect">
            <a:avLst/>
          </a:prstGeom>
        </p:spPr>
      </p:pic>
      <p:pic>
        <p:nvPicPr>
          <p:cNvPr id="2121" name="Image 2118" descr="preencoded.png">    </p:cNvPr>
          <p:cNvPicPr>
            <a:picLocks noChangeAspect="1"/>
          </p:cNvPicPr>
          <p:nvPr/>
        </p:nvPicPr>
        <p:blipFill>
          <a:blip r:embed="rId2119"/>
          <a:stretch>
            <a:fillRect/>
          </a:stretch>
        </p:blipFill>
        <p:spPr>
          <a:xfrm>
            <a:off x="4861816" y="999220"/>
            <a:ext cx="5279" cy="79201"/>
          </a:xfrm>
          <a:prstGeom prst="rect">
            <a:avLst/>
          </a:prstGeom>
        </p:spPr>
      </p:pic>
      <p:pic>
        <p:nvPicPr>
          <p:cNvPr id="2122" name="Image 2119" descr="preencoded.png">    </p:cNvPr>
          <p:cNvPicPr>
            <a:picLocks noChangeAspect="1"/>
          </p:cNvPicPr>
          <p:nvPr/>
        </p:nvPicPr>
        <p:blipFill>
          <a:blip r:embed="rId2120"/>
          <a:stretch>
            <a:fillRect/>
          </a:stretch>
        </p:blipFill>
        <p:spPr>
          <a:xfrm>
            <a:off x="4841541" y="968255"/>
            <a:ext cx="104750" cy="110462"/>
          </a:xfrm>
          <a:prstGeom prst="rect">
            <a:avLst/>
          </a:prstGeom>
        </p:spPr>
      </p:pic>
      <p:pic>
        <p:nvPicPr>
          <p:cNvPr id="2123" name="Image 2120" descr="preencoded.png">    </p:cNvPr>
          <p:cNvPicPr>
            <a:picLocks noChangeAspect="1"/>
          </p:cNvPicPr>
          <p:nvPr/>
        </p:nvPicPr>
        <p:blipFill>
          <a:blip r:embed="rId2121"/>
          <a:stretch>
            <a:fillRect/>
          </a:stretch>
        </p:blipFill>
        <p:spPr>
          <a:xfrm>
            <a:off x="4540064" y="994831"/>
            <a:ext cx="74098" cy="86232"/>
          </a:xfrm>
          <a:prstGeom prst="rect">
            <a:avLst/>
          </a:prstGeom>
        </p:spPr>
      </p:pic>
      <p:pic>
        <p:nvPicPr>
          <p:cNvPr id="2124" name="Image 2121" descr="preencoded.png">    </p:cNvPr>
          <p:cNvPicPr>
            <a:picLocks noChangeAspect="1"/>
          </p:cNvPicPr>
          <p:nvPr/>
        </p:nvPicPr>
        <p:blipFill>
          <a:blip r:embed="rId2122"/>
          <a:stretch>
            <a:fillRect/>
          </a:stretch>
        </p:blipFill>
        <p:spPr>
          <a:xfrm>
            <a:off x="4729197" y="1014394"/>
            <a:ext cx="33207" cy="48160"/>
          </a:xfrm>
          <a:prstGeom prst="rect">
            <a:avLst/>
          </a:prstGeom>
        </p:spPr>
      </p:pic>
      <p:pic>
        <p:nvPicPr>
          <p:cNvPr id="2125" name="Image 2122" descr="preencoded.png">    </p:cNvPr>
          <p:cNvPicPr>
            <a:picLocks noChangeAspect="1"/>
          </p:cNvPicPr>
          <p:nvPr/>
        </p:nvPicPr>
        <p:blipFill>
          <a:blip r:embed="rId2123"/>
          <a:stretch>
            <a:fillRect/>
          </a:stretch>
        </p:blipFill>
        <p:spPr>
          <a:xfrm>
            <a:off x="4082390" y="996277"/>
            <a:ext cx="74491" cy="82072"/>
          </a:xfrm>
          <a:prstGeom prst="rect">
            <a:avLst/>
          </a:prstGeom>
        </p:spPr>
      </p:pic>
      <p:pic>
        <p:nvPicPr>
          <p:cNvPr id="2126" name="Image 2123" descr="preencoded.png">    </p:cNvPr>
          <p:cNvPicPr>
            <a:picLocks noChangeAspect="1"/>
          </p:cNvPicPr>
          <p:nvPr/>
        </p:nvPicPr>
        <p:blipFill>
          <a:blip r:embed="rId2124"/>
          <a:stretch>
            <a:fillRect/>
          </a:stretch>
        </p:blipFill>
        <p:spPr>
          <a:xfrm>
            <a:off x="4623818" y="995652"/>
            <a:ext cx="72093" cy="85442"/>
          </a:xfrm>
          <a:prstGeom prst="rect">
            <a:avLst/>
          </a:prstGeom>
        </p:spPr>
      </p:pic>
      <p:pic>
        <p:nvPicPr>
          <p:cNvPr id="2127" name="Image 2124" descr="preencoded.png">    </p:cNvPr>
          <p:cNvPicPr>
            <a:picLocks noChangeAspect="1"/>
          </p:cNvPicPr>
          <p:nvPr/>
        </p:nvPicPr>
        <p:blipFill>
          <a:blip r:embed="rId2125"/>
          <a:stretch>
            <a:fillRect/>
          </a:stretch>
        </p:blipFill>
        <p:spPr>
          <a:xfrm>
            <a:off x="5141349" y="996306"/>
            <a:ext cx="73266" cy="82384"/>
          </a:xfrm>
          <a:prstGeom prst="rect">
            <a:avLst/>
          </a:prstGeom>
        </p:spPr>
      </p:pic>
      <p:pic>
        <p:nvPicPr>
          <p:cNvPr id="2128" name="Image 2125" descr="preencoded.png">    </p:cNvPr>
          <p:cNvPicPr>
            <a:picLocks noChangeAspect="1"/>
          </p:cNvPicPr>
          <p:nvPr/>
        </p:nvPicPr>
        <p:blipFill>
          <a:blip r:embed="rId2126"/>
          <a:stretch>
            <a:fillRect/>
          </a:stretch>
        </p:blipFill>
        <p:spPr>
          <a:xfrm>
            <a:off x="4481302" y="1042653"/>
            <a:ext cx="28104" cy="19794"/>
          </a:xfrm>
          <a:prstGeom prst="rect">
            <a:avLst/>
          </a:prstGeom>
        </p:spPr>
      </p:pic>
      <p:pic>
        <p:nvPicPr>
          <p:cNvPr id="2129" name="Image 2126" descr="preencoded.png">    </p:cNvPr>
          <p:cNvPicPr>
            <a:picLocks noChangeAspect="1"/>
          </p:cNvPicPr>
          <p:nvPr/>
        </p:nvPicPr>
        <p:blipFill>
          <a:blip r:embed="rId2127"/>
          <a:stretch>
            <a:fillRect/>
          </a:stretch>
        </p:blipFill>
        <p:spPr>
          <a:xfrm>
            <a:off x="4460484" y="996664"/>
            <a:ext cx="74470" cy="81993"/>
          </a:xfrm>
          <a:prstGeom prst="rect">
            <a:avLst/>
          </a:prstGeom>
        </p:spPr>
      </p:pic>
      <p:pic>
        <p:nvPicPr>
          <p:cNvPr id="2130" name="Image 2127" descr="preencoded.png">    </p:cNvPr>
          <p:cNvPicPr>
            <a:picLocks noChangeAspect="1"/>
          </p:cNvPicPr>
          <p:nvPr/>
        </p:nvPicPr>
        <p:blipFill>
          <a:blip r:embed="rId2128"/>
          <a:stretch>
            <a:fillRect/>
          </a:stretch>
        </p:blipFill>
        <p:spPr>
          <a:xfrm>
            <a:off x="4169294" y="996384"/>
            <a:ext cx="20751" cy="82037"/>
          </a:xfrm>
          <a:prstGeom prst="rect">
            <a:avLst/>
          </a:prstGeom>
        </p:spPr>
      </p:pic>
      <p:pic>
        <p:nvPicPr>
          <p:cNvPr id="2131" name="Image 2128" descr="preencoded.png">    </p:cNvPr>
          <p:cNvPicPr>
            <a:picLocks noChangeAspect="1"/>
          </p:cNvPicPr>
          <p:nvPr/>
        </p:nvPicPr>
        <p:blipFill>
          <a:blip r:embed="rId2129"/>
          <a:stretch>
            <a:fillRect/>
          </a:stretch>
        </p:blipFill>
        <p:spPr>
          <a:xfrm>
            <a:off x="4307570" y="1027323"/>
            <a:ext cx="43433" cy="20439"/>
          </a:xfrm>
          <a:prstGeom prst="rect">
            <a:avLst/>
          </a:prstGeom>
        </p:spPr>
      </p:pic>
      <p:pic>
        <p:nvPicPr>
          <p:cNvPr id="2132" name="Image 2129" descr="preencoded.png">    </p:cNvPr>
          <p:cNvPicPr>
            <a:picLocks noChangeAspect="1"/>
          </p:cNvPicPr>
          <p:nvPr/>
        </p:nvPicPr>
        <p:blipFill>
          <a:blip r:embed="rId2130"/>
          <a:stretch>
            <a:fillRect/>
          </a:stretch>
        </p:blipFill>
        <p:spPr>
          <a:xfrm>
            <a:off x="4307570" y="1027323"/>
            <a:ext cx="46275" cy="23297"/>
          </a:xfrm>
          <a:prstGeom prst="rect">
            <a:avLst/>
          </a:prstGeom>
        </p:spPr>
      </p:pic>
      <p:pic>
        <p:nvPicPr>
          <p:cNvPr id="2133" name="Image 2130" descr="preencoded.png">    </p:cNvPr>
          <p:cNvPicPr>
            <a:picLocks noChangeAspect="1"/>
          </p:cNvPicPr>
          <p:nvPr/>
        </p:nvPicPr>
        <p:blipFill>
          <a:blip r:embed="rId2131"/>
          <a:stretch>
            <a:fillRect/>
          </a:stretch>
        </p:blipFill>
        <p:spPr>
          <a:xfrm>
            <a:off x="4705324" y="968561"/>
            <a:ext cx="77453" cy="112415"/>
          </a:xfrm>
          <a:prstGeom prst="rect">
            <a:avLst/>
          </a:prstGeom>
        </p:spPr>
      </p:pic>
      <p:pic>
        <p:nvPicPr>
          <p:cNvPr id="2134" name="Image 2131" descr="preencoded.png">    </p:cNvPr>
          <p:cNvPicPr>
            <a:picLocks noChangeAspect="1"/>
          </p:cNvPicPr>
          <p:nvPr/>
        </p:nvPicPr>
        <p:blipFill>
          <a:blip r:embed="rId2132"/>
          <a:stretch>
            <a:fillRect/>
          </a:stretch>
        </p:blipFill>
        <p:spPr>
          <a:xfrm>
            <a:off x="4172160" y="996811"/>
            <a:ext cx="69391" cy="81610"/>
          </a:xfrm>
          <a:prstGeom prst="rect">
            <a:avLst/>
          </a:prstGeom>
        </p:spPr>
      </p:pic>
      <p:pic>
        <p:nvPicPr>
          <p:cNvPr id="2135" name="Image 2132" descr="preencoded.png">    </p:cNvPr>
          <p:cNvPicPr>
            <a:picLocks noChangeAspect="1"/>
          </p:cNvPicPr>
          <p:nvPr/>
        </p:nvPicPr>
        <p:blipFill>
          <a:blip r:embed="rId2133"/>
          <a:stretch>
            <a:fillRect/>
          </a:stretch>
        </p:blipFill>
        <p:spPr>
          <a:xfrm>
            <a:off x="4971840" y="1024768"/>
            <a:ext cx="69477" cy="56207"/>
          </a:xfrm>
          <a:prstGeom prst="rect">
            <a:avLst/>
          </a:prstGeom>
        </p:spPr>
      </p:pic>
      <p:pic>
        <p:nvPicPr>
          <p:cNvPr id="2136" name="Image 2133" descr="preencoded.png">    </p:cNvPr>
          <p:cNvPicPr>
            <a:picLocks noChangeAspect="1"/>
          </p:cNvPicPr>
          <p:nvPr/>
        </p:nvPicPr>
        <p:blipFill>
          <a:blip r:embed="rId2134"/>
          <a:stretch>
            <a:fillRect/>
          </a:stretch>
        </p:blipFill>
        <p:spPr>
          <a:xfrm>
            <a:off x="4564526" y="986445"/>
            <a:ext cx="85398" cy="98579"/>
          </a:xfrm>
          <a:prstGeom prst="rect">
            <a:avLst/>
          </a:prstGeom>
        </p:spPr>
      </p:pic>
      <p:pic>
        <p:nvPicPr>
          <p:cNvPr id="2137" name="Image 2134" descr="preencoded.png">    </p:cNvPr>
          <p:cNvPicPr>
            <a:picLocks noChangeAspect="1"/>
          </p:cNvPicPr>
          <p:nvPr/>
        </p:nvPicPr>
        <p:blipFill>
          <a:blip r:embed="rId2135"/>
          <a:stretch>
            <a:fillRect/>
          </a:stretch>
        </p:blipFill>
        <p:spPr>
          <a:xfrm>
            <a:off x="4345741" y="961129"/>
            <a:ext cx="245437" cy="146158"/>
          </a:xfrm>
          <a:prstGeom prst="rect">
            <a:avLst/>
          </a:prstGeom>
        </p:spPr>
      </p:pic>
      <p:pic>
        <p:nvPicPr>
          <p:cNvPr id="2138" name="Image 2135" descr="preencoded.png">    </p:cNvPr>
          <p:cNvPicPr>
            <a:picLocks noChangeAspect="1"/>
          </p:cNvPicPr>
          <p:nvPr/>
        </p:nvPicPr>
        <p:blipFill>
          <a:blip r:embed="rId2136"/>
          <a:stretch>
            <a:fillRect/>
          </a:stretch>
        </p:blipFill>
        <p:spPr>
          <a:xfrm>
            <a:off x="4647369" y="953232"/>
            <a:ext cx="150738" cy="150738"/>
          </a:xfrm>
          <a:prstGeom prst="rect">
            <a:avLst/>
          </a:prstGeom>
        </p:spPr>
      </p:pic>
      <p:pic>
        <p:nvPicPr>
          <p:cNvPr id="2139" name="Image 2136" descr="preencoded.png">    </p:cNvPr>
          <p:cNvPicPr>
            <a:picLocks noChangeAspect="1"/>
          </p:cNvPicPr>
          <p:nvPr/>
        </p:nvPicPr>
        <p:blipFill>
          <a:blip r:embed="rId2137"/>
          <a:stretch>
            <a:fillRect/>
          </a:stretch>
        </p:blipFill>
        <p:spPr>
          <a:xfrm>
            <a:off x="3949886" y="968561"/>
            <a:ext cx="316806" cy="132854"/>
          </a:xfrm>
          <a:prstGeom prst="rect">
            <a:avLst/>
          </a:prstGeom>
        </p:spPr>
      </p:pic>
      <p:pic>
        <p:nvPicPr>
          <p:cNvPr id="2140" name="Image 2137" descr="preencoded.png">    </p:cNvPr>
          <p:cNvPicPr>
            <a:picLocks noChangeAspect="1"/>
          </p:cNvPicPr>
          <p:nvPr/>
        </p:nvPicPr>
        <p:blipFill>
          <a:blip r:embed="rId2138"/>
          <a:stretch>
            <a:fillRect/>
          </a:stretch>
        </p:blipFill>
        <p:spPr>
          <a:xfrm>
            <a:off x="3993319" y="996641"/>
            <a:ext cx="76646" cy="112879"/>
          </a:xfrm>
          <a:prstGeom prst="rect">
            <a:avLst/>
          </a:prstGeom>
        </p:spPr>
      </p:pic>
      <p:pic>
        <p:nvPicPr>
          <p:cNvPr id="2141" name="Image 2138" descr="preencoded.png">    </p:cNvPr>
          <p:cNvPicPr>
            <a:picLocks noChangeAspect="1"/>
          </p:cNvPicPr>
          <p:nvPr/>
        </p:nvPicPr>
        <p:blipFill>
          <a:blip r:embed="rId2139"/>
          <a:stretch>
            <a:fillRect/>
          </a:stretch>
        </p:blipFill>
        <p:spPr>
          <a:xfrm>
            <a:off x="3405696" y="884249"/>
            <a:ext cx="2330216" cy="595288"/>
          </a:xfrm>
          <a:prstGeom prst="rect">
            <a:avLst/>
          </a:prstGeom>
        </p:spPr>
      </p:pic>
      <p:pic>
        <p:nvPicPr>
          <p:cNvPr id="2142" name="Image 2139" descr="preencoded.png">    </p:cNvPr>
          <p:cNvPicPr>
            <a:picLocks noChangeAspect="1"/>
          </p:cNvPicPr>
          <p:nvPr/>
        </p:nvPicPr>
        <p:blipFill>
          <a:blip r:embed="rId2140"/>
          <a:stretch>
            <a:fillRect/>
          </a:stretch>
        </p:blipFill>
        <p:spPr>
          <a:xfrm>
            <a:off x="3405696" y="886804"/>
            <a:ext cx="928458" cy="982569"/>
          </a:xfrm>
          <a:prstGeom prst="rect">
            <a:avLst/>
          </a:prstGeom>
        </p:spPr>
      </p:pic>
      <p:pic>
        <p:nvPicPr>
          <p:cNvPr id="2143" name="Image 2140" descr="preencoded.png">    </p:cNvPr>
          <p:cNvPicPr>
            <a:picLocks noChangeAspect="1"/>
          </p:cNvPicPr>
          <p:nvPr/>
        </p:nvPicPr>
        <p:blipFill>
          <a:blip r:embed="rId2141"/>
          <a:stretch>
            <a:fillRect/>
          </a:stretch>
        </p:blipFill>
        <p:spPr>
          <a:xfrm>
            <a:off x="6882892" y="879140"/>
            <a:ext cx="1223789" cy="5110"/>
          </a:xfrm>
          <a:prstGeom prst="rect">
            <a:avLst/>
          </a:prstGeom>
        </p:spPr>
      </p:pic>
      <p:pic>
        <p:nvPicPr>
          <p:cNvPr id="2144" name="Image 2141" descr="preencoded.png">    </p:cNvPr>
          <p:cNvPicPr>
            <a:picLocks noChangeAspect="1"/>
          </p:cNvPicPr>
          <p:nvPr/>
        </p:nvPicPr>
        <p:blipFill>
          <a:blip r:embed="rId2142"/>
          <a:stretch>
            <a:fillRect/>
          </a:stretch>
        </p:blipFill>
        <p:spPr>
          <a:xfrm>
            <a:off x="1042430" y="876335"/>
            <a:ext cx="2238077" cy="7915"/>
          </a:xfrm>
          <a:prstGeom prst="rect">
            <a:avLst/>
          </a:prstGeom>
        </p:spPr>
      </p:pic>
      <p:pic>
        <p:nvPicPr>
          <p:cNvPr id="2145" name="Image 2142" descr="preencoded.png">    </p:cNvPr>
          <p:cNvPicPr>
            <a:picLocks noChangeAspect="1"/>
          </p:cNvPicPr>
          <p:nvPr/>
        </p:nvPicPr>
        <p:blipFill>
          <a:blip r:embed="rId2143"/>
          <a:stretch>
            <a:fillRect/>
          </a:stretch>
        </p:blipFill>
        <p:spPr>
          <a:xfrm>
            <a:off x="5814787" y="876425"/>
            <a:ext cx="2348107" cy="3656197"/>
          </a:xfrm>
          <a:prstGeom prst="rect">
            <a:avLst/>
          </a:prstGeom>
        </p:spPr>
      </p:pic>
      <p:pic>
        <p:nvPicPr>
          <p:cNvPr id="2146" name="Image 2143" descr="preencoded.png">    </p:cNvPr>
          <p:cNvPicPr>
            <a:picLocks noChangeAspect="1"/>
          </p:cNvPicPr>
          <p:nvPr/>
        </p:nvPicPr>
        <p:blipFill>
          <a:blip r:embed="rId2144"/>
          <a:stretch>
            <a:fillRect/>
          </a:stretch>
        </p:blipFill>
        <p:spPr>
          <a:xfrm>
            <a:off x="3400586" y="876431"/>
            <a:ext cx="2345698" cy="1653164"/>
          </a:xfrm>
          <a:prstGeom prst="rect">
            <a:avLst/>
          </a:prstGeom>
        </p:spPr>
      </p:pic>
      <p:pic>
        <p:nvPicPr>
          <p:cNvPr id="2147" name="Image 2144" descr="preencoded.png">    </p:cNvPr>
          <p:cNvPicPr>
            <a:picLocks noChangeAspect="1"/>
          </p:cNvPicPr>
          <p:nvPr/>
        </p:nvPicPr>
        <p:blipFill>
          <a:blip r:embed="rId2145"/>
          <a:stretch>
            <a:fillRect/>
          </a:stretch>
        </p:blipFill>
        <p:spPr>
          <a:xfrm>
            <a:off x="966816" y="985838"/>
            <a:ext cx="2281585" cy="3548063"/>
          </a:xfrm>
          <a:prstGeom prst="rect">
            <a:avLst/>
          </a:prstGeom>
        </p:spPr>
      </p:pic>
      <p:pic>
        <p:nvPicPr>
          <p:cNvPr id="2148" name="Image 2145" descr="preencoded.png">    </p:cNvPr>
          <p:cNvPicPr>
            <a:picLocks noChangeAspect="1"/>
          </p:cNvPicPr>
          <p:nvPr/>
        </p:nvPicPr>
        <p:blipFill>
          <a:blip r:embed="rId2146"/>
          <a:stretch>
            <a:fillRect/>
          </a:stretch>
        </p:blipFill>
        <p:spPr>
          <a:xfrm>
            <a:off x="5868603" y="873978"/>
            <a:ext cx="2255962" cy="7717"/>
          </a:xfrm>
          <a:prstGeom prst="rect">
            <a:avLst/>
          </a:prstGeom>
        </p:spPr>
      </p:pic>
      <p:pic>
        <p:nvPicPr>
          <p:cNvPr id="2149" name="Image 2146" descr="preencoded.png">    </p:cNvPr>
          <p:cNvPicPr>
            <a:picLocks noChangeAspect="1"/>
          </p:cNvPicPr>
          <p:nvPr/>
        </p:nvPicPr>
        <p:blipFill>
          <a:blip r:embed="rId2147"/>
          <a:stretch>
            <a:fillRect/>
          </a:stretch>
        </p:blipFill>
        <p:spPr>
          <a:xfrm>
            <a:off x="6893111" y="761616"/>
            <a:ext cx="22994" cy="10506"/>
          </a:xfrm>
          <a:prstGeom prst="rect">
            <a:avLst/>
          </a:prstGeom>
        </p:spPr>
      </p:pic>
      <p:pic>
        <p:nvPicPr>
          <p:cNvPr id="2150" name="Image 2147" descr="preencoded.png">    </p:cNvPr>
          <p:cNvPicPr>
            <a:picLocks noChangeAspect="1"/>
          </p:cNvPicPr>
          <p:nvPr/>
        </p:nvPicPr>
        <p:blipFill>
          <a:blip r:embed="rId2148"/>
          <a:stretch>
            <a:fillRect/>
          </a:stretch>
        </p:blipFill>
        <p:spPr>
          <a:xfrm>
            <a:off x="3426135" y="720737"/>
            <a:ext cx="25549" cy="51098"/>
          </a:xfrm>
          <a:prstGeom prst="rect">
            <a:avLst/>
          </a:prstGeom>
        </p:spPr>
      </p:pic>
      <p:pic>
        <p:nvPicPr>
          <p:cNvPr id="2151" name="Image 2148" descr="preencoded.png">    </p:cNvPr>
          <p:cNvPicPr>
            <a:picLocks noChangeAspect="1"/>
          </p:cNvPicPr>
          <p:nvPr/>
        </p:nvPicPr>
        <p:blipFill>
          <a:blip r:embed="rId2149"/>
          <a:stretch>
            <a:fillRect/>
          </a:stretch>
        </p:blipFill>
        <p:spPr>
          <a:xfrm>
            <a:off x="2623902" y="764170"/>
            <a:ext cx="23183" cy="7951"/>
          </a:xfrm>
          <a:prstGeom prst="rect">
            <a:avLst/>
          </a:prstGeom>
        </p:spPr>
      </p:pic>
      <p:pic>
        <p:nvPicPr>
          <p:cNvPr id="2152" name="Image 2149" descr="preencoded.png">    </p:cNvPr>
          <p:cNvPicPr>
            <a:picLocks noChangeAspect="1"/>
          </p:cNvPicPr>
          <p:nvPr/>
        </p:nvPicPr>
        <p:blipFill>
          <a:blip r:embed="rId2150"/>
          <a:stretch>
            <a:fillRect/>
          </a:stretch>
        </p:blipFill>
        <p:spPr>
          <a:xfrm>
            <a:off x="7258459" y="695175"/>
            <a:ext cx="35768" cy="20763"/>
          </a:xfrm>
          <a:prstGeom prst="rect">
            <a:avLst/>
          </a:prstGeom>
        </p:spPr>
      </p:pic>
      <p:pic>
        <p:nvPicPr>
          <p:cNvPr id="2153" name="Image 2150" descr="preencoded.png">    </p:cNvPr>
          <p:cNvPicPr>
            <a:picLocks noChangeAspect="1"/>
          </p:cNvPicPr>
          <p:nvPr/>
        </p:nvPicPr>
        <p:blipFill>
          <a:blip r:embed="rId2151"/>
          <a:stretch>
            <a:fillRect/>
          </a:stretch>
        </p:blipFill>
        <p:spPr>
          <a:xfrm>
            <a:off x="7232625" y="676368"/>
            <a:ext cx="84597" cy="95870"/>
          </a:xfrm>
          <a:prstGeom prst="rect">
            <a:avLst/>
          </a:prstGeom>
        </p:spPr>
      </p:pic>
      <p:pic>
        <p:nvPicPr>
          <p:cNvPr id="2154" name="Image 2151" descr="preencoded.png">    </p:cNvPr>
          <p:cNvPicPr>
            <a:picLocks noChangeAspect="1"/>
          </p:cNvPicPr>
          <p:nvPr/>
        </p:nvPicPr>
        <p:blipFill>
          <a:blip r:embed="rId2152"/>
          <a:stretch>
            <a:fillRect/>
          </a:stretch>
        </p:blipFill>
        <p:spPr>
          <a:xfrm>
            <a:off x="5150681" y="746286"/>
            <a:ext cx="22994" cy="25549"/>
          </a:xfrm>
          <a:prstGeom prst="rect">
            <a:avLst/>
          </a:prstGeom>
        </p:spPr>
      </p:pic>
      <p:pic>
        <p:nvPicPr>
          <p:cNvPr id="2155" name="Image 2152" descr="preencoded.png">    </p:cNvPr>
          <p:cNvPicPr>
            <a:picLocks noChangeAspect="1"/>
          </p:cNvPicPr>
          <p:nvPr/>
        </p:nvPicPr>
        <p:blipFill>
          <a:blip r:embed="rId2153"/>
          <a:stretch>
            <a:fillRect/>
          </a:stretch>
        </p:blipFill>
        <p:spPr>
          <a:xfrm>
            <a:off x="3185976" y="707963"/>
            <a:ext cx="25858" cy="63872"/>
          </a:xfrm>
          <a:prstGeom prst="rect">
            <a:avLst/>
          </a:prstGeom>
        </p:spPr>
      </p:pic>
      <p:pic>
        <p:nvPicPr>
          <p:cNvPr id="2156" name="Image 2153" descr="preencoded.png">    </p:cNvPr>
          <p:cNvPicPr>
            <a:picLocks noChangeAspect="1"/>
          </p:cNvPicPr>
          <p:nvPr/>
        </p:nvPicPr>
        <p:blipFill>
          <a:blip r:embed="rId2154"/>
          <a:stretch>
            <a:fillRect/>
          </a:stretch>
        </p:blipFill>
        <p:spPr>
          <a:xfrm>
            <a:off x="6147085" y="677054"/>
            <a:ext cx="148183" cy="130749"/>
          </a:xfrm>
          <a:prstGeom prst="rect">
            <a:avLst/>
          </a:prstGeom>
        </p:spPr>
      </p:pic>
      <p:pic>
        <p:nvPicPr>
          <p:cNvPr id="2157" name="Image 2154" descr="preencoded.png">    </p:cNvPr>
          <p:cNvPicPr>
            <a:picLocks noChangeAspect="1"/>
          </p:cNvPicPr>
          <p:nvPr/>
        </p:nvPicPr>
        <p:blipFill>
          <a:blip r:embed="rId2155"/>
          <a:stretch>
            <a:fillRect/>
          </a:stretch>
        </p:blipFill>
        <p:spPr>
          <a:xfrm>
            <a:off x="6785806" y="677054"/>
            <a:ext cx="25555" cy="95031"/>
          </a:xfrm>
          <a:prstGeom prst="rect">
            <a:avLst/>
          </a:prstGeom>
        </p:spPr>
      </p:pic>
      <p:pic>
        <p:nvPicPr>
          <p:cNvPr id="2158" name="Image 2155" descr="preencoded.png">    </p:cNvPr>
          <p:cNvPicPr>
            <a:picLocks noChangeAspect="1"/>
          </p:cNvPicPr>
          <p:nvPr/>
        </p:nvPicPr>
        <p:blipFill>
          <a:blip r:embed="rId2156"/>
          <a:stretch>
            <a:fillRect/>
          </a:stretch>
        </p:blipFill>
        <p:spPr>
          <a:xfrm>
            <a:off x="2682664" y="705408"/>
            <a:ext cx="7665" cy="66427"/>
          </a:xfrm>
          <a:prstGeom prst="rect">
            <a:avLst/>
          </a:prstGeom>
        </p:spPr>
      </p:pic>
      <p:pic>
        <p:nvPicPr>
          <p:cNvPr id="2159" name="Image 2156" descr="preencoded.png">    </p:cNvPr>
          <p:cNvPicPr>
            <a:picLocks noChangeAspect="1"/>
          </p:cNvPicPr>
          <p:nvPr/>
        </p:nvPicPr>
        <p:blipFill>
          <a:blip r:embed="rId2157"/>
          <a:stretch>
            <a:fillRect/>
          </a:stretch>
        </p:blipFill>
        <p:spPr>
          <a:xfrm>
            <a:off x="2015840" y="707963"/>
            <a:ext cx="25549" cy="64162"/>
          </a:xfrm>
          <a:prstGeom prst="rect">
            <a:avLst/>
          </a:prstGeom>
        </p:spPr>
      </p:pic>
      <p:pic>
        <p:nvPicPr>
          <p:cNvPr id="2160" name="Image 2157" descr="preencoded.png">    </p:cNvPr>
          <p:cNvPicPr>
            <a:picLocks noChangeAspect="1"/>
          </p:cNvPicPr>
          <p:nvPr/>
        </p:nvPicPr>
        <p:blipFill>
          <a:blip r:embed="rId2158"/>
          <a:stretch>
            <a:fillRect/>
          </a:stretch>
        </p:blipFill>
        <p:spPr>
          <a:xfrm>
            <a:off x="5896706" y="707963"/>
            <a:ext cx="25549" cy="64162"/>
          </a:xfrm>
          <a:prstGeom prst="rect">
            <a:avLst/>
          </a:prstGeom>
        </p:spPr>
      </p:pic>
      <p:pic>
        <p:nvPicPr>
          <p:cNvPr id="2161" name="Image 2158" descr="preencoded.png">    </p:cNvPr>
          <p:cNvPicPr>
            <a:picLocks noChangeAspect="1"/>
          </p:cNvPicPr>
          <p:nvPr/>
        </p:nvPicPr>
        <p:blipFill>
          <a:blip r:embed="rId2159"/>
          <a:stretch>
            <a:fillRect/>
          </a:stretch>
        </p:blipFill>
        <p:spPr>
          <a:xfrm>
            <a:off x="2393963" y="644091"/>
            <a:ext cx="99640" cy="127744"/>
          </a:xfrm>
          <a:prstGeom prst="rect">
            <a:avLst/>
          </a:prstGeom>
        </p:spPr>
      </p:pic>
      <p:pic>
        <p:nvPicPr>
          <p:cNvPr id="2162" name="Image 2159" descr="preencoded.png">    </p:cNvPr>
          <p:cNvPicPr>
            <a:picLocks noChangeAspect="1"/>
          </p:cNvPicPr>
          <p:nvPr/>
        </p:nvPicPr>
        <p:blipFill>
          <a:blip r:embed="rId2160"/>
          <a:stretch>
            <a:fillRect/>
          </a:stretch>
        </p:blipFill>
        <p:spPr>
          <a:xfrm>
            <a:off x="4887528" y="677014"/>
            <a:ext cx="25549" cy="95111"/>
          </a:xfrm>
          <a:prstGeom prst="rect">
            <a:avLst/>
          </a:prstGeom>
        </p:spPr>
      </p:pic>
      <p:pic>
        <p:nvPicPr>
          <p:cNvPr id="2163" name="Image 2160" descr="preencoded.png">    </p:cNvPr>
          <p:cNvPicPr>
            <a:picLocks noChangeAspect="1"/>
          </p:cNvPicPr>
          <p:nvPr/>
        </p:nvPicPr>
        <p:blipFill>
          <a:blip r:embed="rId2161"/>
          <a:stretch>
            <a:fillRect/>
          </a:stretch>
        </p:blipFill>
        <p:spPr>
          <a:xfrm>
            <a:off x="2588133" y="728402"/>
            <a:ext cx="30664" cy="24609"/>
          </a:xfrm>
          <a:prstGeom prst="rect">
            <a:avLst/>
          </a:prstGeom>
        </p:spPr>
      </p:pic>
      <p:pic>
        <p:nvPicPr>
          <p:cNvPr id="2164" name="Image 2161" descr="preencoded.png">    </p:cNvPr>
          <p:cNvPicPr>
            <a:picLocks noChangeAspect="1"/>
          </p:cNvPicPr>
          <p:nvPr/>
        </p:nvPicPr>
        <p:blipFill>
          <a:blip r:embed="rId2162"/>
          <a:stretch>
            <a:fillRect/>
          </a:stretch>
        </p:blipFill>
        <p:spPr>
          <a:xfrm>
            <a:off x="2084601" y="728402"/>
            <a:ext cx="31900" cy="25551"/>
          </a:xfrm>
          <a:prstGeom prst="rect">
            <a:avLst/>
          </a:prstGeom>
        </p:spPr>
      </p:pic>
      <p:pic>
        <p:nvPicPr>
          <p:cNvPr id="2165" name="Image 2162" descr="preencoded.png">    </p:cNvPr>
          <p:cNvPicPr>
            <a:picLocks noChangeAspect="1"/>
          </p:cNvPicPr>
          <p:nvPr/>
        </p:nvPicPr>
        <p:blipFill>
          <a:blip r:embed="rId2163"/>
          <a:stretch>
            <a:fillRect/>
          </a:stretch>
        </p:blipFill>
        <p:spPr>
          <a:xfrm>
            <a:off x="2058890" y="677146"/>
            <a:ext cx="84694" cy="96501"/>
          </a:xfrm>
          <a:prstGeom prst="rect">
            <a:avLst/>
          </a:prstGeom>
        </p:spPr>
      </p:pic>
      <p:pic>
        <p:nvPicPr>
          <p:cNvPr id="2166" name="Image 2163" descr="preencoded.png">    </p:cNvPr>
          <p:cNvPicPr>
            <a:picLocks noChangeAspect="1"/>
          </p:cNvPicPr>
          <p:nvPr/>
        </p:nvPicPr>
        <p:blipFill>
          <a:blip r:embed="rId2164"/>
          <a:stretch>
            <a:fillRect/>
          </a:stretch>
        </p:blipFill>
        <p:spPr>
          <a:xfrm>
            <a:off x="6438431" y="697692"/>
            <a:ext cx="44370" cy="54048"/>
          </a:xfrm>
          <a:prstGeom prst="rect">
            <a:avLst/>
          </a:prstGeom>
        </p:spPr>
      </p:pic>
      <p:pic>
        <p:nvPicPr>
          <p:cNvPr id="2167" name="Image 2164" descr="preencoded.png">    </p:cNvPr>
          <p:cNvPicPr>
            <a:picLocks noChangeAspect="1"/>
          </p:cNvPicPr>
          <p:nvPr/>
        </p:nvPicPr>
        <p:blipFill>
          <a:blip r:embed="rId2165"/>
          <a:stretch>
            <a:fillRect/>
          </a:stretch>
        </p:blipFill>
        <p:spPr>
          <a:xfrm>
            <a:off x="6412027" y="677282"/>
            <a:ext cx="95008" cy="94679"/>
          </a:xfrm>
          <a:prstGeom prst="rect">
            <a:avLst/>
          </a:prstGeom>
        </p:spPr>
      </p:pic>
      <p:pic>
        <p:nvPicPr>
          <p:cNvPr id="2168" name="Image 2165" descr="preencoded.png">    </p:cNvPr>
          <p:cNvPicPr>
            <a:picLocks noChangeAspect="1"/>
          </p:cNvPicPr>
          <p:nvPr/>
        </p:nvPicPr>
        <p:blipFill>
          <a:blip r:embed="rId2166"/>
          <a:stretch>
            <a:fillRect/>
          </a:stretch>
        </p:blipFill>
        <p:spPr>
          <a:xfrm>
            <a:off x="6990197" y="740911"/>
            <a:ext cx="15329" cy="7930"/>
          </a:xfrm>
          <a:prstGeom prst="rect">
            <a:avLst/>
          </a:prstGeom>
        </p:spPr>
      </p:pic>
      <p:pic>
        <p:nvPicPr>
          <p:cNvPr id="2169" name="Image 2166" descr="preencoded.png">    </p:cNvPr>
          <p:cNvPicPr>
            <a:picLocks noChangeAspect="1"/>
          </p:cNvPicPr>
          <p:nvPr/>
        </p:nvPicPr>
        <p:blipFill>
          <a:blip r:embed="rId2167"/>
          <a:stretch>
            <a:fillRect/>
          </a:stretch>
        </p:blipFill>
        <p:spPr>
          <a:xfrm>
            <a:off x="4356112" y="741176"/>
            <a:ext cx="20439" cy="5110"/>
          </a:xfrm>
          <a:prstGeom prst="rect">
            <a:avLst/>
          </a:prstGeom>
        </p:spPr>
      </p:pic>
      <p:pic>
        <p:nvPicPr>
          <p:cNvPr id="2170" name="Image 2167" descr="preencoded.png">    </p:cNvPr>
          <p:cNvPicPr>
            <a:picLocks noChangeAspect="1"/>
          </p:cNvPicPr>
          <p:nvPr/>
        </p:nvPicPr>
        <p:blipFill>
          <a:blip r:embed="rId2168"/>
          <a:stretch>
            <a:fillRect/>
          </a:stretch>
        </p:blipFill>
        <p:spPr>
          <a:xfrm>
            <a:off x="1956763" y="644091"/>
            <a:ext cx="25864" cy="128034"/>
          </a:xfrm>
          <a:prstGeom prst="rect">
            <a:avLst/>
          </a:prstGeom>
        </p:spPr>
      </p:pic>
      <p:pic>
        <p:nvPicPr>
          <p:cNvPr id="2171" name="Image 2168" descr="preencoded.png">    </p:cNvPr>
          <p:cNvPicPr>
            <a:picLocks noChangeAspect="1"/>
          </p:cNvPicPr>
          <p:nvPr/>
        </p:nvPicPr>
        <p:blipFill>
          <a:blip r:embed="rId2169"/>
          <a:stretch>
            <a:fillRect/>
          </a:stretch>
        </p:blipFill>
        <p:spPr>
          <a:xfrm>
            <a:off x="5636108" y="692634"/>
            <a:ext cx="25861" cy="79201"/>
          </a:xfrm>
          <a:prstGeom prst="rect">
            <a:avLst/>
          </a:prstGeom>
        </p:spPr>
      </p:pic>
      <p:pic>
        <p:nvPicPr>
          <p:cNvPr id="2172" name="Image 2169" descr="preencoded.png">    </p:cNvPr>
          <p:cNvPicPr>
            <a:picLocks noChangeAspect="1"/>
          </p:cNvPicPr>
          <p:nvPr/>
        </p:nvPicPr>
        <p:blipFill>
          <a:blip r:embed="rId2170"/>
          <a:stretch>
            <a:fillRect/>
          </a:stretch>
        </p:blipFill>
        <p:spPr>
          <a:xfrm>
            <a:off x="4954419" y="696814"/>
            <a:ext cx="43261" cy="53722"/>
          </a:xfrm>
          <a:prstGeom prst="rect">
            <a:avLst/>
          </a:prstGeom>
        </p:spPr>
      </p:pic>
      <p:pic>
        <p:nvPicPr>
          <p:cNvPr id="2173" name="Image 2170" descr="preencoded.png">    </p:cNvPr>
          <p:cNvPicPr>
            <a:picLocks noChangeAspect="1"/>
          </p:cNvPicPr>
          <p:nvPr/>
        </p:nvPicPr>
        <p:blipFill>
          <a:blip r:embed="rId2171"/>
          <a:stretch>
            <a:fillRect/>
          </a:stretch>
        </p:blipFill>
        <p:spPr>
          <a:xfrm>
            <a:off x="4928229" y="676734"/>
            <a:ext cx="95038" cy="96603"/>
          </a:xfrm>
          <a:prstGeom prst="rect">
            <a:avLst/>
          </a:prstGeom>
        </p:spPr>
      </p:pic>
      <p:pic>
        <p:nvPicPr>
          <p:cNvPr id="2174" name="Image 2171" descr="preencoded.png">    </p:cNvPr>
          <p:cNvPicPr>
            <a:picLocks noChangeAspect="1"/>
          </p:cNvPicPr>
          <p:nvPr/>
        </p:nvPicPr>
        <p:blipFill>
          <a:blip r:embed="rId2172"/>
          <a:stretch>
            <a:fillRect/>
          </a:stretch>
        </p:blipFill>
        <p:spPr>
          <a:xfrm>
            <a:off x="7094947" y="710518"/>
            <a:ext cx="25549" cy="61607"/>
          </a:xfrm>
          <a:prstGeom prst="rect">
            <a:avLst/>
          </a:prstGeom>
        </p:spPr>
      </p:pic>
      <p:pic>
        <p:nvPicPr>
          <p:cNvPr id="2175" name="Image 2172" descr="preencoded.png">    </p:cNvPr>
          <p:cNvPicPr>
            <a:picLocks noChangeAspect="1"/>
          </p:cNvPicPr>
          <p:nvPr/>
        </p:nvPicPr>
        <p:blipFill>
          <a:blip r:embed="rId2173"/>
          <a:stretch>
            <a:fillRect/>
          </a:stretch>
        </p:blipFill>
        <p:spPr>
          <a:xfrm>
            <a:off x="5722975" y="664530"/>
            <a:ext cx="38323" cy="102195"/>
          </a:xfrm>
          <a:prstGeom prst="rect">
            <a:avLst/>
          </a:prstGeom>
        </p:spPr>
      </p:pic>
      <p:pic>
        <p:nvPicPr>
          <p:cNvPr id="2176" name="Image 2173" descr="preencoded.png">    </p:cNvPr>
          <p:cNvPicPr>
            <a:picLocks noChangeAspect="1"/>
          </p:cNvPicPr>
          <p:nvPr/>
        </p:nvPicPr>
        <p:blipFill>
          <a:blip r:embed="rId2174"/>
          <a:stretch>
            <a:fillRect/>
          </a:stretch>
        </p:blipFill>
        <p:spPr>
          <a:xfrm>
            <a:off x="5526249" y="677004"/>
            <a:ext cx="25549" cy="95122"/>
          </a:xfrm>
          <a:prstGeom prst="rect">
            <a:avLst/>
          </a:prstGeom>
        </p:spPr>
      </p:pic>
      <p:pic>
        <p:nvPicPr>
          <p:cNvPr id="2177" name="Image 2174" descr="preencoded.png">    </p:cNvPr>
          <p:cNvPicPr>
            <a:picLocks noChangeAspect="1"/>
          </p:cNvPicPr>
          <p:nvPr/>
        </p:nvPicPr>
        <p:blipFill>
          <a:blip r:embed="rId2175"/>
          <a:stretch>
            <a:fillRect/>
          </a:stretch>
        </p:blipFill>
        <p:spPr>
          <a:xfrm>
            <a:off x="4741700" y="697743"/>
            <a:ext cx="44007" cy="53810"/>
          </a:xfrm>
          <a:prstGeom prst="rect">
            <a:avLst/>
          </a:prstGeom>
        </p:spPr>
      </p:pic>
      <p:pic>
        <p:nvPicPr>
          <p:cNvPr id="2178" name="Image 2175" descr="preencoded.png">    </p:cNvPr>
          <p:cNvPicPr>
            <a:picLocks noChangeAspect="1"/>
          </p:cNvPicPr>
          <p:nvPr/>
        </p:nvPicPr>
        <p:blipFill>
          <a:blip r:embed="rId2176"/>
          <a:stretch>
            <a:fillRect/>
          </a:stretch>
        </p:blipFill>
        <p:spPr>
          <a:xfrm>
            <a:off x="4714953" y="676434"/>
            <a:ext cx="95902" cy="96300"/>
          </a:xfrm>
          <a:prstGeom prst="rect">
            <a:avLst/>
          </a:prstGeom>
        </p:spPr>
      </p:pic>
      <p:pic>
        <p:nvPicPr>
          <p:cNvPr id="2179" name="Image 2176" descr="preencoded.png">    </p:cNvPr>
          <p:cNvPicPr>
            <a:picLocks noChangeAspect="1"/>
          </p:cNvPicPr>
          <p:nvPr/>
        </p:nvPicPr>
        <p:blipFill>
          <a:blip r:embed="rId2177"/>
          <a:stretch>
            <a:fillRect/>
          </a:stretch>
        </p:blipFill>
        <p:spPr>
          <a:xfrm>
            <a:off x="3127214" y="677018"/>
            <a:ext cx="25549" cy="94817"/>
          </a:xfrm>
          <a:prstGeom prst="rect">
            <a:avLst/>
          </a:prstGeom>
        </p:spPr>
      </p:pic>
      <p:pic>
        <p:nvPicPr>
          <p:cNvPr id="2180" name="Image 2177" descr="preencoded.png">    </p:cNvPr>
          <p:cNvPicPr>
            <a:picLocks noChangeAspect="1"/>
          </p:cNvPicPr>
          <p:nvPr/>
        </p:nvPicPr>
        <p:blipFill>
          <a:blip r:embed="rId2178"/>
          <a:stretch>
            <a:fillRect/>
          </a:stretch>
        </p:blipFill>
        <p:spPr>
          <a:xfrm>
            <a:off x="5837629" y="644091"/>
            <a:ext cx="25865" cy="128034"/>
          </a:xfrm>
          <a:prstGeom prst="rect">
            <a:avLst/>
          </a:prstGeom>
        </p:spPr>
      </p:pic>
      <p:pic>
        <p:nvPicPr>
          <p:cNvPr id="2181" name="Image 2178" descr="preencoded.png">    </p:cNvPr>
          <p:cNvPicPr>
            <a:picLocks noChangeAspect="1"/>
          </p:cNvPicPr>
          <p:nvPr/>
        </p:nvPicPr>
        <p:blipFill>
          <a:blip r:embed="rId2179"/>
          <a:stretch>
            <a:fillRect/>
          </a:stretch>
        </p:blipFill>
        <p:spPr>
          <a:xfrm>
            <a:off x="2501268" y="707963"/>
            <a:ext cx="25549" cy="64158"/>
          </a:xfrm>
          <a:prstGeom prst="rect">
            <a:avLst/>
          </a:prstGeom>
        </p:spPr>
      </p:pic>
      <p:pic>
        <p:nvPicPr>
          <p:cNvPr id="2182" name="Image 2179" descr="preencoded.png">    </p:cNvPr>
          <p:cNvPicPr>
            <a:picLocks noChangeAspect="1"/>
          </p:cNvPicPr>
          <p:nvPr/>
        </p:nvPicPr>
        <p:blipFill>
          <a:blip r:embed="rId2180"/>
          <a:stretch>
            <a:fillRect/>
          </a:stretch>
        </p:blipFill>
        <p:spPr>
          <a:xfrm>
            <a:off x="1844663" y="723292"/>
            <a:ext cx="25549" cy="48833"/>
          </a:xfrm>
          <a:prstGeom prst="rect">
            <a:avLst/>
          </a:prstGeom>
        </p:spPr>
      </p:pic>
      <p:pic>
        <p:nvPicPr>
          <p:cNvPr id="2183" name="Image 2180" descr="preencoded.png">    </p:cNvPr>
          <p:cNvPicPr>
            <a:picLocks noChangeAspect="1"/>
          </p:cNvPicPr>
          <p:nvPr/>
        </p:nvPicPr>
        <p:blipFill>
          <a:blip r:embed="rId2181"/>
          <a:stretch>
            <a:fillRect/>
          </a:stretch>
        </p:blipFill>
        <p:spPr>
          <a:xfrm>
            <a:off x="7258269" y="713073"/>
            <a:ext cx="61792" cy="25549"/>
          </a:xfrm>
          <a:prstGeom prst="rect">
            <a:avLst/>
          </a:prstGeom>
        </p:spPr>
      </p:pic>
      <p:pic>
        <p:nvPicPr>
          <p:cNvPr id="2184" name="Image 2181" descr="preencoded.png">    </p:cNvPr>
          <p:cNvPicPr>
            <a:picLocks noChangeAspect="1"/>
          </p:cNvPicPr>
          <p:nvPr/>
        </p:nvPicPr>
        <p:blipFill>
          <a:blip r:embed="rId2182"/>
          <a:stretch>
            <a:fillRect/>
          </a:stretch>
        </p:blipFill>
        <p:spPr>
          <a:xfrm>
            <a:off x="6956792" y="730957"/>
            <a:ext cx="61508" cy="7665"/>
          </a:xfrm>
          <a:prstGeom prst="rect">
            <a:avLst/>
          </a:prstGeom>
        </p:spPr>
      </p:pic>
      <p:pic>
        <p:nvPicPr>
          <p:cNvPr id="2185" name="Image 2182" descr="preencoded.png">    </p:cNvPr>
          <p:cNvPicPr>
            <a:picLocks noChangeAspect="1"/>
          </p:cNvPicPr>
          <p:nvPr/>
        </p:nvPicPr>
        <p:blipFill>
          <a:blip r:embed="rId2183"/>
          <a:stretch>
            <a:fillRect/>
          </a:stretch>
        </p:blipFill>
        <p:spPr>
          <a:xfrm>
            <a:off x="5962905" y="730957"/>
            <a:ext cx="58992" cy="10220"/>
          </a:xfrm>
          <a:prstGeom prst="rect">
            <a:avLst/>
          </a:prstGeom>
        </p:spPr>
      </p:pic>
      <p:pic>
        <p:nvPicPr>
          <p:cNvPr id="2186" name="Image 2183" descr="preencoded.png">    </p:cNvPr>
          <p:cNvPicPr>
            <a:picLocks noChangeAspect="1"/>
          </p:cNvPicPr>
          <p:nvPr/>
        </p:nvPicPr>
        <p:blipFill>
          <a:blip r:embed="rId2184"/>
          <a:stretch>
            <a:fillRect/>
          </a:stretch>
        </p:blipFill>
        <p:spPr>
          <a:xfrm>
            <a:off x="5761298" y="667085"/>
            <a:ext cx="25549" cy="105040"/>
          </a:xfrm>
          <a:prstGeom prst="rect">
            <a:avLst/>
          </a:prstGeom>
        </p:spPr>
      </p:pic>
      <p:pic>
        <p:nvPicPr>
          <p:cNvPr id="2187" name="Image 2184" descr="preencoded.png">    </p:cNvPr>
          <p:cNvPicPr>
            <a:picLocks noChangeAspect="1"/>
          </p:cNvPicPr>
          <p:nvPr/>
        </p:nvPicPr>
        <p:blipFill>
          <a:blip r:embed="rId2185"/>
          <a:stretch>
            <a:fillRect/>
          </a:stretch>
        </p:blipFill>
        <p:spPr>
          <a:xfrm>
            <a:off x="4325394" y="695144"/>
            <a:ext cx="33274" cy="20483"/>
          </a:xfrm>
          <a:prstGeom prst="rect">
            <a:avLst/>
          </a:prstGeom>
        </p:spPr>
      </p:pic>
      <p:pic>
        <p:nvPicPr>
          <p:cNvPr id="2188" name="Image 2185" descr="preencoded.png">    </p:cNvPr>
          <p:cNvPicPr>
            <a:picLocks noChangeAspect="1"/>
          </p:cNvPicPr>
          <p:nvPr/>
        </p:nvPicPr>
        <p:blipFill>
          <a:blip r:embed="rId2186"/>
          <a:stretch>
            <a:fillRect/>
          </a:stretch>
        </p:blipFill>
        <p:spPr>
          <a:xfrm>
            <a:off x="4299899" y="677481"/>
            <a:ext cx="84582" cy="96779"/>
          </a:xfrm>
          <a:prstGeom prst="rect">
            <a:avLst/>
          </a:prstGeom>
        </p:spPr>
      </p:pic>
      <p:pic>
        <p:nvPicPr>
          <p:cNvPr id="2189" name="Image 2186" descr="preencoded.png">    </p:cNvPr>
          <p:cNvPicPr>
            <a:picLocks noChangeAspect="1"/>
          </p:cNvPicPr>
          <p:nvPr/>
        </p:nvPicPr>
        <p:blipFill>
          <a:blip r:embed="rId2187"/>
          <a:stretch>
            <a:fillRect/>
          </a:stretch>
        </p:blipFill>
        <p:spPr>
          <a:xfrm>
            <a:off x="3926701" y="713073"/>
            <a:ext cx="61792" cy="25549"/>
          </a:xfrm>
          <a:prstGeom prst="rect">
            <a:avLst/>
          </a:prstGeom>
        </p:spPr>
      </p:pic>
      <p:pic>
        <p:nvPicPr>
          <p:cNvPr id="2190" name="Image 2187" descr="preencoded.png">    </p:cNvPr>
          <p:cNvPicPr>
            <a:picLocks noChangeAspect="1"/>
          </p:cNvPicPr>
          <p:nvPr/>
        </p:nvPicPr>
        <p:blipFill>
          <a:blip r:embed="rId2188"/>
          <a:stretch>
            <a:fillRect/>
          </a:stretch>
        </p:blipFill>
        <p:spPr>
          <a:xfrm>
            <a:off x="3575209" y="646646"/>
            <a:ext cx="111524" cy="127566"/>
          </a:xfrm>
          <a:prstGeom prst="rect">
            <a:avLst/>
          </a:prstGeom>
        </p:spPr>
      </p:pic>
      <p:pic>
        <p:nvPicPr>
          <p:cNvPr id="2191" name="Image 2188" descr="preencoded.png">    </p:cNvPr>
          <p:cNvPicPr>
            <a:picLocks noChangeAspect="1"/>
          </p:cNvPicPr>
          <p:nvPr/>
        </p:nvPicPr>
        <p:blipFill>
          <a:blip r:embed="rId2189"/>
          <a:stretch>
            <a:fillRect/>
          </a:stretch>
        </p:blipFill>
        <p:spPr>
          <a:xfrm>
            <a:off x="2560536" y="700298"/>
            <a:ext cx="83805" cy="71567"/>
          </a:xfrm>
          <a:prstGeom prst="rect">
            <a:avLst/>
          </a:prstGeom>
        </p:spPr>
      </p:pic>
      <p:pic>
        <p:nvPicPr>
          <p:cNvPr id="2192" name="Image 2189" descr="preencoded.png">    </p:cNvPr>
          <p:cNvPicPr>
            <a:picLocks noChangeAspect="1"/>
          </p:cNvPicPr>
          <p:nvPr/>
        </p:nvPicPr>
        <p:blipFill>
          <a:blip r:embed="rId2190"/>
          <a:stretch>
            <a:fillRect/>
          </a:stretch>
        </p:blipFill>
        <p:spPr>
          <a:xfrm>
            <a:off x="2276249" y="713073"/>
            <a:ext cx="61787" cy="25549"/>
          </a:xfrm>
          <a:prstGeom prst="rect">
            <a:avLst/>
          </a:prstGeom>
        </p:spPr>
      </p:pic>
      <p:pic>
        <p:nvPicPr>
          <p:cNvPr id="2193" name="Image 2190" descr="preencoded.png">    </p:cNvPr>
          <p:cNvPicPr>
            <a:picLocks noChangeAspect="1"/>
          </p:cNvPicPr>
          <p:nvPr/>
        </p:nvPicPr>
        <p:blipFill>
          <a:blip r:embed="rId2191"/>
          <a:stretch>
            <a:fillRect/>
          </a:stretch>
        </p:blipFill>
        <p:spPr>
          <a:xfrm>
            <a:off x="6351476" y="697743"/>
            <a:ext cx="10220" cy="58762"/>
          </a:xfrm>
          <a:prstGeom prst="rect">
            <a:avLst/>
          </a:prstGeom>
        </p:spPr>
      </p:pic>
      <p:pic>
        <p:nvPicPr>
          <p:cNvPr id="2194" name="Image 2191" descr="preencoded.png">    </p:cNvPr>
          <p:cNvPicPr>
            <a:picLocks noChangeAspect="1"/>
          </p:cNvPicPr>
          <p:nvPr/>
        </p:nvPicPr>
        <p:blipFill>
          <a:blip r:embed="rId2192"/>
          <a:stretch>
            <a:fillRect/>
          </a:stretch>
        </p:blipFill>
        <p:spPr>
          <a:xfrm>
            <a:off x="4159387" y="677014"/>
            <a:ext cx="25549" cy="95111"/>
          </a:xfrm>
          <a:prstGeom prst="rect">
            <a:avLst/>
          </a:prstGeom>
        </p:spPr>
      </p:pic>
      <p:pic>
        <p:nvPicPr>
          <p:cNvPr id="2195" name="Image 2192" descr="preencoded.png">    </p:cNvPr>
          <p:cNvPicPr>
            <a:picLocks noChangeAspect="1"/>
          </p:cNvPicPr>
          <p:nvPr/>
        </p:nvPicPr>
        <p:blipFill>
          <a:blip r:embed="rId2193"/>
          <a:stretch>
            <a:fillRect/>
          </a:stretch>
        </p:blipFill>
        <p:spPr>
          <a:xfrm>
            <a:off x="3423267" y="677018"/>
            <a:ext cx="23307" cy="94817"/>
          </a:xfrm>
          <a:prstGeom prst="rect">
            <a:avLst/>
          </a:prstGeom>
        </p:spPr>
      </p:pic>
      <p:pic>
        <p:nvPicPr>
          <p:cNvPr id="2196" name="Image 2193" descr="preencoded.png">    </p:cNvPr>
          <p:cNvPicPr>
            <a:picLocks noChangeAspect="1"/>
          </p:cNvPicPr>
          <p:nvPr/>
        </p:nvPicPr>
        <p:blipFill>
          <a:blip r:embed="rId2194"/>
          <a:stretch>
            <a:fillRect/>
          </a:stretch>
        </p:blipFill>
        <p:spPr>
          <a:xfrm>
            <a:off x="7137743" y="677027"/>
            <a:ext cx="84947" cy="94440"/>
          </a:xfrm>
          <a:prstGeom prst="rect">
            <a:avLst/>
          </a:prstGeom>
        </p:spPr>
      </p:pic>
      <p:pic>
        <p:nvPicPr>
          <p:cNvPr id="2197" name="Image 2194" descr="preencoded.png">    </p:cNvPr>
          <p:cNvPicPr>
            <a:picLocks noChangeAspect="1"/>
          </p:cNvPicPr>
          <p:nvPr/>
        </p:nvPicPr>
        <p:blipFill>
          <a:blip r:embed="rId2195"/>
          <a:stretch>
            <a:fillRect/>
          </a:stretch>
        </p:blipFill>
        <p:spPr>
          <a:xfrm>
            <a:off x="4200265" y="677304"/>
            <a:ext cx="91976" cy="94772"/>
          </a:xfrm>
          <a:prstGeom prst="rect">
            <a:avLst/>
          </a:prstGeom>
        </p:spPr>
      </p:pic>
      <p:pic>
        <p:nvPicPr>
          <p:cNvPr id="2198" name="Image 2195" descr="preencoded.png">    </p:cNvPr>
          <p:cNvPicPr>
            <a:picLocks noChangeAspect="1"/>
          </p:cNvPicPr>
          <p:nvPr/>
        </p:nvPicPr>
        <p:blipFill>
          <a:blip r:embed="rId2196"/>
          <a:stretch>
            <a:fillRect/>
          </a:stretch>
        </p:blipFill>
        <p:spPr>
          <a:xfrm>
            <a:off x="2917554" y="679859"/>
            <a:ext cx="41037" cy="92134"/>
          </a:xfrm>
          <a:prstGeom prst="rect">
            <a:avLst/>
          </a:prstGeom>
        </p:spPr>
      </p:pic>
      <p:pic>
        <p:nvPicPr>
          <p:cNvPr id="2199" name="Image 2196" descr="preencoded.png">    </p:cNvPr>
          <p:cNvPicPr>
            <a:picLocks noChangeAspect="1"/>
          </p:cNvPicPr>
          <p:nvPr/>
        </p:nvPicPr>
        <p:blipFill>
          <a:blip r:embed="rId2197"/>
          <a:stretch>
            <a:fillRect/>
          </a:stretch>
        </p:blipFill>
        <p:spPr>
          <a:xfrm>
            <a:off x="2720987" y="707963"/>
            <a:ext cx="25549" cy="64162"/>
          </a:xfrm>
          <a:prstGeom prst="rect">
            <a:avLst/>
          </a:prstGeom>
        </p:spPr>
      </p:pic>
      <p:pic>
        <p:nvPicPr>
          <p:cNvPr id="2200" name="Image 2197" descr="preencoded.png">    </p:cNvPr>
          <p:cNvPicPr>
            <a:picLocks noChangeAspect="1"/>
          </p:cNvPicPr>
          <p:nvPr/>
        </p:nvPicPr>
        <p:blipFill>
          <a:blip r:embed="rId2198"/>
          <a:stretch>
            <a:fillRect/>
          </a:stretch>
        </p:blipFill>
        <p:spPr>
          <a:xfrm>
            <a:off x="5528803" y="679578"/>
            <a:ext cx="25549" cy="89702"/>
          </a:xfrm>
          <a:prstGeom prst="rect">
            <a:avLst/>
          </a:prstGeom>
        </p:spPr>
      </p:pic>
      <p:pic>
        <p:nvPicPr>
          <p:cNvPr id="2201" name="Image 2198" descr="preencoded.png">    </p:cNvPr>
          <p:cNvPicPr>
            <a:picLocks noChangeAspect="1"/>
          </p:cNvPicPr>
          <p:nvPr/>
        </p:nvPicPr>
        <p:blipFill>
          <a:blip r:embed="rId2199"/>
          <a:stretch>
            <a:fillRect/>
          </a:stretch>
        </p:blipFill>
        <p:spPr>
          <a:xfrm>
            <a:off x="4619266" y="707963"/>
            <a:ext cx="25549" cy="64162"/>
          </a:xfrm>
          <a:prstGeom prst="rect">
            <a:avLst/>
          </a:prstGeom>
        </p:spPr>
      </p:pic>
      <p:pic>
        <p:nvPicPr>
          <p:cNvPr id="2202" name="Image 2199" descr="preencoded.png">    </p:cNvPr>
          <p:cNvPicPr>
            <a:picLocks noChangeAspect="1"/>
          </p:cNvPicPr>
          <p:nvPr/>
        </p:nvPicPr>
        <p:blipFill>
          <a:blip r:embed="rId2200"/>
          <a:stretch>
            <a:fillRect/>
          </a:stretch>
        </p:blipFill>
        <p:spPr>
          <a:xfrm>
            <a:off x="2973921" y="679859"/>
            <a:ext cx="22994" cy="89421"/>
          </a:xfrm>
          <a:prstGeom prst="rect">
            <a:avLst/>
          </a:prstGeom>
        </p:spPr>
      </p:pic>
      <p:pic>
        <p:nvPicPr>
          <p:cNvPr id="2203" name="Image 2200" descr="preencoded.png">    </p:cNvPr>
          <p:cNvPicPr>
            <a:picLocks noChangeAspect="1"/>
          </p:cNvPicPr>
          <p:nvPr/>
        </p:nvPicPr>
        <p:blipFill>
          <a:blip r:embed="rId2201"/>
          <a:stretch>
            <a:fillRect/>
          </a:stretch>
        </p:blipFill>
        <p:spPr>
          <a:xfrm>
            <a:off x="2971366" y="677304"/>
            <a:ext cx="28415" cy="94821"/>
          </a:xfrm>
          <a:prstGeom prst="rect">
            <a:avLst/>
          </a:prstGeom>
        </p:spPr>
      </p:pic>
      <p:pic>
        <p:nvPicPr>
          <p:cNvPr id="2204" name="Image 2201" descr="preencoded.png">    </p:cNvPr>
          <p:cNvPicPr>
            <a:picLocks noChangeAspect="1"/>
          </p:cNvPicPr>
          <p:nvPr/>
        </p:nvPicPr>
        <p:blipFill>
          <a:blip r:embed="rId2202"/>
          <a:stretch>
            <a:fillRect/>
          </a:stretch>
        </p:blipFill>
        <p:spPr>
          <a:xfrm>
            <a:off x="6678500" y="677304"/>
            <a:ext cx="94531" cy="94479"/>
          </a:xfrm>
          <a:prstGeom prst="rect">
            <a:avLst/>
          </a:prstGeom>
        </p:spPr>
      </p:pic>
      <p:pic>
        <p:nvPicPr>
          <p:cNvPr id="2205" name="Image 2202" descr="preencoded.png">    </p:cNvPr>
          <p:cNvPicPr>
            <a:picLocks noChangeAspect="1"/>
          </p:cNvPicPr>
          <p:nvPr/>
        </p:nvPicPr>
        <p:blipFill>
          <a:blip r:embed="rId2203"/>
          <a:stretch>
            <a:fillRect/>
          </a:stretch>
        </p:blipFill>
        <p:spPr>
          <a:xfrm>
            <a:off x="3860466" y="644091"/>
            <a:ext cx="22994" cy="125189"/>
          </a:xfrm>
          <a:prstGeom prst="rect">
            <a:avLst/>
          </a:prstGeom>
        </p:spPr>
      </p:pic>
      <p:pic>
        <p:nvPicPr>
          <p:cNvPr id="2206" name="Image 2203" descr="preencoded.png">    </p:cNvPr>
          <p:cNvPicPr>
            <a:picLocks noChangeAspect="1"/>
          </p:cNvPicPr>
          <p:nvPr/>
        </p:nvPicPr>
        <p:blipFill>
          <a:blip r:embed="rId2204"/>
          <a:stretch>
            <a:fillRect/>
          </a:stretch>
        </p:blipFill>
        <p:spPr>
          <a:xfrm>
            <a:off x="3857595" y="644091"/>
            <a:ext cx="28735" cy="127744"/>
          </a:xfrm>
          <a:prstGeom prst="rect">
            <a:avLst/>
          </a:prstGeom>
        </p:spPr>
      </p:pic>
      <p:pic>
        <p:nvPicPr>
          <p:cNvPr id="2207" name="Image 2204" descr="preencoded.png">    </p:cNvPr>
          <p:cNvPicPr>
            <a:picLocks noChangeAspect="1"/>
          </p:cNvPicPr>
          <p:nvPr/>
        </p:nvPicPr>
        <p:blipFill>
          <a:blip r:embed="rId2205"/>
          <a:stretch>
            <a:fillRect/>
          </a:stretch>
        </p:blipFill>
        <p:spPr>
          <a:xfrm>
            <a:off x="3380147" y="679859"/>
            <a:ext cx="20439" cy="89421"/>
          </a:xfrm>
          <a:prstGeom prst="rect">
            <a:avLst/>
          </a:prstGeom>
        </p:spPr>
      </p:pic>
      <p:pic>
        <p:nvPicPr>
          <p:cNvPr id="2208" name="Image 2205" descr="preencoded.png">    </p:cNvPr>
          <p:cNvPicPr>
            <a:picLocks noChangeAspect="1"/>
          </p:cNvPicPr>
          <p:nvPr/>
        </p:nvPicPr>
        <p:blipFill>
          <a:blip r:embed="rId2206"/>
          <a:stretch>
            <a:fillRect/>
          </a:stretch>
        </p:blipFill>
        <p:spPr>
          <a:xfrm>
            <a:off x="3377592" y="677304"/>
            <a:ext cx="25549" cy="94531"/>
          </a:xfrm>
          <a:prstGeom prst="rect">
            <a:avLst/>
          </a:prstGeom>
        </p:spPr>
      </p:pic>
      <p:pic>
        <p:nvPicPr>
          <p:cNvPr id="2209" name="Image 2206" descr="preencoded.png">    </p:cNvPr>
          <p:cNvPicPr>
            <a:picLocks noChangeAspect="1"/>
          </p:cNvPicPr>
          <p:nvPr/>
        </p:nvPicPr>
        <p:blipFill>
          <a:blip r:embed="rId2207"/>
          <a:stretch>
            <a:fillRect/>
          </a:stretch>
        </p:blipFill>
        <p:spPr>
          <a:xfrm>
            <a:off x="3129769" y="676762"/>
            <a:ext cx="80145" cy="92518"/>
          </a:xfrm>
          <a:prstGeom prst="rect">
            <a:avLst/>
          </a:prstGeom>
        </p:spPr>
      </p:pic>
      <p:pic>
        <p:nvPicPr>
          <p:cNvPr id="2210" name="Image 2207" descr="preencoded.png">    </p:cNvPr>
          <p:cNvPicPr>
            <a:picLocks noChangeAspect="1"/>
          </p:cNvPicPr>
          <p:nvPr/>
        </p:nvPicPr>
        <p:blipFill>
          <a:blip r:embed="rId2208"/>
          <a:stretch>
            <a:fillRect/>
          </a:stretch>
        </p:blipFill>
        <p:spPr>
          <a:xfrm>
            <a:off x="5444496" y="697743"/>
            <a:ext cx="43736" cy="54474"/>
          </a:xfrm>
          <a:prstGeom prst="rect">
            <a:avLst/>
          </a:prstGeom>
        </p:spPr>
      </p:pic>
      <p:pic>
        <p:nvPicPr>
          <p:cNvPr id="2211" name="Image 2208" descr="preencoded.png">    </p:cNvPr>
          <p:cNvPicPr>
            <a:picLocks noChangeAspect="1"/>
          </p:cNvPicPr>
          <p:nvPr/>
        </p:nvPicPr>
        <p:blipFill>
          <a:blip r:embed="rId2209"/>
          <a:stretch>
            <a:fillRect/>
          </a:stretch>
        </p:blipFill>
        <p:spPr>
          <a:xfrm>
            <a:off x="4161941" y="679859"/>
            <a:ext cx="22994" cy="89421"/>
          </a:xfrm>
          <a:prstGeom prst="rect">
            <a:avLst/>
          </a:prstGeom>
        </p:spPr>
      </p:pic>
      <p:pic>
        <p:nvPicPr>
          <p:cNvPr id="2212" name="Image 2209" descr="preencoded.png">    </p:cNvPr>
          <p:cNvPicPr>
            <a:picLocks noChangeAspect="1"/>
          </p:cNvPicPr>
          <p:nvPr/>
        </p:nvPicPr>
        <p:blipFill>
          <a:blip r:embed="rId2210"/>
          <a:stretch>
            <a:fillRect/>
          </a:stretch>
        </p:blipFill>
        <p:spPr>
          <a:xfrm>
            <a:off x="4128564" y="677304"/>
            <a:ext cx="18048" cy="74305"/>
          </a:xfrm>
          <a:prstGeom prst="rect">
            <a:avLst/>
          </a:prstGeom>
        </p:spPr>
      </p:pic>
      <p:pic>
        <p:nvPicPr>
          <p:cNvPr id="2213" name="Image 2210" descr="preencoded.png">    </p:cNvPr>
          <p:cNvPicPr>
            <a:picLocks noChangeAspect="1"/>
          </p:cNvPicPr>
          <p:nvPr/>
        </p:nvPicPr>
        <p:blipFill>
          <a:blip r:embed="rId2211"/>
          <a:stretch>
            <a:fillRect/>
          </a:stretch>
        </p:blipFill>
        <p:spPr>
          <a:xfrm>
            <a:off x="4887528" y="679859"/>
            <a:ext cx="22994" cy="89421"/>
          </a:xfrm>
          <a:prstGeom prst="rect">
            <a:avLst/>
          </a:prstGeom>
        </p:spPr>
      </p:pic>
      <p:pic>
        <p:nvPicPr>
          <p:cNvPr id="2214" name="Image 2211" descr="preencoded.png">    </p:cNvPr>
          <p:cNvPicPr>
            <a:picLocks noChangeAspect="1"/>
          </p:cNvPicPr>
          <p:nvPr/>
        </p:nvPicPr>
        <p:blipFill>
          <a:blip r:embed="rId2212"/>
          <a:stretch>
            <a:fillRect/>
          </a:stretch>
        </p:blipFill>
        <p:spPr>
          <a:xfrm>
            <a:off x="4475894" y="715628"/>
            <a:ext cx="64170" cy="30659"/>
          </a:xfrm>
          <a:prstGeom prst="rect">
            <a:avLst/>
          </a:prstGeom>
        </p:spPr>
      </p:pic>
      <p:pic>
        <p:nvPicPr>
          <p:cNvPr id="2215" name="Image 2212" descr="preencoded.png">    </p:cNvPr>
          <p:cNvPicPr>
            <a:picLocks noChangeAspect="1"/>
          </p:cNvPicPr>
          <p:nvPr/>
        </p:nvPicPr>
        <p:blipFill>
          <a:blip r:embed="rId2213"/>
          <a:stretch>
            <a:fillRect/>
          </a:stretch>
        </p:blipFill>
        <p:spPr>
          <a:xfrm>
            <a:off x="3811922" y="644091"/>
            <a:ext cx="22994" cy="125189"/>
          </a:xfrm>
          <a:prstGeom prst="rect">
            <a:avLst/>
          </a:prstGeom>
        </p:spPr>
      </p:pic>
      <p:pic>
        <p:nvPicPr>
          <p:cNvPr id="2216" name="Image 2213" descr="preencoded.png">    </p:cNvPr>
          <p:cNvPicPr>
            <a:picLocks noChangeAspect="1"/>
          </p:cNvPicPr>
          <p:nvPr/>
        </p:nvPicPr>
        <p:blipFill>
          <a:blip r:embed="rId2214"/>
          <a:stretch>
            <a:fillRect/>
          </a:stretch>
        </p:blipFill>
        <p:spPr>
          <a:xfrm>
            <a:off x="3809052" y="644091"/>
            <a:ext cx="28735" cy="127744"/>
          </a:xfrm>
          <a:prstGeom prst="rect">
            <a:avLst/>
          </a:prstGeom>
        </p:spPr>
      </p:pic>
      <p:pic>
        <p:nvPicPr>
          <p:cNvPr id="2217" name="Image 2214" descr="preencoded.png">    </p:cNvPr>
          <p:cNvPicPr>
            <a:picLocks noChangeAspect="1"/>
          </p:cNvPicPr>
          <p:nvPr/>
        </p:nvPicPr>
        <p:blipFill>
          <a:blip r:embed="rId2215"/>
          <a:stretch>
            <a:fillRect/>
          </a:stretch>
        </p:blipFill>
        <p:spPr>
          <a:xfrm>
            <a:off x="2153803" y="677084"/>
            <a:ext cx="84998" cy="96946"/>
          </a:xfrm>
          <a:prstGeom prst="rect">
            <a:avLst/>
          </a:prstGeom>
        </p:spPr>
      </p:pic>
      <p:pic>
        <p:nvPicPr>
          <p:cNvPr id="2218" name="Image 2215" descr="preencoded.png">    </p:cNvPr>
          <p:cNvPicPr>
            <a:picLocks noChangeAspect="1"/>
          </p:cNvPicPr>
          <p:nvPr/>
        </p:nvPicPr>
        <p:blipFill>
          <a:blip r:embed="rId2216"/>
          <a:stretch>
            <a:fillRect/>
          </a:stretch>
        </p:blipFill>
        <p:spPr>
          <a:xfrm>
            <a:off x="5324413" y="695189"/>
            <a:ext cx="7948" cy="20439"/>
          </a:xfrm>
          <a:prstGeom prst="rect">
            <a:avLst/>
          </a:prstGeom>
        </p:spPr>
      </p:pic>
      <p:pic>
        <p:nvPicPr>
          <p:cNvPr id="2219" name="Image 2216" descr="preencoded.png">    </p:cNvPr>
          <p:cNvPicPr>
            <a:picLocks noChangeAspect="1"/>
          </p:cNvPicPr>
          <p:nvPr/>
        </p:nvPicPr>
        <p:blipFill>
          <a:blip r:embed="rId2217"/>
          <a:stretch>
            <a:fillRect/>
          </a:stretch>
        </p:blipFill>
        <p:spPr>
          <a:xfrm>
            <a:off x="7035868" y="677018"/>
            <a:ext cx="23310" cy="92262"/>
          </a:xfrm>
          <a:prstGeom prst="rect">
            <a:avLst/>
          </a:prstGeom>
        </p:spPr>
      </p:pic>
      <p:pic>
        <p:nvPicPr>
          <p:cNvPr id="2220" name="Image 2217" descr="preencoded.png">    </p:cNvPr>
          <p:cNvPicPr>
            <a:picLocks noChangeAspect="1"/>
          </p:cNvPicPr>
          <p:nvPr/>
        </p:nvPicPr>
        <p:blipFill>
          <a:blip r:embed="rId2218"/>
          <a:stretch>
            <a:fillRect/>
          </a:stretch>
        </p:blipFill>
        <p:spPr>
          <a:xfrm>
            <a:off x="4854013" y="697743"/>
            <a:ext cx="15631" cy="53653"/>
          </a:xfrm>
          <a:prstGeom prst="rect">
            <a:avLst/>
          </a:prstGeom>
        </p:spPr>
      </p:pic>
      <p:pic>
        <p:nvPicPr>
          <p:cNvPr id="2221" name="Image 2218" descr="preencoded.png">    </p:cNvPr>
          <p:cNvPicPr>
            <a:picLocks noChangeAspect="1"/>
          </p:cNvPicPr>
          <p:nvPr/>
        </p:nvPicPr>
        <p:blipFill>
          <a:blip r:embed="rId2219"/>
          <a:stretch>
            <a:fillRect/>
          </a:stretch>
        </p:blipFill>
        <p:spPr>
          <a:xfrm>
            <a:off x="3926892" y="694930"/>
            <a:ext cx="35768" cy="20698"/>
          </a:xfrm>
          <a:prstGeom prst="rect">
            <a:avLst/>
          </a:prstGeom>
        </p:spPr>
      </p:pic>
      <p:pic>
        <p:nvPicPr>
          <p:cNvPr id="2222" name="Image 2219" descr="preencoded.png">    </p:cNvPr>
          <p:cNvPicPr>
            <a:picLocks noChangeAspect="1"/>
          </p:cNvPicPr>
          <p:nvPr/>
        </p:nvPicPr>
        <p:blipFill>
          <a:blip r:embed="rId2220"/>
          <a:stretch>
            <a:fillRect/>
          </a:stretch>
        </p:blipFill>
        <p:spPr>
          <a:xfrm>
            <a:off x="7038739" y="677352"/>
            <a:ext cx="81919" cy="94770"/>
          </a:xfrm>
          <a:prstGeom prst="rect">
            <a:avLst/>
          </a:prstGeom>
        </p:spPr>
      </p:pic>
      <p:pic>
        <p:nvPicPr>
          <p:cNvPr id="2223" name="Image 2220" descr="preencoded.png">    </p:cNvPr>
          <p:cNvPicPr>
            <a:picLocks noChangeAspect="1"/>
          </p:cNvPicPr>
          <p:nvPr/>
        </p:nvPicPr>
        <p:blipFill>
          <a:blip r:embed="rId2221"/>
          <a:stretch>
            <a:fillRect/>
          </a:stretch>
        </p:blipFill>
        <p:spPr>
          <a:xfrm>
            <a:off x="6959389" y="695182"/>
            <a:ext cx="33362" cy="20445"/>
          </a:xfrm>
          <a:prstGeom prst="rect">
            <a:avLst/>
          </a:prstGeom>
        </p:spPr>
      </p:pic>
      <p:pic>
        <p:nvPicPr>
          <p:cNvPr id="2224" name="Image 2221" descr="preencoded.png">    </p:cNvPr>
          <p:cNvPicPr>
            <a:picLocks noChangeAspect="1"/>
          </p:cNvPicPr>
          <p:nvPr/>
        </p:nvPicPr>
        <p:blipFill>
          <a:blip r:embed="rId2222"/>
          <a:stretch>
            <a:fillRect/>
          </a:stretch>
        </p:blipFill>
        <p:spPr>
          <a:xfrm>
            <a:off x="6931434" y="677530"/>
            <a:ext cx="87197" cy="95852"/>
          </a:xfrm>
          <a:prstGeom prst="rect">
            <a:avLst/>
          </a:prstGeom>
        </p:spPr>
      </p:pic>
      <p:pic>
        <p:nvPicPr>
          <p:cNvPr id="2225" name="Image 2222" descr="preencoded.png">    </p:cNvPr>
          <p:cNvPicPr>
            <a:picLocks noChangeAspect="1"/>
          </p:cNvPicPr>
          <p:nvPr/>
        </p:nvPicPr>
        <p:blipFill>
          <a:blip r:embed="rId2223"/>
          <a:stretch>
            <a:fillRect/>
          </a:stretch>
        </p:blipFill>
        <p:spPr>
          <a:xfrm>
            <a:off x="5963134" y="695175"/>
            <a:ext cx="35768" cy="20453"/>
          </a:xfrm>
          <a:prstGeom prst="rect">
            <a:avLst/>
          </a:prstGeom>
        </p:spPr>
      </p:pic>
      <p:pic>
        <p:nvPicPr>
          <p:cNvPr id="2226" name="Image 2223" descr="preencoded.png">    </p:cNvPr>
          <p:cNvPicPr>
            <a:picLocks noChangeAspect="1"/>
          </p:cNvPicPr>
          <p:nvPr/>
        </p:nvPicPr>
        <p:blipFill>
          <a:blip r:embed="rId2224"/>
          <a:stretch>
            <a:fillRect/>
          </a:stretch>
        </p:blipFill>
        <p:spPr>
          <a:xfrm>
            <a:off x="6852572" y="694751"/>
            <a:ext cx="40295" cy="59200"/>
          </a:xfrm>
          <a:prstGeom prst="rect">
            <a:avLst/>
          </a:prstGeom>
        </p:spPr>
      </p:pic>
      <p:pic>
        <p:nvPicPr>
          <p:cNvPr id="2227" name="Image 2224" descr="preencoded.png">    </p:cNvPr>
          <p:cNvPicPr>
            <a:picLocks noChangeAspect="1"/>
          </p:cNvPicPr>
          <p:nvPr/>
        </p:nvPicPr>
        <p:blipFill>
          <a:blip r:embed="rId2225"/>
          <a:stretch>
            <a:fillRect/>
          </a:stretch>
        </p:blipFill>
        <p:spPr>
          <a:xfrm>
            <a:off x="6826684" y="644091"/>
            <a:ext cx="89421" cy="127131"/>
          </a:xfrm>
          <a:prstGeom prst="rect">
            <a:avLst/>
          </a:prstGeom>
        </p:spPr>
      </p:pic>
      <p:pic>
        <p:nvPicPr>
          <p:cNvPr id="2228" name="Image 2225" descr="preencoded.png">    </p:cNvPr>
          <p:cNvPicPr>
            <a:picLocks noChangeAspect="1"/>
          </p:cNvPicPr>
          <p:nvPr/>
        </p:nvPicPr>
        <p:blipFill>
          <a:blip r:embed="rId2226"/>
          <a:stretch>
            <a:fillRect/>
          </a:stretch>
        </p:blipFill>
        <p:spPr>
          <a:xfrm>
            <a:off x="6062768" y="697743"/>
            <a:ext cx="42018" cy="53997"/>
          </a:xfrm>
          <a:prstGeom prst="rect">
            <a:avLst/>
          </a:prstGeom>
        </p:spPr>
      </p:pic>
      <p:pic>
        <p:nvPicPr>
          <p:cNvPr id="2229" name="Image 2226" descr="preencoded.png">    </p:cNvPr>
          <p:cNvPicPr>
            <a:picLocks noChangeAspect="1"/>
          </p:cNvPicPr>
          <p:nvPr/>
        </p:nvPicPr>
        <p:blipFill>
          <a:blip r:embed="rId2227"/>
          <a:stretch>
            <a:fillRect/>
          </a:stretch>
        </p:blipFill>
        <p:spPr>
          <a:xfrm>
            <a:off x="3040499" y="696846"/>
            <a:ext cx="43071" cy="54438"/>
          </a:xfrm>
          <a:prstGeom prst="rect">
            <a:avLst/>
          </a:prstGeom>
        </p:spPr>
      </p:pic>
      <p:pic>
        <p:nvPicPr>
          <p:cNvPr id="2230" name="Image 2227" descr="preencoded.png">    </p:cNvPr>
          <p:cNvPicPr>
            <a:picLocks noChangeAspect="1"/>
          </p:cNvPicPr>
          <p:nvPr/>
        </p:nvPicPr>
        <p:blipFill>
          <a:blip r:embed="rId2228"/>
          <a:stretch>
            <a:fillRect/>
          </a:stretch>
        </p:blipFill>
        <p:spPr>
          <a:xfrm>
            <a:off x="2276438" y="694964"/>
            <a:ext cx="35768" cy="20663"/>
          </a:xfrm>
          <a:prstGeom prst="rect">
            <a:avLst/>
          </a:prstGeom>
        </p:spPr>
      </p:pic>
      <p:pic>
        <p:nvPicPr>
          <p:cNvPr id="2231" name="Image 2228" descr="preencoded.png">    </p:cNvPr>
          <p:cNvPicPr>
            <a:picLocks noChangeAspect="1"/>
          </p:cNvPicPr>
          <p:nvPr/>
        </p:nvPicPr>
        <p:blipFill>
          <a:blip r:embed="rId2229"/>
          <a:stretch>
            <a:fillRect/>
          </a:stretch>
        </p:blipFill>
        <p:spPr>
          <a:xfrm>
            <a:off x="2250874" y="676614"/>
            <a:ext cx="84326" cy="98216"/>
          </a:xfrm>
          <a:prstGeom prst="rect">
            <a:avLst/>
          </a:prstGeom>
        </p:spPr>
      </p:pic>
      <p:pic>
        <p:nvPicPr>
          <p:cNvPr id="2232" name="Image 2229" descr="preencoded.png">    </p:cNvPr>
          <p:cNvPicPr>
            <a:picLocks noChangeAspect="1"/>
          </p:cNvPicPr>
          <p:nvPr/>
        </p:nvPicPr>
        <p:blipFill>
          <a:blip r:embed="rId2230"/>
          <a:stretch>
            <a:fillRect/>
          </a:stretch>
        </p:blipFill>
        <p:spPr>
          <a:xfrm>
            <a:off x="3725833" y="696937"/>
            <a:ext cx="42856" cy="55260"/>
          </a:xfrm>
          <a:prstGeom prst="rect">
            <a:avLst/>
          </a:prstGeom>
        </p:spPr>
      </p:pic>
      <p:pic>
        <p:nvPicPr>
          <p:cNvPr id="2233" name="Image 2230" descr="preencoded.png">    </p:cNvPr>
          <p:cNvPicPr>
            <a:picLocks noChangeAspect="1"/>
          </p:cNvPicPr>
          <p:nvPr/>
        </p:nvPicPr>
        <p:blipFill>
          <a:blip r:embed="rId2231"/>
          <a:stretch>
            <a:fillRect/>
          </a:stretch>
        </p:blipFill>
        <p:spPr>
          <a:xfrm>
            <a:off x="2866616" y="677014"/>
            <a:ext cx="25861" cy="92266"/>
          </a:xfrm>
          <a:prstGeom prst="rect">
            <a:avLst/>
          </a:prstGeom>
        </p:spPr>
      </p:pic>
      <p:pic>
        <p:nvPicPr>
          <p:cNvPr id="2234" name="Image 2231" descr="preencoded.png">    </p:cNvPr>
          <p:cNvPicPr>
            <a:picLocks noChangeAspect="1"/>
          </p:cNvPicPr>
          <p:nvPr/>
        </p:nvPicPr>
        <p:blipFill>
          <a:blip r:embed="rId2232"/>
          <a:stretch>
            <a:fillRect/>
          </a:stretch>
        </p:blipFill>
        <p:spPr>
          <a:xfrm>
            <a:off x="3699074" y="676552"/>
            <a:ext cx="94795" cy="96879"/>
          </a:xfrm>
          <a:prstGeom prst="rect">
            <a:avLst/>
          </a:prstGeom>
        </p:spPr>
      </p:pic>
      <p:pic>
        <p:nvPicPr>
          <p:cNvPr id="2235" name="Image 2232" descr="preencoded.png">    </p:cNvPr>
          <p:cNvPicPr>
            <a:picLocks noChangeAspect="1"/>
          </p:cNvPicPr>
          <p:nvPr/>
        </p:nvPicPr>
        <p:blipFill>
          <a:blip r:embed="rId2233"/>
          <a:stretch>
            <a:fillRect/>
          </a:stretch>
        </p:blipFill>
        <p:spPr>
          <a:xfrm>
            <a:off x="2498401" y="677018"/>
            <a:ext cx="23306" cy="92262"/>
          </a:xfrm>
          <a:prstGeom prst="rect">
            <a:avLst/>
          </a:prstGeom>
        </p:spPr>
      </p:pic>
      <p:pic>
        <p:nvPicPr>
          <p:cNvPr id="2236" name="Image 2233" descr="preencoded.png">    </p:cNvPr>
          <p:cNvPicPr>
            <a:picLocks noChangeAspect="1"/>
          </p:cNvPicPr>
          <p:nvPr/>
        </p:nvPicPr>
        <p:blipFill>
          <a:blip r:embed="rId2234"/>
          <a:stretch>
            <a:fillRect/>
          </a:stretch>
        </p:blipFill>
        <p:spPr>
          <a:xfrm>
            <a:off x="3224299" y="677015"/>
            <a:ext cx="86895" cy="94732"/>
          </a:xfrm>
          <a:prstGeom prst="rect">
            <a:avLst/>
          </a:prstGeom>
        </p:spPr>
      </p:pic>
      <p:pic>
        <p:nvPicPr>
          <p:cNvPr id="2237" name="Image 2234" descr="preencoded.png">    </p:cNvPr>
          <p:cNvPicPr>
            <a:picLocks noChangeAspect="1"/>
          </p:cNvPicPr>
          <p:nvPr/>
        </p:nvPicPr>
        <p:blipFill>
          <a:blip r:embed="rId2235"/>
          <a:stretch>
            <a:fillRect/>
          </a:stretch>
        </p:blipFill>
        <p:spPr>
          <a:xfrm>
            <a:off x="2455280" y="664530"/>
            <a:ext cx="38323" cy="104750"/>
          </a:xfrm>
          <a:prstGeom prst="rect">
            <a:avLst/>
          </a:prstGeom>
        </p:spPr>
      </p:pic>
      <p:pic>
        <p:nvPicPr>
          <p:cNvPr id="2238" name="Image 2235" descr="preencoded.png">    </p:cNvPr>
          <p:cNvPicPr>
            <a:picLocks noChangeAspect="1"/>
          </p:cNvPicPr>
          <p:nvPr/>
        </p:nvPicPr>
        <p:blipFill>
          <a:blip r:embed="rId2236"/>
          <a:stretch>
            <a:fillRect/>
          </a:stretch>
        </p:blipFill>
        <p:spPr>
          <a:xfrm>
            <a:off x="6599300" y="692634"/>
            <a:ext cx="63872" cy="25549"/>
          </a:xfrm>
          <a:prstGeom prst="rect">
            <a:avLst/>
          </a:prstGeom>
        </p:spPr>
      </p:pic>
      <p:pic>
        <p:nvPicPr>
          <p:cNvPr id="2239" name="Image 2236" descr="preencoded.png">    </p:cNvPr>
          <p:cNvPicPr>
            <a:picLocks noChangeAspect="1"/>
          </p:cNvPicPr>
          <p:nvPr/>
        </p:nvPicPr>
        <p:blipFill>
          <a:blip r:embed="rId2237"/>
          <a:stretch>
            <a:fillRect/>
          </a:stretch>
        </p:blipFill>
        <p:spPr>
          <a:xfrm>
            <a:off x="5617977" y="676197"/>
            <a:ext cx="41126" cy="93083"/>
          </a:xfrm>
          <a:prstGeom prst="rect">
            <a:avLst/>
          </a:prstGeom>
        </p:spPr>
      </p:pic>
      <p:pic>
        <p:nvPicPr>
          <p:cNvPr id="2240" name="Image 2237" descr="preencoded.png">    </p:cNvPr>
          <p:cNvPicPr>
            <a:picLocks noChangeAspect="1"/>
          </p:cNvPicPr>
          <p:nvPr/>
        </p:nvPicPr>
        <p:blipFill>
          <a:blip r:embed="rId2238"/>
          <a:stretch>
            <a:fillRect/>
          </a:stretch>
        </p:blipFill>
        <p:spPr>
          <a:xfrm>
            <a:off x="5150681" y="675726"/>
            <a:ext cx="26848" cy="29838"/>
          </a:xfrm>
          <a:prstGeom prst="rect">
            <a:avLst/>
          </a:prstGeom>
        </p:spPr>
      </p:pic>
      <p:pic>
        <p:nvPicPr>
          <p:cNvPr id="2241" name="Image 2238" descr="preencoded.png">    </p:cNvPr>
          <p:cNvPicPr>
            <a:picLocks noChangeAspect="1"/>
          </p:cNvPicPr>
          <p:nvPr/>
        </p:nvPicPr>
        <p:blipFill>
          <a:blip r:embed="rId2239"/>
          <a:stretch>
            <a:fillRect/>
          </a:stretch>
        </p:blipFill>
        <p:spPr>
          <a:xfrm>
            <a:off x="5038259" y="677304"/>
            <a:ext cx="84699" cy="94781"/>
          </a:xfrm>
          <a:prstGeom prst="rect">
            <a:avLst/>
          </a:prstGeom>
        </p:spPr>
      </p:pic>
      <p:pic>
        <p:nvPicPr>
          <p:cNvPr id="2242" name="Image 2239" descr="preencoded.png">    </p:cNvPr>
          <p:cNvPicPr>
            <a:picLocks noChangeAspect="1"/>
          </p:cNvPicPr>
          <p:nvPr/>
        </p:nvPicPr>
        <p:blipFill>
          <a:blip r:embed="rId2240"/>
          <a:stretch>
            <a:fillRect/>
          </a:stretch>
        </p:blipFill>
        <p:spPr>
          <a:xfrm>
            <a:off x="4453198" y="644091"/>
            <a:ext cx="94531" cy="128057"/>
          </a:xfrm>
          <a:prstGeom prst="rect">
            <a:avLst/>
          </a:prstGeom>
        </p:spPr>
      </p:pic>
      <p:pic>
        <p:nvPicPr>
          <p:cNvPr id="2243" name="Image 2240" descr="preencoded.png">    </p:cNvPr>
          <p:cNvPicPr>
            <a:picLocks noChangeAspect="1"/>
          </p:cNvPicPr>
          <p:nvPr/>
        </p:nvPicPr>
        <p:blipFill>
          <a:blip r:embed="rId2241"/>
          <a:stretch>
            <a:fillRect/>
          </a:stretch>
        </p:blipFill>
        <p:spPr>
          <a:xfrm>
            <a:off x="4228369" y="644091"/>
            <a:ext cx="224830" cy="127744"/>
          </a:xfrm>
          <a:prstGeom prst="rect">
            <a:avLst/>
          </a:prstGeom>
        </p:spPr>
      </p:pic>
      <p:pic>
        <p:nvPicPr>
          <p:cNvPr id="2244" name="Image 2241" descr="preencoded.png">    </p:cNvPr>
          <p:cNvPicPr>
            <a:picLocks noChangeAspect="1"/>
          </p:cNvPicPr>
          <p:nvPr/>
        </p:nvPicPr>
        <p:blipFill>
          <a:blip r:embed="rId2242"/>
          <a:stretch>
            <a:fillRect/>
          </a:stretch>
        </p:blipFill>
        <p:spPr>
          <a:xfrm>
            <a:off x="2393963" y="664530"/>
            <a:ext cx="38323" cy="104750"/>
          </a:xfrm>
          <a:prstGeom prst="rect">
            <a:avLst/>
          </a:prstGeom>
        </p:spPr>
      </p:pic>
      <p:pic>
        <p:nvPicPr>
          <p:cNvPr id="2245" name="Image 2242" descr="preencoded.png">    </p:cNvPr>
          <p:cNvPicPr>
            <a:picLocks noChangeAspect="1"/>
          </p:cNvPicPr>
          <p:nvPr/>
        </p:nvPicPr>
        <p:blipFill>
          <a:blip r:embed="rId2243"/>
          <a:stretch>
            <a:fillRect/>
          </a:stretch>
        </p:blipFill>
        <p:spPr>
          <a:xfrm>
            <a:off x="3999177" y="677042"/>
            <a:ext cx="86118" cy="96606"/>
          </a:xfrm>
          <a:prstGeom prst="rect">
            <a:avLst/>
          </a:prstGeom>
        </p:spPr>
      </p:pic>
      <p:pic>
        <p:nvPicPr>
          <p:cNvPr id="2246" name="Image 2243" descr="preencoded.png">    </p:cNvPr>
          <p:cNvPicPr>
            <a:picLocks noChangeAspect="1"/>
          </p:cNvPicPr>
          <p:nvPr/>
        </p:nvPicPr>
        <p:blipFill>
          <a:blip r:embed="rId2244"/>
          <a:stretch>
            <a:fillRect/>
          </a:stretch>
        </p:blipFill>
        <p:spPr>
          <a:xfrm>
            <a:off x="2661913" y="677018"/>
            <a:ext cx="23306" cy="92262"/>
          </a:xfrm>
          <a:prstGeom prst="rect">
            <a:avLst/>
          </a:prstGeom>
        </p:spPr>
      </p:pic>
      <p:pic>
        <p:nvPicPr>
          <p:cNvPr id="2247" name="Image 2244" descr="preencoded.png">    </p:cNvPr>
          <p:cNvPicPr>
            <a:picLocks noChangeAspect="1"/>
          </p:cNvPicPr>
          <p:nvPr/>
        </p:nvPicPr>
        <p:blipFill>
          <a:blip r:embed="rId2245"/>
          <a:stretch>
            <a:fillRect/>
          </a:stretch>
        </p:blipFill>
        <p:spPr>
          <a:xfrm>
            <a:off x="6036228" y="674750"/>
            <a:ext cx="93114" cy="98295"/>
          </a:xfrm>
          <a:prstGeom prst="rect">
            <a:avLst/>
          </a:prstGeom>
        </p:spPr>
      </p:pic>
      <p:pic>
        <p:nvPicPr>
          <p:cNvPr id="2248" name="Image 2245" descr="preencoded.png">    </p:cNvPr>
          <p:cNvPicPr>
            <a:picLocks noChangeAspect="1"/>
          </p:cNvPicPr>
          <p:nvPr/>
        </p:nvPicPr>
        <p:blipFill>
          <a:blip r:embed="rId2246"/>
          <a:stretch>
            <a:fillRect/>
          </a:stretch>
        </p:blipFill>
        <p:spPr>
          <a:xfrm>
            <a:off x="3426135" y="677332"/>
            <a:ext cx="82170" cy="94503"/>
          </a:xfrm>
          <a:prstGeom prst="rect">
            <a:avLst/>
          </a:prstGeom>
        </p:spPr>
      </p:pic>
      <p:pic>
        <p:nvPicPr>
          <p:cNvPr id="2249" name="Image 2246" descr="preencoded.png">    </p:cNvPr>
          <p:cNvPicPr>
            <a:picLocks noChangeAspect="1"/>
          </p:cNvPicPr>
          <p:nvPr/>
        </p:nvPicPr>
        <p:blipFill>
          <a:blip r:embed="rId2247"/>
          <a:stretch>
            <a:fillRect/>
          </a:stretch>
        </p:blipFill>
        <p:spPr>
          <a:xfrm>
            <a:off x="2940707" y="677304"/>
            <a:ext cx="18165" cy="20439"/>
          </a:xfrm>
          <a:prstGeom prst="rect">
            <a:avLst/>
          </a:prstGeom>
        </p:spPr>
      </p:pic>
      <p:pic>
        <p:nvPicPr>
          <p:cNvPr id="2250" name="Image 2247" descr="preencoded.png">    </p:cNvPr>
          <p:cNvPicPr>
            <a:picLocks noChangeAspect="1"/>
          </p:cNvPicPr>
          <p:nvPr/>
        </p:nvPicPr>
        <p:blipFill>
          <a:blip r:embed="rId2248"/>
          <a:stretch>
            <a:fillRect/>
          </a:stretch>
        </p:blipFill>
        <p:spPr>
          <a:xfrm>
            <a:off x="2664780" y="677357"/>
            <a:ext cx="82169" cy="94753"/>
          </a:xfrm>
          <a:prstGeom prst="rect">
            <a:avLst/>
          </a:prstGeom>
        </p:spPr>
      </p:pic>
      <p:pic>
        <p:nvPicPr>
          <p:cNvPr id="2251" name="Image 2248" descr="preencoded.png">    </p:cNvPr>
          <p:cNvPicPr>
            <a:picLocks noChangeAspect="1"/>
          </p:cNvPicPr>
          <p:nvPr/>
        </p:nvPicPr>
        <p:blipFill>
          <a:blip r:embed="rId2249"/>
          <a:stretch>
            <a:fillRect/>
          </a:stretch>
        </p:blipFill>
        <p:spPr>
          <a:xfrm>
            <a:off x="5355072" y="676235"/>
            <a:ext cx="58307" cy="95850"/>
          </a:xfrm>
          <a:prstGeom prst="rect">
            <a:avLst/>
          </a:prstGeom>
        </p:spPr>
      </p:pic>
      <p:pic>
        <p:nvPicPr>
          <p:cNvPr id="2252" name="Image 2249" descr="preencoded.png">    </p:cNvPr>
          <p:cNvPicPr>
            <a:picLocks noChangeAspect="1"/>
          </p:cNvPicPr>
          <p:nvPr/>
        </p:nvPicPr>
        <p:blipFill>
          <a:blip r:embed="rId2250"/>
          <a:stretch>
            <a:fillRect/>
          </a:stretch>
        </p:blipFill>
        <p:spPr>
          <a:xfrm>
            <a:off x="4563052" y="677063"/>
            <a:ext cx="135578" cy="95022"/>
          </a:xfrm>
          <a:prstGeom prst="rect">
            <a:avLst/>
          </a:prstGeom>
        </p:spPr>
      </p:pic>
      <p:pic>
        <p:nvPicPr>
          <p:cNvPr id="2253" name="Image 2250" descr="preencoded.png">    </p:cNvPr>
          <p:cNvPicPr>
            <a:picLocks noChangeAspect="1"/>
          </p:cNvPicPr>
          <p:nvPr/>
        </p:nvPicPr>
        <p:blipFill>
          <a:blip r:embed="rId2251"/>
          <a:stretch>
            <a:fillRect/>
          </a:stretch>
        </p:blipFill>
        <p:spPr>
          <a:xfrm>
            <a:off x="3016729" y="677049"/>
            <a:ext cx="92012" cy="94685"/>
          </a:xfrm>
          <a:prstGeom prst="rect">
            <a:avLst/>
          </a:prstGeom>
        </p:spPr>
      </p:pic>
      <p:pic>
        <p:nvPicPr>
          <p:cNvPr id="2254" name="Image 2251" descr="preencoded.png">    </p:cNvPr>
          <p:cNvPicPr>
            <a:picLocks noChangeAspect="1"/>
          </p:cNvPicPr>
          <p:nvPr/>
        </p:nvPicPr>
        <p:blipFill>
          <a:blip r:embed="rId2252"/>
          <a:stretch>
            <a:fillRect/>
          </a:stretch>
        </p:blipFill>
        <p:spPr>
          <a:xfrm>
            <a:off x="5937698" y="676200"/>
            <a:ext cx="84826" cy="95982"/>
          </a:xfrm>
          <a:prstGeom prst="rect">
            <a:avLst/>
          </a:prstGeom>
        </p:spPr>
      </p:pic>
      <p:pic>
        <p:nvPicPr>
          <p:cNvPr id="2255" name="Image 2252" descr="preencoded.png">    </p:cNvPr>
          <p:cNvPicPr>
            <a:picLocks noChangeAspect="1"/>
          </p:cNvPicPr>
          <p:nvPr/>
        </p:nvPicPr>
        <p:blipFill>
          <a:blip r:embed="rId2253"/>
          <a:stretch>
            <a:fillRect/>
          </a:stretch>
        </p:blipFill>
        <p:spPr>
          <a:xfrm>
            <a:off x="5549243" y="677057"/>
            <a:ext cx="84311" cy="94778"/>
          </a:xfrm>
          <a:prstGeom prst="rect">
            <a:avLst/>
          </a:prstGeom>
        </p:spPr>
      </p:pic>
      <p:pic>
        <p:nvPicPr>
          <p:cNvPr id="2256" name="Image 2253" descr="preencoded.png">    </p:cNvPr>
          <p:cNvPicPr>
            <a:picLocks noChangeAspect="1"/>
          </p:cNvPicPr>
          <p:nvPr/>
        </p:nvPicPr>
        <p:blipFill>
          <a:blip r:embed="rId2254"/>
          <a:stretch>
            <a:fillRect/>
          </a:stretch>
        </p:blipFill>
        <p:spPr>
          <a:xfrm>
            <a:off x="5417545" y="674750"/>
            <a:ext cx="95534" cy="98130"/>
          </a:xfrm>
          <a:prstGeom prst="rect">
            <a:avLst/>
          </a:prstGeom>
        </p:spPr>
      </p:pic>
      <p:pic>
        <p:nvPicPr>
          <p:cNvPr id="2257" name="Image 2254" descr="preencoded.png">    </p:cNvPr>
          <p:cNvPicPr>
            <a:picLocks noChangeAspect="1"/>
          </p:cNvPicPr>
          <p:nvPr/>
        </p:nvPicPr>
        <p:blipFill>
          <a:blip r:embed="rId2255"/>
          <a:stretch>
            <a:fillRect/>
          </a:stretch>
        </p:blipFill>
        <p:spPr>
          <a:xfrm>
            <a:off x="5275572" y="644091"/>
            <a:ext cx="64458" cy="51098"/>
          </a:xfrm>
          <a:prstGeom prst="rect">
            <a:avLst/>
          </a:prstGeom>
        </p:spPr>
      </p:pic>
      <p:pic>
        <p:nvPicPr>
          <p:cNvPr id="2258" name="Image 2255" descr="preencoded.png">    </p:cNvPr>
          <p:cNvPicPr>
            <a:picLocks noChangeAspect="1"/>
          </p:cNvPicPr>
          <p:nvPr/>
        </p:nvPicPr>
        <p:blipFill>
          <a:blip r:embed="rId2256"/>
          <a:stretch>
            <a:fillRect/>
          </a:stretch>
        </p:blipFill>
        <p:spPr>
          <a:xfrm>
            <a:off x="3900748" y="678198"/>
            <a:ext cx="84906" cy="95506"/>
          </a:xfrm>
          <a:prstGeom prst="rect">
            <a:avLst/>
          </a:prstGeom>
        </p:spPr>
      </p:pic>
      <p:pic>
        <p:nvPicPr>
          <p:cNvPr id="2259" name="Image 2256" descr="preencoded.png">    </p:cNvPr>
          <p:cNvPicPr>
            <a:picLocks noChangeAspect="1"/>
          </p:cNvPicPr>
          <p:nvPr/>
        </p:nvPicPr>
        <p:blipFill>
          <a:blip r:embed="rId2257"/>
          <a:stretch>
            <a:fillRect/>
          </a:stretch>
        </p:blipFill>
        <p:spPr>
          <a:xfrm>
            <a:off x="2866616" y="679859"/>
            <a:ext cx="22994" cy="92262"/>
          </a:xfrm>
          <a:prstGeom prst="rect">
            <a:avLst/>
          </a:prstGeom>
        </p:spPr>
      </p:pic>
      <p:pic>
        <p:nvPicPr>
          <p:cNvPr id="2260" name="Image 2257" descr="preencoded.png">    </p:cNvPr>
          <p:cNvPicPr>
            <a:picLocks noChangeAspect="1"/>
          </p:cNvPicPr>
          <p:nvPr/>
        </p:nvPicPr>
        <p:blipFill>
          <a:blip r:embed="rId2258"/>
          <a:stretch>
            <a:fillRect/>
          </a:stretch>
        </p:blipFill>
        <p:spPr>
          <a:xfrm>
            <a:off x="2764375" y="677146"/>
            <a:ext cx="84041" cy="94689"/>
          </a:xfrm>
          <a:prstGeom prst="rect">
            <a:avLst/>
          </a:prstGeom>
        </p:spPr>
      </p:pic>
      <p:pic>
        <p:nvPicPr>
          <p:cNvPr id="2261" name="Image 2258" descr="preencoded.png">    </p:cNvPr>
          <p:cNvPicPr>
            <a:picLocks noChangeAspect="1"/>
          </p:cNvPicPr>
          <p:nvPr/>
        </p:nvPicPr>
        <p:blipFill>
          <a:blip r:embed="rId2259"/>
          <a:stretch>
            <a:fillRect/>
          </a:stretch>
        </p:blipFill>
        <p:spPr>
          <a:xfrm>
            <a:off x="2565140" y="677304"/>
            <a:ext cx="76672" cy="35768"/>
          </a:xfrm>
          <a:prstGeom prst="rect">
            <a:avLst/>
          </a:prstGeom>
        </p:spPr>
      </p:pic>
      <p:pic>
        <p:nvPicPr>
          <p:cNvPr id="2262" name="Image 2259" descr="preencoded.png">    </p:cNvPr>
          <p:cNvPicPr>
            <a:picLocks noChangeAspect="1"/>
          </p:cNvPicPr>
          <p:nvPr/>
        </p:nvPicPr>
        <p:blipFill>
          <a:blip r:embed="rId2260"/>
          <a:stretch>
            <a:fillRect/>
          </a:stretch>
        </p:blipFill>
        <p:spPr>
          <a:xfrm>
            <a:off x="2501268" y="677108"/>
            <a:ext cx="56207" cy="92172"/>
          </a:xfrm>
          <a:prstGeom prst="rect">
            <a:avLst/>
          </a:prstGeom>
        </p:spPr>
      </p:pic>
      <p:pic>
        <p:nvPicPr>
          <p:cNvPr id="2263" name="Image 2260" descr="preencoded.png">    </p:cNvPr>
          <p:cNvPicPr>
            <a:picLocks noChangeAspect="1"/>
          </p:cNvPicPr>
          <p:nvPr/>
        </p:nvPicPr>
        <p:blipFill>
          <a:blip r:embed="rId2261"/>
          <a:stretch>
            <a:fillRect/>
          </a:stretch>
        </p:blipFill>
        <p:spPr>
          <a:xfrm>
            <a:off x="5840499" y="644091"/>
            <a:ext cx="81919" cy="125189"/>
          </a:xfrm>
          <a:prstGeom prst="rect">
            <a:avLst/>
          </a:prstGeom>
        </p:spPr>
      </p:pic>
      <p:pic>
        <p:nvPicPr>
          <p:cNvPr id="2264" name="Image 2261" descr="preencoded.png">    </p:cNvPr>
          <p:cNvPicPr>
            <a:picLocks noChangeAspect="1"/>
          </p:cNvPicPr>
          <p:nvPr/>
        </p:nvPicPr>
        <p:blipFill>
          <a:blip r:embed="rId2262"/>
          <a:stretch>
            <a:fillRect/>
          </a:stretch>
        </p:blipFill>
        <p:spPr>
          <a:xfrm>
            <a:off x="4197519" y="677014"/>
            <a:ext cx="25740" cy="7955"/>
          </a:xfrm>
          <a:prstGeom prst="rect">
            <a:avLst/>
          </a:prstGeom>
        </p:spPr>
      </p:pic>
      <p:pic>
        <p:nvPicPr>
          <p:cNvPr id="2265" name="Image 2262" descr="preencoded.png">    </p:cNvPr>
          <p:cNvPicPr>
            <a:picLocks noChangeAspect="1"/>
          </p:cNvPicPr>
          <p:nvPr/>
        </p:nvPicPr>
        <p:blipFill>
          <a:blip r:embed="rId2263"/>
          <a:stretch>
            <a:fillRect/>
          </a:stretch>
        </p:blipFill>
        <p:spPr>
          <a:xfrm>
            <a:off x="4818547" y="646646"/>
            <a:ext cx="53653" cy="125348"/>
          </a:xfrm>
          <a:prstGeom prst="rect">
            <a:avLst/>
          </a:prstGeom>
        </p:spPr>
      </p:pic>
      <p:pic>
        <p:nvPicPr>
          <p:cNvPr id="2266" name="Image 2263" descr="preencoded.png">    </p:cNvPr>
          <p:cNvPicPr>
            <a:picLocks noChangeAspect="1"/>
          </p:cNvPicPr>
          <p:nvPr/>
        </p:nvPicPr>
        <p:blipFill>
          <a:blip r:embed="rId2264"/>
          <a:stretch>
            <a:fillRect/>
          </a:stretch>
        </p:blipFill>
        <p:spPr>
          <a:xfrm>
            <a:off x="6573751" y="644091"/>
            <a:ext cx="94531" cy="128057"/>
          </a:xfrm>
          <a:prstGeom prst="rect">
            <a:avLst/>
          </a:prstGeom>
        </p:spPr>
      </p:pic>
      <p:pic>
        <p:nvPicPr>
          <p:cNvPr id="2267" name="Image 2264" descr="preencoded.png">    </p:cNvPr>
          <p:cNvPicPr>
            <a:picLocks noChangeAspect="1"/>
          </p:cNvPicPr>
          <p:nvPr/>
        </p:nvPicPr>
        <p:blipFill>
          <a:blip r:embed="rId2265"/>
          <a:stretch>
            <a:fillRect/>
          </a:stretch>
        </p:blipFill>
        <p:spPr>
          <a:xfrm>
            <a:off x="6351476" y="649201"/>
            <a:ext cx="51845" cy="122652"/>
          </a:xfrm>
          <a:prstGeom prst="rect">
            <a:avLst/>
          </a:prstGeom>
        </p:spPr>
      </p:pic>
      <p:pic>
        <p:nvPicPr>
          <p:cNvPr id="2268" name="Image 2265" descr="preencoded.png">    </p:cNvPr>
          <p:cNvPicPr>
            <a:picLocks noChangeAspect="1"/>
          </p:cNvPicPr>
          <p:nvPr/>
        </p:nvPicPr>
        <p:blipFill>
          <a:blip r:embed="rId2266"/>
          <a:stretch>
            <a:fillRect/>
          </a:stretch>
        </p:blipFill>
        <p:spPr>
          <a:xfrm>
            <a:off x="4752119" y="659420"/>
            <a:ext cx="76646" cy="98511"/>
          </a:xfrm>
          <a:prstGeom prst="rect">
            <a:avLst/>
          </a:prstGeom>
        </p:spPr>
      </p:pic>
      <p:pic>
        <p:nvPicPr>
          <p:cNvPr id="2269" name="Image 2266" descr="preencoded.png">    </p:cNvPr>
          <p:cNvPicPr>
            <a:picLocks noChangeAspect="1"/>
          </p:cNvPicPr>
          <p:nvPr/>
        </p:nvPicPr>
        <p:blipFill>
          <a:blip r:embed="rId2267"/>
          <a:stretch>
            <a:fillRect/>
          </a:stretch>
        </p:blipFill>
        <p:spPr>
          <a:xfrm>
            <a:off x="4092959" y="646646"/>
            <a:ext cx="53653" cy="125348"/>
          </a:xfrm>
          <a:prstGeom prst="rect">
            <a:avLst/>
          </a:prstGeom>
        </p:spPr>
      </p:pic>
      <p:pic>
        <p:nvPicPr>
          <p:cNvPr id="2270" name="Image 2267" descr="preencoded.png">    </p:cNvPr>
          <p:cNvPicPr>
            <a:picLocks noChangeAspect="1"/>
          </p:cNvPicPr>
          <p:nvPr/>
        </p:nvPicPr>
        <p:blipFill>
          <a:blip r:embed="rId2268"/>
          <a:stretch>
            <a:fillRect/>
          </a:stretch>
        </p:blipFill>
        <p:spPr>
          <a:xfrm>
            <a:off x="1870211" y="664372"/>
            <a:ext cx="43376" cy="36085"/>
          </a:xfrm>
          <a:prstGeom prst="rect">
            <a:avLst/>
          </a:prstGeom>
        </p:spPr>
      </p:pic>
      <p:pic>
        <p:nvPicPr>
          <p:cNvPr id="2271" name="Image 2268" descr="preencoded.png">    </p:cNvPr>
          <p:cNvPicPr>
            <a:picLocks noChangeAspect="1"/>
          </p:cNvPicPr>
          <p:nvPr/>
        </p:nvPicPr>
        <p:blipFill>
          <a:blip r:embed="rId2269"/>
          <a:stretch>
            <a:fillRect/>
          </a:stretch>
        </p:blipFill>
        <p:spPr>
          <a:xfrm>
            <a:off x="1844663" y="643932"/>
            <a:ext cx="94531" cy="125349"/>
          </a:xfrm>
          <a:prstGeom prst="rect">
            <a:avLst/>
          </a:prstGeom>
        </p:spPr>
      </p:pic>
      <p:pic>
        <p:nvPicPr>
          <p:cNvPr id="2272" name="Image 2269" descr="preencoded.png">    </p:cNvPr>
          <p:cNvPicPr>
            <a:picLocks noChangeAspect="1"/>
          </p:cNvPicPr>
          <p:nvPr/>
        </p:nvPicPr>
        <p:blipFill>
          <a:blip r:embed="rId2270"/>
          <a:stretch>
            <a:fillRect/>
          </a:stretch>
        </p:blipFill>
        <p:spPr>
          <a:xfrm>
            <a:off x="4887528" y="644091"/>
            <a:ext cx="25836" cy="23284"/>
          </a:xfrm>
          <a:prstGeom prst="rect">
            <a:avLst/>
          </a:prstGeom>
        </p:spPr>
      </p:pic>
      <p:pic>
        <p:nvPicPr>
          <p:cNvPr id="2273" name="Image 2270" descr="preencoded.png">    </p:cNvPr>
          <p:cNvPicPr>
            <a:picLocks noChangeAspect="1"/>
          </p:cNvPicPr>
          <p:nvPr/>
        </p:nvPicPr>
        <p:blipFill>
          <a:blip r:embed="rId2271"/>
          <a:stretch>
            <a:fillRect/>
          </a:stretch>
        </p:blipFill>
        <p:spPr>
          <a:xfrm>
            <a:off x="4475905" y="644091"/>
            <a:ext cx="69557" cy="48543"/>
          </a:xfrm>
          <a:prstGeom prst="rect">
            <a:avLst/>
          </a:prstGeom>
        </p:spPr>
      </p:pic>
      <p:pic>
        <p:nvPicPr>
          <p:cNvPr id="2274" name="Image 2271" descr="preencoded.png">    </p:cNvPr>
          <p:cNvPicPr>
            <a:picLocks noChangeAspect="1"/>
          </p:cNvPicPr>
          <p:nvPr/>
        </p:nvPicPr>
        <p:blipFill>
          <a:blip r:embed="rId2272"/>
          <a:stretch>
            <a:fillRect/>
          </a:stretch>
        </p:blipFill>
        <p:spPr>
          <a:xfrm>
            <a:off x="4161941" y="644091"/>
            <a:ext cx="25836" cy="23284"/>
          </a:xfrm>
          <a:prstGeom prst="rect">
            <a:avLst/>
          </a:prstGeom>
        </p:spPr>
      </p:pic>
      <p:pic>
        <p:nvPicPr>
          <p:cNvPr id="2275" name="Image 2272" descr="preencoded.png">    </p:cNvPr>
          <p:cNvPicPr>
            <a:picLocks noChangeAspect="1"/>
          </p:cNvPicPr>
          <p:nvPr/>
        </p:nvPicPr>
        <p:blipFill>
          <a:blip r:embed="rId2273"/>
          <a:stretch>
            <a:fillRect/>
          </a:stretch>
        </p:blipFill>
        <p:spPr>
          <a:xfrm>
            <a:off x="2973921" y="644091"/>
            <a:ext cx="22994" cy="20439"/>
          </a:xfrm>
          <a:prstGeom prst="rect">
            <a:avLst/>
          </a:prstGeom>
        </p:spPr>
      </p:pic>
      <p:pic>
        <p:nvPicPr>
          <p:cNvPr id="2276" name="Image 2273" descr="preencoded.png">    </p:cNvPr>
          <p:cNvPicPr>
            <a:picLocks noChangeAspect="1"/>
          </p:cNvPicPr>
          <p:nvPr/>
        </p:nvPicPr>
        <p:blipFill>
          <a:blip r:embed="rId2274"/>
          <a:stretch>
            <a:fillRect/>
          </a:stretch>
        </p:blipFill>
        <p:spPr>
          <a:xfrm>
            <a:off x="2971080" y="644091"/>
            <a:ext cx="28676" cy="22994"/>
          </a:xfrm>
          <a:prstGeom prst="rect">
            <a:avLst/>
          </a:prstGeom>
        </p:spPr>
      </p:pic>
      <p:pic>
        <p:nvPicPr>
          <p:cNvPr id="2277" name="Image 2274" descr="preencoded.png">    </p:cNvPr>
          <p:cNvPicPr>
            <a:picLocks noChangeAspect="1"/>
          </p:cNvPicPr>
          <p:nvPr/>
        </p:nvPicPr>
        <p:blipFill>
          <a:blip r:embed="rId2275"/>
          <a:stretch>
            <a:fillRect/>
          </a:stretch>
        </p:blipFill>
        <p:spPr>
          <a:xfrm>
            <a:off x="2904939" y="646646"/>
            <a:ext cx="51098" cy="112415"/>
          </a:xfrm>
          <a:prstGeom prst="rect">
            <a:avLst/>
          </a:prstGeom>
        </p:spPr>
      </p:pic>
      <p:pic>
        <p:nvPicPr>
          <p:cNvPr id="2278" name="Image 2275" descr="preencoded.png">    </p:cNvPr>
          <p:cNvPicPr>
            <a:picLocks noChangeAspect="1"/>
          </p:cNvPicPr>
          <p:nvPr/>
        </p:nvPicPr>
        <p:blipFill>
          <a:blip r:embed="rId2276"/>
          <a:stretch>
            <a:fillRect/>
          </a:stretch>
        </p:blipFill>
        <p:spPr>
          <a:xfrm>
            <a:off x="1959632" y="644091"/>
            <a:ext cx="81915" cy="125189"/>
          </a:xfrm>
          <a:prstGeom prst="rect">
            <a:avLst/>
          </a:prstGeom>
        </p:spPr>
      </p:pic>
      <p:pic>
        <p:nvPicPr>
          <p:cNvPr id="2279" name="Image 2276" descr="preencoded.png">    </p:cNvPr>
          <p:cNvPicPr>
            <a:picLocks noChangeAspect="1"/>
          </p:cNvPicPr>
          <p:nvPr/>
        </p:nvPicPr>
        <p:blipFill>
          <a:blip r:embed="rId2277"/>
          <a:stretch>
            <a:fillRect/>
          </a:stretch>
        </p:blipFill>
        <p:spPr>
          <a:xfrm>
            <a:off x="3597312" y="642130"/>
            <a:ext cx="87073" cy="42840"/>
          </a:xfrm>
          <a:prstGeom prst="rect">
            <a:avLst/>
          </a:prstGeom>
        </p:spPr>
      </p:pic>
      <p:pic>
        <p:nvPicPr>
          <p:cNvPr id="2280" name="Image 2277" descr="preencoded.png">    </p:cNvPr>
          <p:cNvPicPr>
            <a:picLocks noChangeAspect="1"/>
          </p:cNvPicPr>
          <p:nvPr/>
        </p:nvPicPr>
        <p:blipFill>
          <a:blip r:embed="rId2278"/>
          <a:stretch>
            <a:fillRect/>
          </a:stretch>
        </p:blipFill>
        <p:spPr>
          <a:xfrm>
            <a:off x="3377592" y="644091"/>
            <a:ext cx="25549" cy="20439"/>
          </a:xfrm>
          <a:prstGeom prst="rect">
            <a:avLst/>
          </a:prstGeom>
        </p:spPr>
      </p:pic>
      <p:pic>
        <p:nvPicPr>
          <p:cNvPr id="2281" name="Image 2278" descr="preencoded.png">    </p:cNvPr>
          <p:cNvPicPr>
            <a:picLocks noChangeAspect="1"/>
          </p:cNvPicPr>
          <p:nvPr/>
        </p:nvPicPr>
        <p:blipFill>
          <a:blip r:embed="rId2279"/>
          <a:stretch>
            <a:fillRect/>
          </a:stretch>
        </p:blipFill>
        <p:spPr>
          <a:xfrm>
            <a:off x="6377025" y="646417"/>
            <a:ext cx="10220" cy="30887"/>
          </a:xfrm>
          <a:prstGeom prst="rect">
            <a:avLst/>
          </a:prstGeom>
        </p:spPr>
      </p:pic>
      <p:pic>
        <p:nvPicPr>
          <p:cNvPr id="2282" name="Image 2279" descr="preencoded.png">    </p:cNvPr>
          <p:cNvPicPr>
            <a:picLocks noChangeAspect="1"/>
          </p:cNvPicPr>
          <p:nvPr/>
        </p:nvPicPr>
        <p:blipFill>
          <a:blip r:embed="rId2280"/>
          <a:stretch>
            <a:fillRect/>
          </a:stretch>
        </p:blipFill>
        <p:spPr>
          <a:xfrm>
            <a:off x="4161941" y="644091"/>
            <a:ext cx="22994" cy="20439"/>
          </a:xfrm>
          <a:prstGeom prst="rect">
            <a:avLst/>
          </a:prstGeom>
        </p:spPr>
      </p:pic>
      <p:pic>
        <p:nvPicPr>
          <p:cNvPr id="2283" name="Image 2280" descr="preencoded.png">    </p:cNvPr>
          <p:cNvPicPr>
            <a:picLocks noChangeAspect="1"/>
          </p:cNvPicPr>
          <p:nvPr/>
        </p:nvPicPr>
        <p:blipFill>
          <a:blip r:embed="rId2281"/>
          <a:stretch>
            <a:fillRect/>
          </a:stretch>
        </p:blipFill>
        <p:spPr>
          <a:xfrm>
            <a:off x="6497105" y="626207"/>
            <a:ext cx="207046" cy="145628"/>
          </a:xfrm>
          <a:prstGeom prst="rect">
            <a:avLst/>
          </a:prstGeom>
        </p:spPr>
      </p:pic>
      <p:pic>
        <p:nvPicPr>
          <p:cNvPr id="2284" name="Image 2281" descr="preencoded.png">    </p:cNvPr>
          <p:cNvPicPr>
            <a:picLocks noChangeAspect="1"/>
          </p:cNvPicPr>
          <p:nvPr/>
        </p:nvPicPr>
        <p:blipFill>
          <a:blip r:embed="rId2282"/>
          <a:stretch>
            <a:fillRect/>
          </a:stretch>
        </p:blipFill>
        <p:spPr>
          <a:xfrm>
            <a:off x="4887528" y="644091"/>
            <a:ext cx="22994" cy="20439"/>
          </a:xfrm>
          <a:prstGeom prst="rect">
            <a:avLst/>
          </a:prstGeom>
        </p:spPr>
      </p:pic>
      <p:pic>
        <p:nvPicPr>
          <p:cNvPr id="2285" name="Image 2282" descr="preencoded.png">    </p:cNvPr>
          <p:cNvPicPr>
            <a:picLocks noChangeAspect="1"/>
          </p:cNvPicPr>
          <p:nvPr/>
        </p:nvPicPr>
        <p:blipFill>
          <a:blip r:embed="rId2283"/>
          <a:stretch>
            <a:fillRect/>
          </a:stretch>
        </p:blipFill>
        <p:spPr>
          <a:xfrm>
            <a:off x="6785806" y="644091"/>
            <a:ext cx="25791" cy="23151"/>
          </a:xfrm>
          <a:prstGeom prst="rect">
            <a:avLst/>
          </a:prstGeom>
        </p:spPr>
      </p:pic>
      <p:pic>
        <p:nvPicPr>
          <p:cNvPr id="2286" name="Image 2283" descr="preencoded.png">    </p:cNvPr>
          <p:cNvPicPr>
            <a:picLocks noChangeAspect="1"/>
          </p:cNvPicPr>
          <p:nvPr/>
        </p:nvPicPr>
        <p:blipFill>
          <a:blip r:embed="rId2284"/>
          <a:stretch>
            <a:fillRect/>
          </a:stretch>
        </p:blipFill>
        <p:spPr>
          <a:xfrm>
            <a:off x="5722975" y="646646"/>
            <a:ext cx="99640" cy="122634"/>
          </a:xfrm>
          <a:prstGeom prst="rect">
            <a:avLst/>
          </a:prstGeom>
        </p:spPr>
      </p:pic>
      <p:pic>
        <p:nvPicPr>
          <p:cNvPr id="2287" name="Image 2284" descr="preencoded.png">    </p:cNvPr>
          <p:cNvPicPr>
            <a:picLocks noChangeAspect="1"/>
          </p:cNvPicPr>
          <p:nvPr/>
        </p:nvPicPr>
        <p:blipFill>
          <a:blip r:embed="rId2285"/>
          <a:stretch>
            <a:fillRect/>
          </a:stretch>
        </p:blipFill>
        <p:spPr>
          <a:xfrm>
            <a:off x="5252876" y="644091"/>
            <a:ext cx="84311" cy="127994"/>
          </a:xfrm>
          <a:prstGeom prst="rect">
            <a:avLst/>
          </a:prstGeom>
        </p:spPr>
      </p:pic>
      <p:pic>
        <p:nvPicPr>
          <p:cNvPr id="2288" name="Image 2285" descr="preencoded.png">    </p:cNvPr>
          <p:cNvPicPr>
            <a:picLocks noChangeAspect="1"/>
          </p:cNvPicPr>
          <p:nvPr/>
        </p:nvPicPr>
        <p:blipFill>
          <a:blip r:embed="rId2286"/>
          <a:stretch>
            <a:fillRect/>
          </a:stretch>
        </p:blipFill>
        <p:spPr>
          <a:xfrm>
            <a:off x="5722975" y="643778"/>
            <a:ext cx="102479" cy="20752"/>
          </a:xfrm>
          <a:prstGeom prst="rect">
            <a:avLst/>
          </a:prstGeom>
        </p:spPr>
      </p:pic>
      <p:pic>
        <p:nvPicPr>
          <p:cNvPr id="2289" name="Image 2286" descr="preencoded.png">    </p:cNvPr>
          <p:cNvPicPr>
            <a:picLocks noChangeAspect="1"/>
          </p:cNvPicPr>
          <p:nvPr/>
        </p:nvPicPr>
        <p:blipFill>
          <a:blip r:embed="rId2287"/>
          <a:stretch>
            <a:fillRect/>
          </a:stretch>
        </p:blipFill>
        <p:spPr>
          <a:xfrm>
            <a:off x="2866616" y="644091"/>
            <a:ext cx="22994" cy="22994"/>
          </a:xfrm>
          <a:prstGeom prst="rect">
            <a:avLst/>
          </a:prstGeom>
        </p:spPr>
      </p:pic>
      <p:pic>
        <p:nvPicPr>
          <p:cNvPr id="2290" name="Image 2287" descr="preencoded.png">    </p:cNvPr>
          <p:cNvPicPr>
            <a:picLocks noChangeAspect="1"/>
          </p:cNvPicPr>
          <p:nvPr/>
        </p:nvPicPr>
        <p:blipFill>
          <a:blip r:embed="rId2288"/>
          <a:stretch>
            <a:fillRect/>
          </a:stretch>
        </p:blipFill>
        <p:spPr>
          <a:xfrm>
            <a:off x="973448" y="608323"/>
            <a:ext cx="7193272" cy="39230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5421" y="3752666"/>
            <a:ext cx="1932354" cy="11742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400" y="3926256"/>
            <a:ext cx="104497" cy="12273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182" y="4006032"/>
            <a:ext cx="81805" cy="8971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2519" y="1784565"/>
            <a:ext cx="3370384" cy="204795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2575" y="1770474"/>
            <a:ext cx="1652736" cy="205734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9098" y="2747479"/>
            <a:ext cx="79890" cy="1878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4108" y="2742781"/>
            <a:ext cx="90367" cy="23486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9345" y="2742304"/>
            <a:ext cx="89877" cy="23963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5381" y="3301741"/>
            <a:ext cx="20210" cy="8453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5000" y="3452049"/>
            <a:ext cx="20593" cy="84537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5000" y="3602357"/>
            <a:ext cx="20282" cy="8005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04717" y="3005821"/>
            <a:ext cx="20565" cy="79852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5000" y="3156130"/>
            <a:ext cx="20282" cy="79918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55379" y="2700259"/>
            <a:ext cx="44938" cy="37461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55379" y="2775805"/>
            <a:ext cx="44940" cy="37434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17483" y="2644139"/>
            <a:ext cx="3345419" cy="934733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05504" y="2846118"/>
            <a:ext cx="24771" cy="93931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45257" y="2766267"/>
            <a:ext cx="29959" cy="36614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88144" y="2747479"/>
            <a:ext cx="84883" cy="18789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33485" y="2742481"/>
            <a:ext cx="95327" cy="23786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58868" y="2742781"/>
            <a:ext cx="89877" cy="23486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13380" y="2742481"/>
            <a:ext cx="90190" cy="23786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54952" y="2742733"/>
            <a:ext cx="89756" cy="23533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79926" y="2742781"/>
            <a:ext cx="90021" cy="23486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729449" y="2742781"/>
            <a:ext cx="90021" cy="23486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788144" y="2742227"/>
            <a:ext cx="90367" cy="2404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602695" y="2737504"/>
            <a:ext cx="1522726" cy="47552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245257" y="2705586"/>
            <a:ext cx="33381" cy="40502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225283" y="2559283"/>
            <a:ext cx="89877" cy="249258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205309" y="2564290"/>
            <a:ext cx="24966" cy="84549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205309" y="2413981"/>
            <a:ext cx="19973" cy="79852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606875" y="1779868"/>
            <a:ext cx="30582" cy="953519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204717" y="2263673"/>
            <a:ext cx="20565" cy="79852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205309" y="2118062"/>
            <a:ext cx="19973" cy="79852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285201" y="1925479"/>
            <a:ext cx="1677702" cy="662297"/>
          </a:xfrm>
          <a:prstGeom prst="rect">
            <a:avLst/>
          </a:prstGeom>
        </p:spPr>
      </p:pic>
      <p:pic>
        <p:nvPicPr>
          <p:cNvPr id="37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205309" y="1967753"/>
            <a:ext cx="19973" cy="79852"/>
          </a:xfrm>
          <a:prstGeom prst="rect">
            <a:avLst/>
          </a:prstGeom>
        </p:spPr>
      </p:pic>
      <p:pic>
        <p:nvPicPr>
          <p:cNvPr id="3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205000" y="1817242"/>
            <a:ext cx="20284" cy="84750"/>
          </a:xfrm>
          <a:prstGeom prst="rect">
            <a:avLst/>
          </a:prstGeom>
        </p:spPr>
      </p:pic>
      <p:pic>
        <p:nvPicPr>
          <p:cNvPr id="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557565" y="1685925"/>
            <a:ext cx="99864" cy="9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2025-12-25T05:07:20Z</dcterms:created>
  <dcterms:modified xsi:type="dcterms:W3CDTF">2025-12-25T05:07:20Z</dcterms:modified>
</cp:coreProperties>
</file>